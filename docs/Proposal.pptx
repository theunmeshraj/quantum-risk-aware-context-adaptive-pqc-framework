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08" r:id="rId4"/>
    <p:sldMasterId id="214748370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y="6858000" cx="9144000"/>
  <p:notesSz cx="6858000" cy="9144000"/>
  <p:embeddedFontLst>
    <p:embeddedFont>
      <p:font typeface="IBM Plex Sans"/>
      <p:regular r:id="rId28"/>
      <p:bold r:id="rId29"/>
      <p:italic r:id="rId30"/>
      <p:boldItalic r:id="rId31"/>
    </p:embeddedFont>
    <p:embeddedFont>
      <p:font typeface="Sora SemiBold"/>
      <p:regular r:id="rId32"/>
      <p:bold r:id="rId33"/>
    </p:embeddedFont>
    <p:embeddedFont>
      <p:font typeface="IBM Plex Sans Medium"/>
      <p:regular r:id="rId34"/>
      <p:bold r:id="rId35"/>
      <p:italic r:id="rId36"/>
      <p:boldItalic r:id="rId37"/>
    </p:embeddedFont>
    <p:embeddedFont>
      <p:font typeface="Sora Light"/>
      <p:regular r:id="rId38"/>
      <p:bold r:id="rId39"/>
    </p:embeddedFont>
    <p:embeddedFont>
      <p:font typeface="Sora ExtraLight"/>
      <p:regular r:id="rId40"/>
      <p:bold r:id="rId41"/>
    </p:embeddedFont>
    <p:embeddedFont>
      <p:font typeface="Sora"/>
      <p:regular r:id="rId42"/>
      <p:bold r:id="rId43"/>
    </p:embeddedFont>
    <p:embeddedFont>
      <p:font typeface="Sora Medium"/>
      <p:regular r:id="rId44"/>
      <p:bold r:id="rId45"/>
    </p:embeddedFont>
    <p:embeddedFont>
      <p:font typeface="IBM Plex Sans SemiBold"/>
      <p:regular r:id="rId46"/>
      <p:bold r:id="rId47"/>
      <p:italic r:id="rId48"/>
      <p:boldItalic r:id="rId4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1D86D51-2FE4-4C06-8312-7F2F873E60D7}">
  <a:tblStyle styleId="{21D86D51-2FE4-4C06-8312-7F2F873E60D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font" Target="fonts/SoraExtraLight-regular.fntdata"/><Relationship Id="rId42" Type="http://schemas.openxmlformats.org/officeDocument/2006/relationships/font" Target="fonts/Sora-regular.fntdata"/><Relationship Id="rId41" Type="http://schemas.openxmlformats.org/officeDocument/2006/relationships/font" Target="fonts/SoraExtraLight-bold.fntdata"/><Relationship Id="rId44" Type="http://schemas.openxmlformats.org/officeDocument/2006/relationships/font" Target="fonts/SoraMedium-regular.fntdata"/><Relationship Id="rId43" Type="http://schemas.openxmlformats.org/officeDocument/2006/relationships/font" Target="fonts/Sora-bold.fntdata"/><Relationship Id="rId46" Type="http://schemas.openxmlformats.org/officeDocument/2006/relationships/font" Target="fonts/IBMPlexSansSemiBold-regular.fntdata"/><Relationship Id="rId45" Type="http://schemas.openxmlformats.org/officeDocument/2006/relationships/font" Target="fonts/SoraMedium-bold.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3.xml"/><Relationship Id="rId48" Type="http://schemas.openxmlformats.org/officeDocument/2006/relationships/font" Target="fonts/IBMPlexSansSemiBold-italic.fntdata"/><Relationship Id="rId47" Type="http://schemas.openxmlformats.org/officeDocument/2006/relationships/font" Target="fonts/IBMPlexSansSemiBold-bold.fntdata"/><Relationship Id="rId49" Type="http://schemas.openxmlformats.org/officeDocument/2006/relationships/font" Target="fonts/IBMPlexSansSemiBold-boldItalic.fntdata"/><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font" Target="fonts/IBMPlexSans-boldItalic.fntdata"/><Relationship Id="rId30" Type="http://schemas.openxmlformats.org/officeDocument/2006/relationships/font" Target="fonts/IBMPlexSans-italic.fntdata"/><Relationship Id="rId33" Type="http://schemas.openxmlformats.org/officeDocument/2006/relationships/font" Target="fonts/SoraSemiBold-bold.fntdata"/><Relationship Id="rId32" Type="http://schemas.openxmlformats.org/officeDocument/2006/relationships/font" Target="fonts/SoraSemiBold-regular.fntdata"/><Relationship Id="rId35" Type="http://schemas.openxmlformats.org/officeDocument/2006/relationships/font" Target="fonts/IBMPlexSansMedium-bold.fntdata"/><Relationship Id="rId34" Type="http://schemas.openxmlformats.org/officeDocument/2006/relationships/font" Target="fonts/IBMPlexSansMedium-regular.fntdata"/><Relationship Id="rId37" Type="http://schemas.openxmlformats.org/officeDocument/2006/relationships/font" Target="fonts/IBMPlexSansMedium-boldItalic.fntdata"/><Relationship Id="rId36" Type="http://schemas.openxmlformats.org/officeDocument/2006/relationships/font" Target="fonts/IBMPlexSansMedium-italic.fntdata"/><Relationship Id="rId39" Type="http://schemas.openxmlformats.org/officeDocument/2006/relationships/font" Target="fonts/SoraLight-bold.fntdata"/><Relationship Id="rId38" Type="http://schemas.openxmlformats.org/officeDocument/2006/relationships/font" Target="fonts/SoraLight-regular.fntdata"/><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font" Target="fonts/IBMPlexSans-regular.fntdata"/><Relationship Id="rId27" Type="http://schemas.openxmlformats.org/officeDocument/2006/relationships/slide" Target="slides/slide21.xml"/><Relationship Id="rId29" Type="http://schemas.openxmlformats.org/officeDocument/2006/relationships/font" Target="fonts/IBMPlexSans-bold.fntdata"/><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d3c0e01fc3_1_24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d3c0e01fc3_1_2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6" name="Shape 966"/>
        <p:cNvGrpSpPr/>
        <p:nvPr/>
      </p:nvGrpSpPr>
      <p:grpSpPr>
        <a:xfrm>
          <a:off x="0" y="0"/>
          <a:ext cx="0" cy="0"/>
          <a:chOff x="0" y="0"/>
          <a:chExt cx="0" cy="0"/>
        </a:xfrm>
      </p:grpSpPr>
      <p:sp>
        <p:nvSpPr>
          <p:cNvPr id="967" name="Google Shape;967;g3de17821bf6_3_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968" name="Google Shape;968;g3de17821bf6_3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2" name="Shape 972"/>
        <p:cNvGrpSpPr/>
        <p:nvPr/>
      </p:nvGrpSpPr>
      <p:grpSpPr>
        <a:xfrm>
          <a:off x="0" y="0"/>
          <a:ext cx="0" cy="0"/>
          <a:chOff x="0" y="0"/>
          <a:chExt cx="0" cy="0"/>
        </a:xfrm>
      </p:grpSpPr>
      <p:sp>
        <p:nvSpPr>
          <p:cNvPr id="973" name="Google Shape;973;g3d3c0e01fc3_1_155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974" name="Google Shape;974;g3d3c0e01fc3_1_15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9" name="Shape 979"/>
        <p:cNvGrpSpPr/>
        <p:nvPr/>
      </p:nvGrpSpPr>
      <p:grpSpPr>
        <a:xfrm>
          <a:off x="0" y="0"/>
          <a:ext cx="0" cy="0"/>
          <a:chOff x="0" y="0"/>
          <a:chExt cx="0" cy="0"/>
        </a:xfrm>
      </p:grpSpPr>
      <p:sp>
        <p:nvSpPr>
          <p:cNvPr id="980" name="Google Shape;980;g3d3c0e01fc3_1_257: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981" name="Google Shape;981;g3d3c0e01fc3_1_2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3d3c0e01fc3_1_304: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3d3c0e01fc3_1_3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3d3c0e01fc3_1_1486: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3d3c0e01fc3_1_148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d3c0e01fc3_1_1495: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d3c0e01fc3_1_14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5" name="Shape 1005"/>
        <p:cNvGrpSpPr/>
        <p:nvPr/>
      </p:nvGrpSpPr>
      <p:grpSpPr>
        <a:xfrm>
          <a:off x="0" y="0"/>
          <a:ext cx="0" cy="0"/>
          <a:chOff x="0" y="0"/>
          <a:chExt cx="0" cy="0"/>
        </a:xfrm>
      </p:grpSpPr>
      <p:sp>
        <p:nvSpPr>
          <p:cNvPr id="1006" name="Google Shape;1006;g3d3c0e01fc3_1_1502: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07" name="Google Shape;1007;g3d3c0e01fc3_1_15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1" name="Shape 1011"/>
        <p:cNvGrpSpPr/>
        <p:nvPr/>
      </p:nvGrpSpPr>
      <p:grpSpPr>
        <a:xfrm>
          <a:off x="0" y="0"/>
          <a:ext cx="0" cy="0"/>
          <a:chOff x="0" y="0"/>
          <a:chExt cx="0" cy="0"/>
        </a:xfrm>
      </p:grpSpPr>
      <p:sp>
        <p:nvSpPr>
          <p:cNvPr id="1012" name="Google Shape;1012;g3d3c0e01fc3_1_1518: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13" name="Google Shape;1013;g3d3c0e01fc3_1_15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7" name="Shape 1017"/>
        <p:cNvGrpSpPr/>
        <p:nvPr/>
      </p:nvGrpSpPr>
      <p:grpSpPr>
        <a:xfrm>
          <a:off x="0" y="0"/>
          <a:ext cx="0" cy="0"/>
          <a:chOff x="0" y="0"/>
          <a:chExt cx="0" cy="0"/>
        </a:xfrm>
      </p:grpSpPr>
      <p:sp>
        <p:nvSpPr>
          <p:cNvPr id="1018" name="Google Shape;1018;g38b5530d26c_0_24: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19" name="Google Shape;1019;g38b5530d26c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38b5530d26c_0_29: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38b5530d26c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2" name="Shape 1032"/>
        <p:cNvGrpSpPr/>
        <p:nvPr/>
      </p:nvGrpSpPr>
      <p:grpSpPr>
        <a:xfrm>
          <a:off x="0" y="0"/>
          <a:ext cx="0" cy="0"/>
          <a:chOff x="0" y="0"/>
          <a:chExt cx="0" cy="0"/>
        </a:xfrm>
      </p:grpSpPr>
      <p:sp>
        <p:nvSpPr>
          <p:cNvPr id="1033" name="Google Shape;1033;g38b5530d26c_0_84: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34" name="Google Shape;1034;g38b5530d26c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g38b5530d26c_0_96: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42" name="Google Shape;1042;g38b5530d26c_0_9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g38b5530d26c_0_107: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50" name="Google Shape;1050;g38b5530d26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6" name="Shape 1056"/>
        <p:cNvGrpSpPr/>
        <p:nvPr/>
      </p:nvGrpSpPr>
      <p:grpSpPr>
        <a:xfrm>
          <a:off x="0" y="0"/>
          <a:ext cx="0" cy="0"/>
          <a:chOff x="0" y="0"/>
          <a:chExt cx="0" cy="0"/>
        </a:xfrm>
      </p:grpSpPr>
      <p:sp>
        <p:nvSpPr>
          <p:cNvPr id="1057" name="Google Shape;1057;g38b5530d26c_0_4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58" name="Google Shape;1058;g38b5530d26c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1" name="Shape 1061"/>
        <p:cNvGrpSpPr/>
        <p:nvPr/>
      </p:nvGrpSpPr>
      <p:grpSpPr>
        <a:xfrm>
          <a:off x="0" y="0"/>
          <a:ext cx="0" cy="0"/>
          <a:chOff x="0" y="0"/>
          <a:chExt cx="0" cy="0"/>
        </a:xfrm>
      </p:grpSpPr>
      <p:sp>
        <p:nvSpPr>
          <p:cNvPr id="1062" name="Google Shape;1062;g38b5530d26c_0_50: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63" name="Google Shape;1063;g38b5530d26c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6" name="Shape 1066"/>
        <p:cNvGrpSpPr/>
        <p:nvPr/>
      </p:nvGrpSpPr>
      <p:grpSpPr>
        <a:xfrm>
          <a:off x="0" y="0"/>
          <a:ext cx="0" cy="0"/>
          <a:chOff x="0" y="0"/>
          <a:chExt cx="0" cy="0"/>
        </a:xfrm>
      </p:grpSpPr>
      <p:sp>
        <p:nvSpPr>
          <p:cNvPr id="1067" name="Google Shape;1067;g38b5530d26c_0_34: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68" name="Google Shape;1068;g38b5530d26c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2" name="Shape 1072"/>
        <p:cNvGrpSpPr/>
        <p:nvPr/>
      </p:nvGrpSpPr>
      <p:grpSpPr>
        <a:xfrm>
          <a:off x="0" y="0"/>
          <a:ext cx="0" cy="0"/>
          <a:chOff x="0" y="0"/>
          <a:chExt cx="0" cy="0"/>
        </a:xfrm>
      </p:grpSpPr>
      <p:sp>
        <p:nvSpPr>
          <p:cNvPr id="1073" name="Google Shape;1073;g3d3c0e01fc3_1_1509: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74" name="Google Shape;1074;g3d3c0e01fc3_1_15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g3d3c0e01fc3_1_1537: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80" name="Google Shape;1080;g3d3c0e01fc3_1_15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4" name="Shape 1084"/>
        <p:cNvGrpSpPr/>
        <p:nvPr/>
      </p:nvGrpSpPr>
      <p:grpSpPr>
        <a:xfrm>
          <a:off x="0" y="0"/>
          <a:ext cx="0" cy="0"/>
          <a:chOff x="0" y="0"/>
          <a:chExt cx="0" cy="0"/>
        </a:xfrm>
      </p:grpSpPr>
      <p:sp>
        <p:nvSpPr>
          <p:cNvPr id="1085" name="Google Shape;1085;g3d3c0e01fc3_1_1525: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86" name="Google Shape;1086;g3d3c0e01fc3_1_15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1" name="Shape 1091"/>
        <p:cNvGrpSpPr/>
        <p:nvPr/>
      </p:nvGrpSpPr>
      <p:grpSpPr>
        <a:xfrm>
          <a:off x="0" y="0"/>
          <a:ext cx="0" cy="0"/>
          <a:chOff x="0" y="0"/>
          <a:chExt cx="0" cy="0"/>
        </a:xfrm>
      </p:grpSpPr>
      <p:sp>
        <p:nvSpPr>
          <p:cNvPr id="1092" name="Google Shape;1092;g3d3c0e01fc3_1_1543:notes"/>
          <p:cNvSpPr/>
          <p:nvPr>
            <p:ph idx="2" type="sldImg"/>
          </p:nvPr>
        </p:nvSpPr>
        <p:spPr>
          <a:xfrm>
            <a:off x="1143300" y="685800"/>
            <a:ext cx="4572000" cy="3429000"/>
          </a:xfrm>
          <a:custGeom>
            <a:rect b="b" l="l" r="r" t="t"/>
            <a:pathLst>
              <a:path extrusionOk="0" h="120000" w="120000">
                <a:moveTo>
                  <a:pt x="0" y="0"/>
                </a:moveTo>
                <a:lnTo>
                  <a:pt x="120000" y="0"/>
                </a:lnTo>
                <a:lnTo>
                  <a:pt x="120000" y="120000"/>
                </a:lnTo>
                <a:lnTo>
                  <a:pt x="0" y="120000"/>
                </a:lnTo>
                <a:close/>
              </a:path>
            </a:pathLst>
          </a:custGeom>
        </p:spPr>
      </p:sp>
      <p:sp>
        <p:nvSpPr>
          <p:cNvPr id="1093" name="Google Shape;1093;g3d3c0e01fc3_1_15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2"/>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4" name="Google Shape;14;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7" name="Shape 17"/>
        <p:cNvGrpSpPr/>
        <p:nvPr/>
      </p:nvGrpSpPr>
      <p:grpSpPr>
        <a:xfrm>
          <a:off x="0" y="0"/>
          <a:ext cx="0" cy="0"/>
          <a:chOff x="0" y="0"/>
          <a:chExt cx="0" cy="0"/>
        </a:xfrm>
      </p:grpSpPr>
      <p:sp>
        <p:nvSpPr>
          <p:cNvPr id="18" name="Google Shape;18;p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0" name="Google Shape;20;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3" name="Shape 23"/>
        <p:cNvGrpSpPr/>
        <p:nvPr/>
      </p:nvGrpSpPr>
      <p:grpSpPr>
        <a:xfrm>
          <a:off x="0" y="0"/>
          <a:ext cx="0" cy="0"/>
          <a:chOff x="0" y="0"/>
          <a:chExt cx="0" cy="0"/>
        </a:xfrm>
      </p:grpSpPr>
      <p:sp>
        <p:nvSpPr>
          <p:cNvPr id="24" name="Google Shape;24;p4"/>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4"/>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26" name="Google Shape;26;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9" name="Shape 29"/>
        <p:cNvGrpSpPr/>
        <p:nvPr/>
      </p:nvGrpSpPr>
      <p:grpSpPr>
        <a:xfrm>
          <a:off x="0" y="0"/>
          <a:ext cx="0" cy="0"/>
          <a:chOff x="0" y="0"/>
          <a:chExt cx="0" cy="0"/>
        </a:xfrm>
      </p:grpSpPr>
      <p:sp>
        <p:nvSpPr>
          <p:cNvPr id="30" name="Google Shape;30;p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5"/>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2" name="Google Shape;32;p5"/>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3" name="Google Shape;33;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6" name="Shape 36"/>
        <p:cNvGrpSpPr/>
        <p:nvPr/>
      </p:nvGrpSpPr>
      <p:grpSpPr>
        <a:xfrm>
          <a:off x="0" y="0"/>
          <a:ext cx="0" cy="0"/>
          <a:chOff x="0" y="0"/>
          <a:chExt cx="0" cy="0"/>
        </a:xfrm>
      </p:grpSpPr>
      <p:sp>
        <p:nvSpPr>
          <p:cNvPr id="37" name="Google Shape;37;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6"/>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39" name="Google Shape;39;p6"/>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0" name="Google Shape;40;p6"/>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1" name="Google Shape;41;p6"/>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2" name="Google Shape;42;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5" name="Shape 45"/>
        <p:cNvGrpSpPr/>
        <p:nvPr/>
      </p:nvGrpSpPr>
      <p:grpSpPr>
        <a:xfrm>
          <a:off x="0" y="0"/>
          <a:ext cx="0" cy="0"/>
          <a:chOff x="0" y="0"/>
          <a:chExt cx="0" cy="0"/>
        </a:xfrm>
      </p:grpSpPr>
      <p:sp>
        <p:nvSpPr>
          <p:cNvPr id="46" name="Google Shape;46;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0" name="Shape 50"/>
        <p:cNvGrpSpPr/>
        <p:nvPr/>
      </p:nvGrpSpPr>
      <p:grpSpPr>
        <a:xfrm>
          <a:off x="0" y="0"/>
          <a:ext cx="0" cy="0"/>
          <a:chOff x="0" y="0"/>
          <a:chExt cx="0" cy="0"/>
        </a:xfrm>
      </p:grpSpPr>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 Alt 2">
  <p:cSld name="BLANK_2">
    <p:bg>
      <p:bgPr>
        <a:solidFill>
          <a:schemeClr val="lt1"/>
        </a:solidFill>
      </p:bgPr>
    </p:bg>
    <p:spTree>
      <p:nvGrpSpPr>
        <p:cNvPr id="84" name="Shape 84"/>
        <p:cNvGrpSpPr/>
        <p:nvPr/>
      </p:nvGrpSpPr>
      <p:grpSpPr>
        <a:xfrm>
          <a:off x="0" y="0"/>
          <a:ext cx="0" cy="0"/>
          <a:chOff x="0" y="0"/>
          <a:chExt cx="0" cy="0"/>
        </a:xfrm>
      </p:grpSpPr>
      <p:sp>
        <p:nvSpPr>
          <p:cNvPr id="85" name="Google Shape;85;p14"/>
          <p:cNvSpPr txBox="1"/>
          <p:nvPr>
            <p:ph idx="1" type="subTitle"/>
          </p:nvPr>
        </p:nvSpPr>
        <p:spPr>
          <a:xfrm>
            <a:off x="130200" y="5721800"/>
            <a:ext cx="4922100" cy="985500"/>
          </a:xfrm>
          <a:prstGeom prst="rect">
            <a:avLst/>
          </a:prstGeom>
        </p:spPr>
        <p:txBody>
          <a:bodyPr anchorCtr="0" anchor="b" bIns="91425" lIns="91425" spcFirstLastPara="1" rIns="91425" wrap="square" tIns="91425">
            <a:noAutofit/>
          </a:bodyPr>
          <a:lstStyle>
            <a:lvl1pPr lvl="0">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86" name="Google Shape;86;p14"/>
          <p:cNvSpPr/>
          <p:nvPr/>
        </p:nvSpPr>
        <p:spPr>
          <a:xfrm rot="-1179686">
            <a:off x="2566858" y="-947731"/>
            <a:ext cx="4104185" cy="2216957"/>
          </a:xfrm>
          <a:prstGeom prst="chord">
            <a:avLst>
              <a:gd fmla="val 694140" name="adj1"/>
              <a:gd fmla="val 11948531"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7" name="Google Shape;87;p14"/>
          <p:cNvSpPr txBox="1"/>
          <p:nvPr>
            <p:ph idx="2" type="subTitle"/>
          </p:nvPr>
        </p:nvSpPr>
        <p:spPr>
          <a:xfrm>
            <a:off x="138475" y="304800"/>
            <a:ext cx="2164500" cy="4515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88" name="Google Shape;88;p14"/>
          <p:cNvSpPr/>
          <p:nvPr/>
        </p:nvSpPr>
        <p:spPr>
          <a:xfrm>
            <a:off x="228600" y="5927133"/>
            <a:ext cx="4823700" cy="27900"/>
          </a:xfrm>
          <a:prstGeom prst="rect">
            <a:avLst/>
          </a:prstGeom>
          <a:solidFill>
            <a:schemeClr val="lt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89" name="Google Shape;89;p14"/>
          <p:cNvGrpSpPr/>
          <p:nvPr/>
        </p:nvGrpSpPr>
        <p:grpSpPr>
          <a:xfrm flipH="1" rot="10800000">
            <a:off x="4395238" y="157"/>
            <a:ext cx="4748757" cy="3730362"/>
            <a:chOff x="3200875" y="1642950"/>
            <a:chExt cx="5970275" cy="3517550"/>
          </a:xfrm>
        </p:grpSpPr>
        <p:sp>
          <p:nvSpPr>
            <p:cNvPr id="90" name="Google Shape;90;p14"/>
            <p:cNvSpPr/>
            <p:nvPr/>
          </p:nvSpPr>
          <p:spPr>
            <a:xfrm>
              <a:off x="4208325" y="1644500"/>
              <a:ext cx="4962825" cy="3516000"/>
            </a:xfrm>
            <a:custGeom>
              <a:rect b="b" l="l" r="r" t="t"/>
              <a:pathLst>
                <a:path extrusionOk="0" h="140640" w="198513">
                  <a:moveTo>
                    <a:pt x="31387" y="0"/>
                  </a:moveTo>
                  <a:lnTo>
                    <a:pt x="0" y="140640"/>
                  </a:lnTo>
                  <a:lnTo>
                    <a:pt x="198513" y="140640"/>
                  </a:lnTo>
                  <a:lnTo>
                    <a:pt x="198513" y="63700"/>
                  </a:lnTo>
                  <a:close/>
                </a:path>
              </a:pathLst>
            </a:custGeom>
            <a:gradFill>
              <a:gsLst>
                <a:gs pos="0">
                  <a:schemeClr val="accent2"/>
                </a:gs>
                <a:gs pos="21000">
                  <a:schemeClr val="lt2"/>
                </a:gs>
                <a:gs pos="51000">
                  <a:schemeClr val="accent1"/>
                </a:gs>
                <a:gs pos="79000">
                  <a:schemeClr val="accent1"/>
                </a:gs>
                <a:gs pos="91000">
                  <a:schemeClr val="accent3"/>
                </a:gs>
                <a:gs pos="100000">
                  <a:schemeClr val="accent4"/>
                </a:gs>
              </a:gsLst>
              <a:lin ang="5400012" scaled="0"/>
            </a:gradFill>
            <a:ln>
              <a:noFill/>
            </a:ln>
          </p:spPr>
        </p:sp>
        <p:sp>
          <p:nvSpPr>
            <p:cNvPr id="91" name="Google Shape;91;p14"/>
            <p:cNvSpPr/>
            <p:nvPr/>
          </p:nvSpPr>
          <p:spPr>
            <a:xfrm>
              <a:off x="3200875" y="1642950"/>
              <a:ext cx="1795975" cy="3517550"/>
            </a:xfrm>
            <a:custGeom>
              <a:rect b="b" l="l" r="r" t="t"/>
              <a:pathLst>
                <a:path extrusionOk="0" h="140702" w="71839">
                  <a:moveTo>
                    <a:pt x="71839" y="0"/>
                  </a:moveTo>
                  <a:lnTo>
                    <a:pt x="40808" y="140702"/>
                  </a:lnTo>
                  <a:lnTo>
                    <a:pt x="0" y="140702"/>
                  </a:lnTo>
                  <a:close/>
                </a:path>
              </a:pathLst>
            </a:custGeom>
            <a:solidFill>
              <a:schemeClr val="accent5"/>
            </a:solidFill>
            <a:ln>
              <a:noFill/>
            </a:ln>
          </p:spPr>
        </p:sp>
      </p:grpSp>
      <p:grpSp>
        <p:nvGrpSpPr>
          <p:cNvPr id="92" name="Google Shape;92;p14"/>
          <p:cNvGrpSpPr/>
          <p:nvPr/>
        </p:nvGrpSpPr>
        <p:grpSpPr>
          <a:xfrm flipH="1">
            <a:off x="6309311" y="3724968"/>
            <a:ext cx="2834695" cy="2520155"/>
            <a:chOff x="312900" y="2793625"/>
            <a:chExt cx="2221200" cy="1481050"/>
          </a:xfrm>
        </p:grpSpPr>
        <p:grpSp>
          <p:nvGrpSpPr>
            <p:cNvPr id="93" name="Google Shape;93;p14"/>
            <p:cNvGrpSpPr/>
            <p:nvPr/>
          </p:nvGrpSpPr>
          <p:grpSpPr>
            <a:xfrm>
              <a:off x="312900" y="2793625"/>
              <a:ext cx="1851000" cy="1481050"/>
              <a:chOff x="461225" y="3249175"/>
              <a:chExt cx="1851000" cy="1481050"/>
            </a:xfrm>
          </p:grpSpPr>
          <p:grpSp>
            <p:nvGrpSpPr>
              <p:cNvPr id="94" name="Google Shape;94;p14"/>
              <p:cNvGrpSpPr/>
              <p:nvPr/>
            </p:nvGrpSpPr>
            <p:grpSpPr>
              <a:xfrm>
                <a:off x="461225" y="3249175"/>
                <a:ext cx="1851000" cy="370200"/>
                <a:chOff x="461225" y="3249175"/>
                <a:chExt cx="1851000" cy="370200"/>
              </a:xfrm>
            </p:grpSpPr>
            <p:sp>
              <p:nvSpPr>
                <p:cNvPr id="95" name="Google Shape;95;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6" name="Google Shape;96;p14"/>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97" name="Google Shape;97;p14"/>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98" name="Google Shape;98;p14"/>
              <p:cNvGrpSpPr/>
              <p:nvPr/>
            </p:nvGrpSpPr>
            <p:grpSpPr>
              <a:xfrm>
                <a:off x="461225" y="3619500"/>
                <a:ext cx="1480800" cy="370200"/>
                <a:chOff x="461225" y="3249175"/>
                <a:chExt cx="1480800" cy="370200"/>
              </a:xfrm>
            </p:grpSpPr>
            <p:sp>
              <p:nvSpPr>
                <p:cNvPr id="99" name="Google Shape;99;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0" name="Google Shape;100;p14"/>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1" name="Google Shape;101;p14"/>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2" name="Google Shape;102;p14"/>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03" name="Google Shape;103;p14"/>
              <p:cNvGrpSpPr/>
              <p:nvPr/>
            </p:nvGrpSpPr>
            <p:grpSpPr>
              <a:xfrm>
                <a:off x="461225" y="3989700"/>
                <a:ext cx="1851000" cy="370200"/>
                <a:chOff x="461225" y="3249175"/>
                <a:chExt cx="1851000" cy="370200"/>
              </a:xfrm>
            </p:grpSpPr>
            <p:sp>
              <p:nvSpPr>
                <p:cNvPr id="104" name="Google Shape;104;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5" name="Google Shape;105;p14"/>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6" name="Google Shape;106;p14"/>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07" name="Google Shape;107;p14"/>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08" name="Google Shape;108;p14"/>
              <p:cNvGrpSpPr/>
              <p:nvPr/>
            </p:nvGrpSpPr>
            <p:grpSpPr>
              <a:xfrm>
                <a:off x="461225" y="4360025"/>
                <a:ext cx="1480800" cy="370200"/>
                <a:chOff x="461225" y="3249175"/>
                <a:chExt cx="1480800" cy="370200"/>
              </a:xfrm>
            </p:grpSpPr>
            <p:sp>
              <p:nvSpPr>
                <p:cNvPr id="109" name="Google Shape;109;p14"/>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10" name="Google Shape;110;p14"/>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111" name="Google Shape;111;p14"/>
            <p:cNvSpPr/>
            <p:nvPr/>
          </p:nvSpPr>
          <p:spPr>
            <a:xfrm>
              <a:off x="2163900" y="390358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112" name="Google Shape;112;p14"/>
          <p:cNvSpPr txBox="1"/>
          <p:nvPr>
            <p:ph type="title"/>
          </p:nvPr>
        </p:nvSpPr>
        <p:spPr>
          <a:xfrm>
            <a:off x="74600" y="3854733"/>
            <a:ext cx="5876700" cy="1920000"/>
          </a:xfrm>
          <a:prstGeom prst="rect">
            <a:avLst/>
          </a:prstGeom>
        </p:spPr>
        <p:txBody>
          <a:bodyPr anchorCtr="0" anchor="b" bIns="91425" lIns="91425" spcFirstLastPara="1" rIns="91425" wrap="square" tIns="91425">
            <a:noAutofit/>
          </a:bodyPr>
          <a:lstStyle>
            <a:lvl1pPr lvl="0">
              <a:lnSpc>
                <a:spcPct val="70000"/>
              </a:lnSpc>
              <a:spcBef>
                <a:spcPts val="0"/>
              </a:spcBef>
              <a:spcAft>
                <a:spcPts val="0"/>
              </a:spcAft>
              <a:buNone/>
              <a:defRPr sz="5500">
                <a:solidFill>
                  <a:schemeClr val="dk1"/>
                </a:solidFill>
              </a:defRPr>
            </a:lvl1pPr>
            <a:lvl2pPr lvl="1">
              <a:spcBef>
                <a:spcPts val="0"/>
              </a:spcBef>
              <a:spcAft>
                <a:spcPts val="0"/>
              </a:spcAft>
              <a:buClr>
                <a:schemeClr val="dk1"/>
              </a:buClr>
              <a:buSzPts val="5500"/>
              <a:buFont typeface="IBM Plex Sans"/>
              <a:buNone/>
              <a:defRPr sz="5500">
                <a:solidFill>
                  <a:schemeClr val="dk1"/>
                </a:solidFill>
              </a:defRPr>
            </a:lvl2pPr>
            <a:lvl3pPr lvl="2">
              <a:spcBef>
                <a:spcPts val="0"/>
              </a:spcBef>
              <a:spcAft>
                <a:spcPts val="0"/>
              </a:spcAft>
              <a:buClr>
                <a:schemeClr val="dk1"/>
              </a:buClr>
              <a:buSzPts val="5500"/>
              <a:buFont typeface="IBM Plex Sans"/>
              <a:buNone/>
              <a:defRPr sz="5500">
                <a:solidFill>
                  <a:schemeClr val="dk1"/>
                </a:solidFill>
              </a:defRPr>
            </a:lvl3pPr>
            <a:lvl4pPr lvl="3">
              <a:spcBef>
                <a:spcPts val="0"/>
              </a:spcBef>
              <a:spcAft>
                <a:spcPts val="0"/>
              </a:spcAft>
              <a:buClr>
                <a:schemeClr val="dk1"/>
              </a:buClr>
              <a:buSzPts val="5500"/>
              <a:buFont typeface="IBM Plex Sans"/>
              <a:buNone/>
              <a:defRPr sz="5500">
                <a:solidFill>
                  <a:schemeClr val="dk1"/>
                </a:solidFill>
              </a:defRPr>
            </a:lvl4pPr>
            <a:lvl5pPr lvl="4">
              <a:spcBef>
                <a:spcPts val="0"/>
              </a:spcBef>
              <a:spcAft>
                <a:spcPts val="0"/>
              </a:spcAft>
              <a:buClr>
                <a:schemeClr val="dk1"/>
              </a:buClr>
              <a:buSzPts val="5500"/>
              <a:buFont typeface="IBM Plex Sans"/>
              <a:buNone/>
              <a:defRPr sz="5500">
                <a:solidFill>
                  <a:schemeClr val="dk1"/>
                </a:solidFill>
              </a:defRPr>
            </a:lvl5pPr>
            <a:lvl6pPr lvl="5">
              <a:spcBef>
                <a:spcPts val="0"/>
              </a:spcBef>
              <a:spcAft>
                <a:spcPts val="0"/>
              </a:spcAft>
              <a:buClr>
                <a:schemeClr val="dk1"/>
              </a:buClr>
              <a:buSzPts val="5500"/>
              <a:buFont typeface="IBM Plex Sans"/>
              <a:buNone/>
              <a:defRPr sz="5500">
                <a:solidFill>
                  <a:schemeClr val="dk1"/>
                </a:solidFill>
              </a:defRPr>
            </a:lvl6pPr>
            <a:lvl7pPr lvl="6">
              <a:spcBef>
                <a:spcPts val="0"/>
              </a:spcBef>
              <a:spcAft>
                <a:spcPts val="0"/>
              </a:spcAft>
              <a:buClr>
                <a:schemeClr val="dk1"/>
              </a:buClr>
              <a:buSzPts val="5500"/>
              <a:buFont typeface="IBM Plex Sans"/>
              <a:buNone/>
              <a:defRPr sz="5500">
                <a:solidFill>
                  <a:schemeClr val="dk1"/>
                </a:solidFill>
              </a:defRPr>
            </a:lvl7pPr>
            <a:lvl8pPr lvl="7">
              <a:spcBef>
                <a:spcPts val="0"/>
              </a:spcBef>
              <a:spcAft>
                <a:spcPts val="0"/>
              </a:spcAft>
              <a:buClr>
                <a:schemeClr val="dk1"/>
              </a:buClr>
              <a:buSzPts val="5500"/>
              <a:buFont typeface="IBM Plex Sans"/>
              <a:buNone/>
              <a:defRPr sz="5500">
                <a:solidFill>
                  <a:schemeClr val="dk1"/>
                </a:solidFill>
              </a:defRPr>
            </a:lvl8pPr>
            <a:lvl9pPr lvl="8">
              <a:spcBef>
                <a:spcPts val="0"/>
              </a:spcBef>
              <a:spcAft>
                <a:spcPts val="0"/>
              </a:spcAft>
              <a:buClr>
                <a:schemeClr val="dk1"/>
              </a:buClr>
              <a:buSzPts val="5500"/>
              <a:buFont typeface="IBM Plex Sans"/>
              <a:buNone/>
              <a:defRPr sz="5500">
                <a:solidFill>
                  <a:schemeClr val="dk1"/>
                </a:solidFill>
              </a:defRPr>
            </a:lvl9pPr>
          </a:lstStyle>
          <a:p/>
        </p:txBody>
      </p:sp>
      <p:pic>
        <p:nvPicPr>
          <p:cNvPr id="113" name="Google Shape;113;p14"/>
          <p:cNvPicPr preferRelativeResize="0"/>
          <p:nvPr/>
        </p:nvPicPr>
        <p:blipFill>
          <a:blip r:embed="rId2">
            <a:alphaModFix/>
          </a:blip>
          <a:stretch>
            <a:fillRect/>
          </a:stretch>
        </p:blipFill>
        <p:spPr>
          <a:xfrm>
            <a:off x="167500" y="225250"/>
            <a:ext cx="3429000" cy="28575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1">
  <p:cSld name="BLANK_1_1_3">
    <p:spTree>
      <p:nvGrpSpPr>
        <p:cNvPr id="114" name="Shape 114"/>
        <p:cNvGrpSpPr/>
        <p:nvPr/>
      </p:nvGrpSpPr>
      <p:grpSpPr>
        <a:xfrm>
          <a:off x="0" y="0"/>
          <a:ext cx="0" cy="0"/>
          <a:chOff x="0" y="0"/>
          <a:chExt cx="0" cy="0"/>
        </a:xfrm>
      </p:grpSpPr>
      <p:grpSp>
        <p:nvGrpSpPr>
          <p:cNvPr id="115" name="Google Shape;115;p15"/>
          <p:cNvGrpSpPr/>
          <p:nvPr/>
        </p:nvGrpSpPr>
        <p:grpSpPr>
          <a:xfrm flipH="1">
            <a:off x="6169505" y="3754998"/>
            <a:ext cx="2979740" cy="2649154"/>
            <a:chOff x="312900" y="2793625"/>
            <a:chExt cx="2221200" cy="1481050"/>
          </a:xfrm>
        </p:grpSpPr>
        <p:grpSp>
          <p:nvGrpSpPr>
            <p:cNvPr id="116" name="Google Shape;116;p15"/>
            <p:cNvGrpSpPr/>
            <p:nvPr/>
          </p:nvGrpSpPr>
          <p:grpSpPr>
            <a:xfrm>
              <a:off x="312900" y="2793625"/>
              <a:ext cx="1851000" cy="1481050"/>
              <a:chOff x="461225" y="3249175"/>
              <a:chExt cx="1851000" cy="1481050"/>
            </a:xfrm>
          </p:grpSpPr>
          <p:grpSp>
            <p:nvGrpSpPr>
              <p:cNvPr id="117" name="Google Shape;117;p15"/>
              <p:cNvGrpSpPr/>
              <p:nvPr/>
            </p:nvGrpSpPr>
            <p:grpSpPr>
              <a:xfrm>
                <a:off x="461225" y="3249175"/>
                <a:ext cx="1851000" cy="370200"/>
                <a:chOff x="461225" y="3249175"/>
                <a:chExt cx="1851000" cy="370200"/>
              </a:xfrm>
            </p:grpSpPr>
            <p:sp>
              <p:nvSpPr>
                <p:cNvPr id="118" name="Google Shape;118;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19" name="Google Shape;119;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0" name="Google Shape;120;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1" name="Google Shape;121;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2" name="Google Shape;122;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23" name="Google Shape;123;p15"/>
              <p:cNvGrpSpPr/>
              <p:nvPr/>
            </p:nvGrpSpPr>
            <p:grpSpPr>
              <a:xfrm>
                <a:off x="461225" y="3619500"/>
                <a:ext cx="1851000" cy="370200"/>
                <a:chOff x="461225" y="3249175"/>
                <a:chExt cx="1851000" cy="370200"/>
              </a:xfrm>
            </p:grpSpPr>
            <p:sp>
              <p:nvSpPr>
                <p:cNvPr id="124" name="Google Shape;124;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5" name="Google Shape;125;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6" name="Google Shape;126;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7" name="Google Shape;127;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28" name="Google Shape;128;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29" name="Google Shape;129;p15"/>
              <p:cNvGrpSpPr/>
              <p:nvPr/>
            </p:nvGrpSpPr>
            <p:grpSpPr>
              <a:xfrm>
                <a:off x="461225" y="3989700"/>
                <a:ext cx="1851000" cy="370200"/>
                <a:chOff x="461225" y="3249175"/>
                <a:chExt cx="1851000" cy="370200"/>
              </a:xfrm>
            </p:grpSpPr>
            <p:sp>
              <p:nvSpPr>
                <p:cNvPr id="130" name="Google Shape;130;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1" name="Google Shape;131;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2" name="Google Shape;132;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3" name="Google Shape;133;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4" name="Google Shape;134;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35" name="Google Shape;135;p15"/>
              <p:cNvGrpSpPr/>
              <p:nvPr/>
            </p:nvGrpSpPr>
            <p:grpSpPr>
              <a:xfrm>
                <a:off x="461225" y="4360025"/>
                <a:ext cx="1851000" cy="370200"/>
                <a:chOff x="461225" y="3249175"/>
                <a:chExt cx="1851000" cy="370200"/>
              </a:xfrm>
            </p:grpSpPr>
            <p:sp>
              <p:nvSpPr>
                <p:cNvPr id="136" name="Google Shape;136;p1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7" name="Google Shape;137;p1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8" name="Google Shape;138;p1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39" name="Google Shape;139;p1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0" name="Google Shape;140;p1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141" name="Google Shape;141;p15"/>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142" name="Google Shape;142;p15"/>
          <p:cNvSpPr/>
          <p:nvPr/>
        </p:nvSpPr>
        <p:spPr>
          <a:xfrm flipH="1">
            <a:off x="12" y="4410937"/>
            <a:ext cx="9143963" cy="2447087"/>
          </a:xfrm>
          <a:custGeom>
            <a:rect b="b" l="l" r="r" t="t"/>
            <a:pathLst>
              <a:path extrusionOk="0" h="29205" w="61561">
                <a:moveTo>
                  <a:pt x="61560" y="1"/>
                </a:moveTo>
                <a:lnTo>
                  <a:pt x="60172" y="120"/>
                </a:lnTo>
                <a:lnTo>
                  <a:pt x="58745" y="258"/>
                </a:lnTo>
                <a:lnTo>
                  <a:pt x="57318" y="417"/>
                </a:lnTo>
                <a:lnTo>
                  <a:pt x="55870" y="595"/>
                </a:lnTo>
                <a:lnTo>
                  <a:pt x="54403" y="814"/>
                </a:lnTo>
                <a:lnTo>
                  <a:pt x="52936" y="1051"/>
                </a:lnTo>
                <a:lnTo>
                  <a:pt x="51429" y="1309"/>
                </a:lnTo>
                <a:lnTo>
                  <a:pt x="49942" y="1587"/>
                </a:lnTo>
                <a:lnTo>
                  <a:pt x="48436" y="1884"/>
                </a:lnTo>
                <a:lnTo>
                  <a:pt x="46909" y="2221"/>
                </a:lnTo>
                <a:lnTo>
                  <a:pt x="45382" y="2578"/>
                </a:lnTo>
                <a:lnTo>
                  <a:pt x="43836" y="2955"/>
                </a:lnTo>
                <a:lnTo>
                  <a:pt x="42309" y="3351"/>
                </a:lnTo>
                <a:lnTo>
                  <a:pt x="40763" y="3787"/>
                </a:lnTo>
                <a:lnTo>
                  <a:pt x="39217" y="4224"/>
                </a:lnTo>
                <a:lnTo>
                  <a:pt x="37670" y="4699"/>
                </a:lnTo>
                <a:lnTo>
                  <a:pt x="35866" y="5274"/>
                </a:lnTo>
                <a:lnTo>
                  <a:pt x="34082" y="5869"/>
                </a:lnTo>
                <a:lnTo>
                  <a:pt x="32337" y="6484"/>
                </a:lnTo>
                <a:lnTo>
                  <a:pt x="30592" y="7118"/>
                </a:lnTo>
                <a:lnTo>
                  <a:pt x="28887" y="7792"/>
                </a:lnTo>
                <a:lnTo>
                  <a:pt x="27222" y="8466"/>
                </a:lnTo>
                <a:lnTo>
                  <a:pt x="25557" y="9160"/>
                </a:lnTo>
                <a:lnTo>
                  <a:pt x="23951" y="9894"/>
                </a:lnTo>
                <a:lnTo>
                  <a:pt x="22365" y="10627"/>
                </a:lnTo>
                <a:lnTo>
                  <a:pt x="20818" y="11381"/>
                </a:lnTo>
                <a:lnTo>
                  <a:pt x="19292" y="12154"/>
                </a:lnTo>
                <a:lnTo>
                  <a:pt x="17824" y="12927"/>
                </a:lnTo>
                <a:lnTo>
                  <a:pt x="16377" y="13740"/>
                </a:lnTo>
                <a:lnTo>
                  <a:pt x="14989" y="14553"/>
                </a:lnTo>
                <a:lnTo>
                  <a:pt x="13621" y="15386"/>
                </a:lnTo>
                <a:lnTo>
                  <a:pt x="12313" y="16218"/>
                </a:lnTo>
                <a:lnTo>
                  <a:pt x="11084" y="17051"/>
                </a:lnTo>
                <a:lnTo>
                  <a:pt x="9914" y="17884"/>
                </a:lnTo>
                <a:lnTo>
                  <a:pt x="8804" y="18716"/>
                </a:lnTo>
                <a:lnTo>
                  <a:pt x="7753" y="19549"/>
                </a:lnTo>
                <a:lnTo>
                  <a:pt x="6762" y="20382"/>
                </a:lnTo>
                <a:lnTo>
                  <a:pt x="5810" y="21214"/>
                </a:lnTo>
                <a:lnTo>
                  <a:pt x="4938" y="22027"/>
                </a:lnTo>
                <a:lnTo>
                  <a:pt x="4125" y="22860"/>
                </a:lnTo>
                <a:lnTo>
                  <a:pt x="3371" y="23693"/>
                </a:lnTo>
                <a:lnTo>
                  <a:pt x="2697" y="24505"/>
                </a:lnTo>
                <a:lnTo>
                  <a:pt x="2380" y="24902"/>
                </a:lnTo>
                <a:lnTo>
                  <a:pt x="2063" y="25298"/>
                </a:lnTo>
                <a:lnTo>
                  <a:pt x="1785" y="25715"/>
                </a:lnTo>
                <a:lnTo>
                  <a:pt x="1528" y="26111"/>
                </a:lnTo>
                <a:lnTo>
                  <a:pt x="1270" y="26508"/>
                </a:lnTo>
                <a:lnTo>
                  <a:pt x="1032" y="26904"/>
                </a:lnTo>
                <a:lnTo>
                  <a:pt x="814" y="27281"/>
                </a:lnTo>
                <a:lnTo>
                  <a:pt x="616" y="27678"/>
                </a:lnTo>
                <a:lnTo>
                  <a:pt x="437" y="28054"/>
                </a:lnTo>
                <a:lnTo>
                  <a:pt x="279" y="28451"/>
                </a:lnTo>
                <a:lnTo>
                  <a:pt x="120" y="28827"/>
                </a:lnTo>
                <a:lnTo>
                  <a:pt x="1" y="29204"/>
                </a:lnTo>
                <a:lnTo>
                  <a:pt x="61560" y="29204"/>
                </a:lnTo>
                <a:lnTo>
                  <a:pt x="6156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143" name="Google Shape;143;p15"/>
          <p:cNvSpPr/>
          <p:nvPr/>
        </p:nvSpPr>
        <p:spPr>
          <a:xfrm>
            <a:off x="11" y="3481996"/>
            <a:ext cx="725708" cy="1931086"/>
          </a:xfrm>
          <a:custGeom>
            <a:rect b="b" l="l" r="r" t="t"/>
            <a:pathLst>
              <a:path extrusionOk="0" h="50476" w="25297">
                <a:moveTo>
                  <a:pt x="1" y="1"/>
                </a:moveTo>
                <a:lnTo>
                  <a:pt x="1" y="50475"/>
                </a:lnTo>
                <a:lnTo>
                  <a:pt x="2694" y="50358"/>
                </a:lnTo>
                <a:lnTo>
                  <a:pt x="5154" y="50007"/>
                </a:lnTo>
                <a:lnTo>
                  <a:pt x="7613" y="49304"/>
                </a:lnTo>
                <a:lnTo>
                  <a:pt x="9838" y="48484"/>
                </a:lnTo>
                <a:lnTo>
                  <a:pt x="12063" y="47430"/>
                </a:lnTo>
                <a:lnTo>
                  <a:pt x="14171" y="46142"/>
                </a:lnTo>
                <a:lnTo>
                  <a:pt x="16162" y="44737"/>
                </a:lnTo>
                <a:lnTo>
                  <a:pt x="17919" y="43097"/>
                </a:lnTo>
                <a:lnTo>
                  <a:pt x="19558" y="41341"/>
                </a:lnTo>
                <a:lnTo>
                  <a:pt x="20964" y="39350"/>
                </a:lnTo>
                <a:lnTo>
                  <a:pt x="22252" y="37242"/>
                </a:lnTo>
                <a:lnTo>
                  <a:pt x="23306" y="35017"/>
                </a:lnTo>
                <a:lnTo>
                  <a:pt x="24126" y="32792"/>
                </a:lnTo>
                <a:lnTo>
                  <a:pt x="24828" y="30332"/>
                </a:lnTo>
                <a:lnTo>
                  <a:pt x="25180" y="27873"/>
                </a:lnTo>
                <a:lnTo>
                  <a:pt x="25297" y="25296"/>
                </a:lnTo>
                <a:lnTo>
                  <a:pt x="25180" y="22720"/>
                </a:lnTo>
                <a:lnTo>
                  <a:pt x="24828" y="20144"/>
                </a:lnTo>
                <a:lnTo>
                  <a:pt x="24126" y="17801"/>
                </a:lnTo>
                <a:lnTo>
                  <a:pt x="23306" y="15459"/>
                </a:lnTo>
                <a:lnTo>
                  <a:pt x="22252" y="13234"/>
                </a:lnTo>
                <a:lnTo>
                  <a:pt x="20964" y="11126"/>
                </a:lnTo>
                <a:lnTo>
                  <a:pt x="19558" y="9252"/>
                </a:lnTo>
                <a:lnTo>
                  <a:pt x="17919" y="7379"/>
                </a:lnTo>
                <a:lnTo>
                  <a:pt x="16162" y="5739"/>
                </a:lnTo>
                <a:lnTo>
                  <a:pt x="14171" y="4334"/>
                </a:lnTo>
                <a:lnTo>
                  <a:pt x="12063" y="3046"/>
                </a:lnTo>
                <a:lnTo>
                  <a:pt x="9838" y="1992"/>
                </a:lnTo>
                <a:lnTo>
                  <a:pt x="7613" y="1172"/>
                </a:lnTo>
                <a:lnTo>
                  <a:pt x="5154" y="586"/>
                </a:lnTo>
                <a:lnTo>
                  <a:pt x="2694" y="118"/>
                </a:lnTo>
                <a:lnTo>
                  <a:pt x="1" y="1"/>
                </a:lnTo>
                <a:close/>
              </a:path>
            </a:pathLst>
          </a:custGeom>
          <a:gradFill>
            <a:gsLst>
              <a:gs pos="0">
                <a:schemeClr val="accent3"/>
              </a:gs>
              <a:gs pos="56000">
                <a:schemeClr val="accent1"/>
              </a:gs>
              <a:gs pos="100000">
                <a:schemeClr val="accent1"/>
              </a:gs>
            </a:gsLst>
            <a:lin ang="13500032"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4" name="Google Shape;144;p15"/>
          <p:cNvSpPr/>
          <p:nvPr/>
        </p:nvSpPr>
        <p:spPr>
          <a:xfrm flipH="1">
            <a:off x="3311207" y="3456741"/>
            <a:ext cx="1486200" cy="1981500"/>
          </a:xfrm>
          <a:prstGeom prst="ellipse">
            <a:avLst/>
          </a:prstGeom>
          <a:gradFill>
            <a:gsLst>
              <a:gs pos="0">
                <a:schemeClr val="accent3"/>
              </a:gs>
              <a:gs pos="56000">
                <a:schemeClr val="accent1"/>
              </a:gs>
              <a:gs pos="100000">
                <a:schemeClr val="accent1"/>
              </a:gs>
            </a:gsLst>
            <a:lin ang="13500032"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5" name="Google Shape;145;p15"/>
          <p:cNvSpPr/>
          <p:nvPr/>
        </p:nvSpPr>
        <p:spPr>
          <a:xfrm flipH="1" rot="-5400000">
            <a:off x="1052079" y="3704409"/>
            <a:ext cx="1981500" cy="1486200"/>
          </a:xfrm>
          <a:prstGeom prst="ellipse">
            <a:avLst/>
          </a:prstGeom>
          <a:gradFill>
            <a:gsLst>
              <a:gs pos="0">
                <a:schemeClr val="accent3"/>
              </a:gs>
              <a:gs pos="35000">
                <a:schemeClr val="accent3"/>
              </a:gs>
              <a:gs pos="100000">
                <a:schemeClr val="accent1"/>
              </a:gs>
            </a:gsLst>
            <a:lin ang="8099331"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46" name="Google Shape;146;p15"/>
          <p:cNvSpPr txBox="1"/>
          <p:nvPr>
            <p:ph type="title"/>
          </p:nvPr>
        </p:nvSpPr>
        <p:spPr>
          <a:xfrm>
            <a:off x="115025" y="670367"/>
            <a:ext cx="4183800" cy="783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147" name="Google Shape;147;p15"/>
          <p:cNvSpPr txBox="1"/>
          <p:nvPr>
            <p:ph idx="2"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148" name="Google Shape;148;p15"/>
          <p:cNvSpPr txBox="1"/>
          <p:nvPr>
            <p:ph idx="1" type="body"/>
          </p:nvPr>
        </p:nvSpPr>
        <p:spPr>
          <a:xfrm>
            <a:off x="3511550" y="782867"/>
            <a:ext cx="4371600" cy="3368400"/>
          </a:xfrm>
          <a:prstGeom prst="rect">
            <a:avLst/>
          </a:prstGeom>
        </p:spPr>
        <p:txBody>
          <a:bodyPr anchorCtr="0" anchor="t" bIns="91425" lIns="91425" spcFirstLastPara="1" rIns="91425" wrap="square" tIns="91425">
            <a:noAutofit/>
          </a:bodyPr>
          <a:lstStyle>
            <a:lvl1pPr indent="-292100" lvl="0" marL="457200">
              <a:lnSpc>
                <a:spcPct val="115000"/>
              </a:lnSpc>
              <a:spcBef>
                <a:spcPts val="0"/>
              </a:spcBef>
              <a:spcAft>
                <a:spcPts val="0"/>
              </a:spcAft>
              <a:buClr>
                <a:schemeClr val="lt1"/>
              </a:buClr>
              <a:buSzPts val="1000"/>
              <a:buFont typeface="Sora"/>
              <a:buChar char="●"/>
              <a:defRPr sz="1000"/>
            </a:lvl1pPr>
            <a:lvl2pPr indent="-292100" lvl="1" marL="914400">
              <a:lnSpc>
                <a:spcPct val="115000"/>
              </a:lnSpc>
              <a:spcBef>
                <a:spcPts val="800"/>
              </a:spcBef>
              <a:spcAft>
                <a:spcPts val="0"/>
              </a:spcAft>
              <a:buClr>
                <a:schemeClr val="lt1"/>
              </a:buClr>
              <a:buSzPts val="1000"/>
              <a:buFont typeface="Sora"/>
              <a:buChar char="○"/>
              <a:defRPr sz="1000"/>
            </a:lvl2pPr>
            <a:lvl3pPr indent="-292100" lvl="2" marL="1371600">
              <a:lnSpc>
                <a:spcPct val="115000"/>
              </a:lnSpc>
              <a:spcBef>
                <a:spcPts val="800"/>
              </a:spcBef>
              <a:spcAft>
                <a:spcPts val="0"/>
              </a:spcAft>
              <a:buClr>
                <a:schemeClr val="lt1"/>
              </a:buClr>
              <a:buSzPts val="1000"/>
              <a:buFont typeface="Sora"/>
              <a:buChar char="■"/>
              <a:defRPr sz="1000"/>
            </a:lvl3pPr>
            <a:lvl4pPr indent="-292100" lvl="3" marL="1828800">
              <a:lnSpc>
                <a:spcPct val="115000"/>
              </a:lnSpc>
              <a:spcBef>
                <a:spcPts val="800"/>
              </a:spcBef>
              <a:spcAft>
                <a:spcPts val="0"/>
              </a:spcAft>
              <a:buClr>
                <a:schemeClr val="lt1"/>
              </a:buClr>
              <a:buSzPts val="1000"/>
              <a:buFont typeface="Sora"/>
              <a:buChar char="●"/>
              <a:defRPr sz="1000"/>
            </a:lvl4pPr>
            <a:lvl5pPr indent="-292100" lvl="4" marL="2286000">
              <a:lnSpc>
                <a:spcPct val="115000"/>
              </a:lnSpc>
              <a:spcBef>
                <a:spcPts val="800"/>
              </a:spcBef>
              <a:spcAft>
                <a:spcPts val="0"/>
              </a:spcAft>
              <a:buClr>
                <a:schemeClr val="lt1"/>
              </a:buClr>
              <a:buSzPts val="1000"/>
              <a:buFont typeface="Sora"/>
              <a:buChar char="○"/>
              <a:defRPr sz="1000"/>
            </a:lvl5pPr>
            <a:lvl6pPr indent="-292100" lvl="5" marL="2743200">
              <a:lnSpc>
                <a:spcPct val="115000"/>
              </a:lnSpc>
              <a:spcBef>
                <a:spcPts val="800"/>
              </a:spcBef>
              <a:spcAft>
                <a:spcPts val="0"/>
              </a:spcAft>
              <a:buClr>
                <a:schemeClr val="lt1"/>
              </a:buClr>
              <a:buSzPts val="1000"/>
              <a:buFont typeface="Sora"/>
              <a:buChar char="■"/>
              <a:defRPr sz="1000"/>
            </a:lvl6pPr>
            <a:lvl7pPr indent="-292100" lvl="6" marL="3200400">
              <a:lnSpc>
                <a:spcPct val="115000"/>
              </a:lnSpc>
              <a:spcBef>
                <a:spcPts val="800"/>
              </a:spcBef>
              <a:spcAft>
                <a:spcPts val="0"/>
              </a:spcAft>
              <a:buClr>
                <a:schemeClr val="lt1"/>
              </a:buClr>
              <a:buSzPts val="1000"/>
              <a:buFont typeface="Sora"/>
              <a:buChar char="●"/>
              <a:defRPr sz="1000"/>
            </a:lvl7pPr>
            <a:lvl8pPr indent="-292100" lvl="7" marL="3657600">
              <a:lnSpc>
                <a:spcPct val="115000"/>
              </a:lnSpc>
              <a:spcBef>
                <a:spcPts val="800"/>
              </a:spcBef>
              <a:spcAft>
                <a:spcPts val="0"/>
              </a:spcAft>
              <a:buClr>
                <a:schemeClr val="lt1"/>
              </a:buClr>
              <a:buSzPts val="1000"/>
              <a:buFont typeface="Sora"/>
              <a:buChar char="○"/>
              <a:defRPr sz="1000"/>
            </a:lvl8pPr>
            <a:lvl9pPr indent="-292100" lvl="8" marL="4114800">
              <a:lnSpc>
                <a:spcPct val="115000"/>
              </a:lnSpc>
              <a:spcBef>
                <a:spcPts val="800"/>
              </a:spcBef>
              <a:spcAft>
                <a:spcPts val="800"/>
              </a:spcAft>
              <a:buClr>
                <a:schemeClr val="lt1"/>
              </a:buClr>
              <a:buSzPts val="1000"/>
              <a:buFont typeface="Sora"/>
              <a:buChar char="■"/>
              <a:defRPr sz="1000"/>
            </a:lvl9pPr>
          </a:lstStyle>
          <a:p/>
        </p:txBody>
      </p:sp>
      <p:sp>
        <p:nvSpPr>
          <p:cNvPr id="149" name="Google Shape;149;p15"/>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
  <p:cSld name="BLANK_1_1_2">
    <p:spTree>
      <p:nvGrpSpPr>
        <p:cNvPr id="150" name="Shape 150"/>
        <p:cNvGrpSpPr/>
        <p:nvPr/>
      </p:nvGrpSpPr>
      <p:grpSpPr>
        <a:xfrm>
          <a:off x="0" y="0"/>
          <a:ext cx="0" cy="0"/>
          <a:chOff x="0" y="0"/>
          <a:chExt cx="0" cy="0"/>
        </a:xfrm>
      </p:grpSpPr>
      <p:grpSp>
        <p:nvGrpSpPr>
          <p:cNvPr id="151" name="Google Shape;151;p16"/>
          <p:cNvGrpSpPr/>
          <p:nvPr/>
        </p:nvGrpSpPr>
        <p:grpSpPr>
          <a:xfrm flipH="1">
            <a:off x="6169505" y="305132"/>
            <a:ext cx="2979740" cy="2649154"/>
            <a:chOff x="312900" y="2793625"/>
            <a:chExt cx="2221200" cy="1481050"/>
          </a:xfrm>
        </p:grpSpPr>
        <p:grpSp>
          <p:nvGrpSpPr>
            <p:cNvPr id="152" name="Google Shape;152;p16"/>
            <p:cNvGrpSpPr/>
            <p:nvPr/>
          </p:nvGrpSpPr>
          <p:grpSpPr>
            <a:xfrm>
              <a:off x="312900" y="2793625"/>
              <a:ext cx="1851000" cy="1481050"/>
              <a:chOff x="461225" y="3249175"/>
              <a:chExt cx="1851000" cy="1481050"/>
            </a:xfrm>
          </p:grpSpPr>
          <p:grpSp>
            <p:nvGrpSpPr>
              <p:cNvPr id="153" name="Google Shape;153;p16"/>
              <p:cNvGrpSpPr/>
              <p:nvPr/>
            </p:nvGrpSpPr>
            <p:grpSpPr>
              <a:xfrm>
                <a:off x="461225" y="3249175"/>
                <a:ext cx="1851000" cy="370200"/>
                <a:chOff x="461225" y="3249175"/>
                <a:chExt cx="1851000" cy="370200"/>
              </a:xfrm>
            </p:grpSpPr>
            <p:sp>
              <p:nvSpPr>
                <p:cNvPr id="154" name="Google Shape;154;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55" name="Google Shape;155;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56" name="Google Shape;156;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57" name="Google Shape;157;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58" name="Google Shape;158;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59" name="Google Shape;159;p16"/>
              <p:cNvGrpSpPr/>
              <p:nvPr/>
            </p:nvGrpSpPr>
            <p:grpSpPr>
              <a:xfrm>
                <a:off x="461225" y="3619500"/>
                <a:ext cx="1851000" cy="370200"/>
                <a:chOff x="461225" y="3249175"/>
                <a:chExt cx="1851000" cy="370200"/>
              </a:xfrm>
            </p:grpSpPr>
            <p:sp>
              <p:nvSpPr>
                <p:cNvPr id="160" name="Google Shape;160;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1" name="Google Shape;161;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2" name="Google Shape;162;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3" name="Google Shape;163;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4" name="Google Shape;164;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65" name="Google Shape;165;p16"/>
              <p:cNvGrpSpPr/>
              <p:nvPr/>
            </p:nvGrpSpPr>
            <p:grpSpPr>
              <a:xfrm>
                <a:off x="461225" y="3989700"/>
                <a:ext cx="1851000" cy="370200"/>
                <a:chOff x="461225" y="3249175"/>
                <a:chExt cx="1851000" cy="370200"/>
              </a:xfrm>
            </p:grpSpPr>
            <p:sp>
              <p:nvSpPr>
                <p:cNvPr id="166" name="Google Shape;166;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7" name="Google Shape;167;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8" name="Google Shape;168;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69" name="Google Shape;169;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0" name="Google Shape;170;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71" name="Google Shape;171;p16"/>
              <p:cNvGrpSpPr/>
              <p:nvPr/>
            </p:nvGrpSpPr>
            <p:grpSpPr>
              <a:xfrm>
                <a:off x="461225" y="4360025"/>
                <a:ext cx="1851000" cy="370200"/>
                <a:chOff x="461225" y="3249175"/>
                <a:chExt cx="1851000" cy="370200"/>
              </a:xfrm>
            </p:grpSpPr>
            <p:sp>
              <p:nvSpPr>
                <p:cNvPr id="172" name="Google Shape;172;p1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3" name="Google Shape;173;p1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4" name="Google Shape;174;p1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5" name="Google Shape;175;p16"/>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76" name="Google Shape;176;p16"/>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177" name="Google Shape;177;p16"/>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178" name="Google Shape;178;p16"/>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179" name="Google Shape;179;p16"/>
          <p:cNvSpPr/>
          <p:nvPr/>
        </p:nvSpPr>
        <p:spPr>
          <a:xfrm flipH="1">
            <a:off x="8423546" y="4116396"/>
            <a:ext cx="725708" cy="1931086"/>
          </a:xfrm>
          <a:custGeom>
            <a:rect b="b" l="l" r="r" t="t"/>
            <a:pathLst>
              <a:path extrusionOk="0" h="50476" w="25297">
                <a:moveTo>
                  <a:pt x="1" y="1"/>
                </a:moveTo>
                <a:lnTo>
                  <a:pt x="1" y="50475"/>
                </a:lnTo>
                <a:lnTo>
                  <a:pt x="2694" y="50358"/>
                </a:lnTo>
                <a:lnTo>
                  <a:pt x="5154" y="50007"/>
                </a:lnTo>
                <a:lnTo>
                  <a:pt x="7613" y="49304"/>
                </a:lnTo>
                <a:lnTo>
                  <a:pt x="9838" y="48484"/>
                </a:lnTo>
                <a:lnTo>
                  <a:pt x="12063" y="47430"/>
                </a:lnTo>
                <a:lnTo>
                  <a:pt x="14171" y="46142"/>
                </a:lnTo>
                <a:lnTo>
                  <a:pt x="16162" y="44737"/>
                </a:lnTo>
                <a:lnTo>
                  <a:pt x="17919" y="43097"/>
                </a:lnTo>
                <a:lnTo>
                  <a:pt x="19558" y="41341"/>
                </a:lnTo>
                <a:lnTo>
                  <a:pt x="20964" y="39350"/>
                </a:lnTo>
                <a:lnTo>
                  <a:pt x="22252" y="37242"/>
                </a:lnTo>
                <a:lnTo>
                  <a:pt x="23306" y="35017"/>
                </a:lnTo>
                <a:lnTo>
                  <a:pt x="24126" y="32792"/>
                </a:lnTo>
                <a:lnTo>
                  <a:pt x="24828" y="30332"/>
                </a:lnTo>
                <a:lnTo>
                  <a:pt x="25180" y="27873"/>
                </a:lnTo>
                <a:lnTo>
                  <a:pt x="25297" y="25296"/>
                </a:lnTo>
                <a:lnTo>
                  <a:pt x="25180" y="22720"/>
                </a:lnTo>
                <a:lnTo>
                  <a:pt x="24828" y="20144"/>
                </a:lnTo>
                <a:lnTo>
                  <a:pt x="24126" y="17801"/>
                </a:lnTo>
                <a:lnTo>
                  <a:pt x="23306" y="15459"/>
                </a:lnTo>
                <a:lnTo>
                  <a:pt x="22252" y="13234"/>
                </a:lnTo>
                <a:lnTo>
                  <a:pt x="20964" y="11126"/>
                </a:lnTo>
                <a:lnTo>
                  <a:pt x="19558" y="9252"/>
                </a:lnTo>
                <a:lnTo>
                  <a:pt x="17919" y="7379"/>
                </a:lnTo>
                <a:lnTo>
                  <a:pt x="16162" y="5739"/>
                </a:lnTo>
                <a:lnTo>
                  <a:pt x="14171" y="4334"/>
                </a:lnTo>
                <a:lnTo>
                  <a:pt x="12063" y="3046"/>
                </a:lnTo>
                <a:lnTo>
                  <a:pt x="9838" y="1992"/>
                </a:lnTo>
                <a:lnTo>
                  <a:pt x="7613" y="1172"/>
                </a:lnTo>
                <a:lnTo>
                  <a:pt x="5154" y="586"/>
                </a:lnTo>
                <a:lnTo>
                  <a:pt x="2694" y="118"/>
                </a:lnTo>
                <a:lnTo>
                  <a:pt x="1" y="1"/>
                </a:lnTo>
                <a:close/>
              </a:path>
            </a:pathLst>
          </a:custGeom>
          <a:gradFill>
            <a:gsLst>
              <a:gs pos="0">
                <a:schemeClr val="accent3"/>
              </a:gs>
              <a:gs pos="56000">
                <a:schemeClr val="accent1"/>
              </a:gs>
              <a:gs pos="100000">
                <a:schemeClr val="accent1"/>
              </a:gs>
            </a:gsLst>
            <a:lin ang="13500032" scaled="0"/>
          </a:gradFill>
          <a:ln>
            <a:noFill/>
          </a:ln>
          <a:effectLst>
            <a:outerShdw blurRad="485775" rotWithShape="0" algn="bl" dir="7800000" dist="76200">
              <a:schemeClr val="accent1">
                <a:alpha val="27000"/>
              </a:scheme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80" name="Google Shape;180;p16"/>
          <p:cNvSpPr/>
          <p:nvPr/>
        </p:nvSpPr>
        <p:spPr>
          <a:xfrm rot="-5400000">
            <a:off x="4371311" y="4338917"/>
            <a:ext cx="1981500" cy="1486200"/>
          </a:xfrm>
          <a:prstGeom prst="ellipse">
            <a:avLst/>
          </a:prstGeom>
          <a:gradFill>
            <a:gsLst>
              <a:gs pos="0">
                <a:schemeClr val="accent3"/>
              </a:gs>
              <a:gs pos="56000">
                <a:schemeClr val="accent1"/>
              </a:gs>
              <a:gs pos="100000">
                <a:schemeClr val="accent1"/>
              </a:gs>
            </a:gsLst>
            <a:lin ang="13500032" scaled="0"/>
          </a:gradFill>
          <a:ln>
            <a:noFill/>
          </a:ln>
          <a:effectLst>
            <a:outerShdw blurRad="328613" rotWithShape="0" algn="bl" dir="2700000" dist="28575">
              <a:schemeClr val="accent1">
                <a:alpha val="28000"/>
              </a:scheme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81" name="Google Shape;181;p16"/>
          <p:cNvSpPr/>
          <p:nvPr/>
        </p:nvSpPr>
        <p:spPr>
          <a:xfrm>
            <a:off x="6521248" y="4091167"/>
            <a:ext cx="1486200" cy="1981500"/>
          </a:xfrm>
          <a:prstGeom prst="ellipse">
            <a:avLst/>
          </a:prstGeom>
          <a:gradFill>
            <a:gsLst>
              <a:gs pos="0">
                <a:schemeClr val="accent3"/>
              </a:gs>
              <a:gs pos="35000">
                <a:schemeClr val="accent3"/>
              </a:gs>
              <a:gs pos="100000">
                <a:schemeClr val="accent1"/>
              </a:gs>
            </a:gsLst>
            <a:lin ang="8099331" scaled="0"/>
          </a:gradFill>
          <a:ln>
            <a:noFill/>
          </a:ln>
          <a:effectLst>
            <a:outerShdw blurRad="342900" rotWithShape="0" algn="bl" dir="5400000" dist="38100">
              <a:schemeClr val="accent3">
                <a:alpha val="30000"/>
              </a:scheme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82" name="Google Shape;182;p16"/>
          <p:cNvSpPr txBox="1"/>
          <p:nvPr>
            <p:ph idx="1" type="body"/>
          </p:nvPr>
        </p:nvSpPr>
        <p:spPr>
          <a:xfrm>
            <a:off x="115025" y="1211967"/>
            <a:ext cx="5369100" cy="3303900"/>
          </a:xfrm>
          <a:prstGeom prst="rect">
            <a:avLst/>
          </a:prstGeom>
        </p:spPr>
        <p:txBody>
          <a:bodyPr anchorCtr="0" anchor="t" bIns="91425" lIns="91425" spcFirstLastPara="1" rIns="91425" wrap="square" tIns="0">
            <a:noAutofit/>
          </a:bodyPr>
          <a:lstStyle>
            <a:lvl1pPr indent="-457200" lvl="0" marL="457200">
              <a:spcBef>
                <a:spcPts val="0"/>
              </a:spcBef>
              <a:spcAft>
                <a:spcPts val="0"/>
              </a:spcAft>
              <a:buClr>
                <a:schemeClr val="lt1"/>
              </a:buClr>
              <a:buSzPts val="3600"/>
              <a:buFont typeface="IBM Plex Sans"/>
              <a:buChar char="●"/>
              <a:defRPr sz="3600">
                <a:latin typeface="IBM Plex Sans"/>
                <a:ea typeface="IBM Plex Sans"/>
                <a:cs typeface="IBM Plex Sans"/>
                <a:sym typeface="IBM Plex Sans"/>
              </a:defRPr>
            </a:lvl1pPr>
            <a:lvl2pPr indent="-457200" lvl="1" marL="9144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2pPr>
            <a:lvl3pPr indent="-457200" lvl="2" marL="13716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3pPr>
            <a:lvl4pPr indent="-457200" lvl="3" marL="18288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4pPr>
            <a:lvl5pPr indent="-457200" lvl="4" marL="22860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5pPr>
            <a:lvl6pPr indent="-457200" lvl="5" marL="27432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6pPr>
            <a:lvl7pPr indent="-457200" lvl="6" marL="32004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7pPr>
            <a:lvl8pPr indent="-457200" lvl="7" marL="3657600">
              <a:spcBef>
                <a:spcPts val="800"/>
              </a:spcBef>
              <a:spcAft>
                <a:spcPts val="0"/>
              </a:spcAft>
              <a:buClr>
                <a:schemeClr val="lt1"/>
              </a:buClr>
              <a:buSzPts val="3600"/>
              <a:buFont typeface="IBM Plex Sans"/>
              <a:buChar char="○"/>
              <a:defRPr sz="3600">
                <a:latin typeface="IBM Plex Sans"/>
                <a:ea typeface="IBM Plex Sans"/>
                <a:cs typeface="IBM Plex Sans"/>
                <a:sym typeface="IBM Plex Sans"/>
              </a:defRPr>
            </a:lvl8pPr>
            <a:lvl9pPr indent="-457200" lvl="8" marL="4114800">
              <a:spcBef>
                <a:spcPts val="800"/>
              </a:spcBef>
              <a:spcAft>
                <a:spcPts val="800"/>
              </a:spcAft>
              <a:buClr>
                <a:schemeClr val="lt1"/>
              </a:buClr>
              <a:buSzPts val="3600"/>
              <a:buFont typeface="IBM Plex Sans"/>
              <a:buChar char="■"/>
              <a:defRPr sz="3600">
                <a:latin typeface="IBM Plex Sans"/>
                <a:ea typeface="IBM Plex Sans"/>
                <a:cs typeface="IBM Plex Sans"/>
                <a:sym typeface="IBM Plex Sans"/>
              </a:defRPr>
            </a:lvl9pPr>
          </a:lstStyle>
          <a:p/>
        </p:txBody>
      </p:sp>
      <p:sp>
        <p:nvSpPr>
          <p:cNvPr id="183" name="Google Shape;183;p16"/>
          <p:cNvSpPr txBox="1"/>
          <p:nvPr>
            <p:ph idx="2" type="title"/>
          </p:nvPr>
        </p:nvSpPr>
        <p:spPr>
          <a:xfrm>
            <a:off x="115025" y="670367"/>
            <a:ext cx="4183800" cy="5415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3600">
                <a:solidFill>
                  <a:schemeClr val="accent3"/>
                </a:solidFill>
              </a:defRPr>
            </a:lvl2pPr>
            <a:lvl3pPr lvl="2">
              <a:lnSpc>
                <a:spcPct val="115000"/>
              </a:lnSpc>
              <a:spcBef>
                <a:spcPts val="0"/>
              </a:spcBef>
              <a:spcAft>
                <a:spcPts val="0"/>
              </a:spcAft>
              <a:buNone/>
              <a:defRPr sz="3600">
                <a:solidFill>
                  <a:schemeClr val="accent3"/>
                </a:solidFill>
              </a:defRPr>
            </a:lvl3pPr>
            <a:lvl4pPr lvl="3">
              <a:lnSpc>
                <a:spcPct val="115000"/>
              </a:lnSpc>
              <a:spcBef>
                <a:spcPts val="0"/>
              </a:spcBef>
              <a:spcAft>
                <a:spcPts val="0"/>
              </a:spcAft>
              <a:buNone/>
              <a:defRPr sz="3600">
                <a:solidFill>
                  <a:schemeClr val="accent3"/>
                </a:solidFill>
              </a:defRPr>
            </a:lvl4pPr>
            <a:lvl5pPr lvl="4">
              <a:lnSpc>
                <a:spcPct val="115000"/>
              </a:lnSpc>
              <a:spcBef>
                <a:spcPts val="0"/>
              </a:spcBef>
              <a:spcAft>
                <a:spcPts val="0"/>
              </a:spcAft>
              <a:buNone/>
              <a:defRPr sz="3600">
                <a:solidFill>
                  <a:schemeClr val="accent3"/>
                </a:solidFill>
              </a:defRPr>
            </a:lvl5pPr>
            <a:lvl6pPr lvl="5">
              <a:lnSpc>
                <a:spcPct val="115000"/>
              </a:lnSpc>
              <a:spcBef>
                <a:spcPts val="0"/>
              </a:spcBef>
              <a:spcAft>
                <a:spcPts val="0"/>
              </a:spcAft>
              <a:buNone/>
              <a:defRPr sz="3600">
                <a:solidFill>
                  <a:schemeClr val="accent3"/>
                </a:solidFill>
              </a:defRPr>
            </a:lvl6pPr>
            <a:lvl7pPr lvl="6">
              <a:lnSpc>
                <a:spcPct val="115000"/>
              </a:lnSpc>
              <a:spcBef>
                <a:spcPts val="0"/>
              </a:spcBef>
              <a:spcAft>
                <a:spcPts val="0"/>
              </a:spcAft>
              <a:buNone/>
              <a:defRPr sz="3600">
                <a:solidFill>
                  <a:schemeClr val="accent3"/>
                </a:solidFill>
              </a:defRPr>
            </a:lvl7pPr>
            <a:lvl8pPr lvl="7">
              <a:lnSpc>
                <a:spcPct val="115000"/>
              </a:lnSpc>
              <a:spcBef>
                <a:spcPts val="0"/>
              </a:spcBef>
              <a:spcAft>
                <a:spcPts val="0"/>
              </a:spcAft>
              <a:buNone/>
              <a:defRPr sz="3600">
                <a:solidFill>
                  <a:schemeClr val="accent3"/>
                </a:solidFill>
              </a:defRPr>
            </a:lvl8pPr>
            <a:lvl9pPr lvl="8">
              <a:lnSpc>
                <a:spcPct val="115000"/>
              </a:lnSpc>
              <a:spcBef>
                <a:spcPts val="0"/>
              </a:spcBef>
              <a:spcAft>
                <a:spcPts val="0"/>
              </a:spcAft>
              <a:buNone/>
              <a:defRPr sz="3600">
                <a:solidFill>
                  <a:schemeClr val="accent3"/>
                </a:solidFill>
              </a:defRPr>
            </a:lvl9pPr>
          </a:lstStyle>
          <a:p/>
        </p:txBody>
      </p:sp>
      <p:sp>
        <p:nvSpPr>
          <p:cNvPr id="184" name="Google Shape;184;p16"/>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 1">
  <p:cSld name="BLANK_1_1_1">
    <p:spTree>
      <p:nvGrpSpPr>
        <p:cNvPr id="185" name="Shape 185"/>
        <p:cNvGrpSpPr/>
        <p:nvPr/>
      </p:nvGrpSpPr>
      <p:grpSpPr>
        <a:xfrm>
          <a:off x="0" y="0"/>
          <a:ext cx="0" cy="0"/>
          <a:chOff x="0" y="0"/>
          <a:chExt cx="0" cy="0"/>
        </a:xfrm>
      </p:grpSpPr>
      <p:grpSp>
        <p:nvGrpSpPr>
          <p:cNvPr id="186" name="Google Shape;186;p17"/>
          <p:cNvGrpSpPr/>
          <p:nvPr/>
        </p:nvGrpSpPr>
        <p:grpSpPr>
          <a:xfrm>
            <a:off x="228600" y="3724740"/>
            <a:ext cx="2221200" cy="1974684"/>
            <a:chOff x="312900" y="2793625"/>
            <a:chExt cx="2221200" cy="1481050"/>
          </a:xfrm>
        </p:grpSpPr>
        <p:grpSp>
          <p:nvGrpSpPr>
            <p:cNvPr id="187" name="Google Shape;187;p17"/>
            <p:cNvGrpSpPr/>
            <p:nvPr/>
          </p:nvGrpSpPr>
          <p:grpSpPr>
            <a:xfrm>
              <a:off x="312900" y="2793625"/>
              <a:ext cx="1851000" cy="1481050"/>
              <a:chOff x="461225" y="3249175"/>
              <a:chExt cx="1851000" cy="1481050"/>
            </a:xfrm>
          </p:grpSpPr>
          <p:grpSp>
            <p:nvGrpSpPr>
              <p:cNvPr id="188" name="Google Shape;188;p17"/>
              <p:cNvGrpSpPr/>
              <p:nvPr/>
            </p:nvGrpSpPr>
            <p:grpSpPr>
              <a:xfrm>
                <a:off x="461225" y="3249175"/>
                <a:ext cx="1851000" cy="370200"/>
                <a:chOff x="461225" y="3249175"/>
                <a:chExt cx="1851000" cy="370200"/>
              </a:xfrm>
            </p:grpSpPr>
            <p:sp>
              <p:nvSpPr>
                <p:cNvPr id="189" name="Google Shape;189;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0" name="Google Shape;190;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1" name="Google Shape;191;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2" name="Google Shape;192;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3" name="Google Shape;193;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194" name="Google Shape;194;p17"/>
              <p:cNvGrpSpPr/>
              <p:nvPr/>
            </p:nvGrpSpPr>
            <p:grpSpPr>
              <a:xfrm>
                <a:off x="461225" y="3619500"/>
                <a:ext cx="1851000" cy="370200"/>
                <a:chOff x="461225" y="3249175"/>
                <a:chExt cx="1851000" cy="370200"/>
              </a:xfrm>
            </p:grpSpPr>
            <p:sp>
              <p:nvSpPr>
                <p:cNvPr id="195" name="Google Shape;195;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6" name="Google Shape;196;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7" name="Google Shape;197;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8" name="Google Shape;198;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199" name="Google Shape;199;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00" name="Google Shape;200;p17"/>
              <p:cNvGrpSpPr/>
              <p:nvPr/>
            </p:nvGrpSpPr>
            <p:grpSpPr>
              <a:xfrm>
                <a:off x="461225" y="3989700"/>
                <a:ext cx="1851000" cy="370200"/>
                <a:chOff x="461225" y="3249175"/>
                <a:chExt cx="1851000" cy="370200"/>
              </a:xfrm>
            </p:grpSpPr>
            <p:sp>
              <p:nvSpPr>
                <p:cNvPr id="201" name="Google Shape;201;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2" name="Google Shape;202;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3" name="Google Shape;203;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4" name="Google Shape;204;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5" name="Google Shape;205;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06" name="Google Shape;206;p17"/>
              <p:cNvGrpSpPr/>
              <p:nvPr/>
            </p:nvGrpSpPr>
            <p:grpSpPr>
              <a:xfrm>
                <a:off x="461225" y="4360025"/>
                <a:ext cx="1851000" cy="370200"/>
                <a:chOff x="461225" y="3249175"/>
                <a:chExt cx="1851000" cy="370200"/>
              </a:xfrm>
            </p:grpSpPr>
            <p:sp>
              <p:nvSpPr>
                <p:cNvPr id="207" name="Google Shape;207;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8" name="Google Shape;208;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09" name="Google Shape;209;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0" name="Google Shape;210;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1" name="Google Shape;211;p17"/>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212" name="Google Shape;212;p17"/>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13" name="Google Shape;213;p17"/>
          <p:cNvGrpSpPr/>
          <p:nvPr/>
        </p:nvGrpSpPr>
        <p:grpSpPr>
          <a:xfrm>
            <a:off x="7663200" y="-1078"/>
            <a:ext cx="1480800" cy="1861320"/>
            <a:chOff x="461225" y="3334200"/>
            <a:chExt cx="1480800" cy="1396025"/>
          </a:xfrm>
        </p:grpSpPr>
        <p:grpSp>
          <p:nvGrpSpPr>
            <p:cNvPr id="214" name="Google Shape;214;p17"/>
            <p:cNvGrpSpPr/>
            <p:nvPr/>
          </p:nvGrpSpPr>
          <p:grpSpPr>
            <a:xfrm>
              <a:off x="461225" y="3334200"/>
              <a:ext cx="1480800" cy="285300"/>
              <a:chOff x="461225" y="3334200"/>
              <a:chExt cx="1480800" cy="285300"/>
            </a:xfrm>
          </p:grpSpPr>
          <p:sp>
            <p:nvSpPr>
              <p:cNvPr id="215" name="Google Shape;215;p17"/>
              <p:cNvSpPr/>
              <p:nvPr/>
            </p:nvSpPr>
            <p:spPr>
              <a:xfrm>
                <a:off x="4612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6" name="Google Shape;216;p17"/>
              <p:cNvSpPr/>
              <p:nvPr/>
            </p:nvSpPr>
            <p:spPr>
              <a:xfrm>
                <a:off x="8314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7" name="Google Shape;217;p17"/>
              <p:cNvSpPr/>
              <p:nvPr/>
            </p:nvSpPr>
            <p:spPr>
              <a:xfrm>
                <a:off x="12016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18" name="Google Shape;218;p17"/>
              <p:cNvSpPr/>
              <p:nvPr/>
            </p:nvSpPr>
            <p:spPr>
              <a:xfrm>
                <a:off x="1571825" y="3334200"/>
                <a:ext cx="370200" cy="28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19" name="Google Shape;219;p17"/>
            <p:cNvGrpSpPr/>
            <p:nvPr/>
          </p:nvGrpSpPr>
          <p:grpSpPr>
            <a:xfrm>
              <a:off x="461225" y="3619500"/>
              <a:ext cx="1480800" cy="370200"/>
              <a:chOff x="461225" y="3249175"/>
              <a:chExt cx="1480800" cy="370200"/>
            </a:xfrm>
          </p:grpSpPr>
          <p:sp>
            <p:nvSpPr>
              <p:cNvPr id="220" name="Google Shape;220;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21" name="Google Shape;221;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22" name="Google Shape;222;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23" name="Google Shape;223;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24" name="Google Shape;224;p17"/>
            <p:cNvGrpSpPr/>
            <p:nvPr/>
          </p:nvGrpSpPr>
          <p:grpSpPr>
            <a:xfrm>
              <a:off x="461225" y="3989700"/>
              <a:ext cx="1480800" cy="370200"/>
              <a:chOff x="461225" y="3249175"/>
              <a:chExt cx="1480800" cy="370200"/>
            </a:xfrm>
          </p:grpSpPr>
          <p:sp>
            <p:nvSpPr>
              <p:cNvPr id="225" name="Google Shape;225;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26" name="Google Shape;226;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27" name="Google Shape;227;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28" name="Google Shape;228;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29" name="Google Shape;229;p17"/>
            <p:cNvGrpSpPr/>
            <p:nvPr/>
          </p:nvGrpSpPr>
          <p:grpSpPr>
            <a:xfrm>
              <a:off x="461225" y="4360025"/>
              <a:ext cx="1480800" cy="370200"/>
              <a:chOff x="461225" y="3249175"/>
              <a:chExt cx="1480800" cy="370200"/>
            </a:xfrm>
          </p:grpSpPr>
          <p:sp>
            <p:nvSpPr>
              <p:cNvPr id="230" name="Google Shape;230;p17"/>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31" name="Google Shape;231;p17"/>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32" name="Google Shape;232;p17"/>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33" name="Google Shape;233;p17"/>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grpSp>
        <p:nvGrpSpPr>
          <p:cNvPr id="234" name="Google Shape;234;p17"/>
          <p:cNvGrpSpPr/>
          <p:nvPr/>
        </p:nvGrpSpPr>
        <p:grpSpPr>
          <a:xfrm>
            <a:off x="1843925" y="-967"/>
            <a:ext cx="7300075" cy="6858784"/>
            <a:chOff x="1870575" y="-635"/>
            <a:chExt cx="7300075" cy="5174097"/>
          </a:xfrm>
        </p:grpSpPr>
        <p:sp>
          <p:nvSpPr>
            <p:cNvPr id="235" name="Google Shape;235;p17"/>
            <p:cNvSpPr/>
            <p:nvPr/>
          </p:nvSpPr>
          <p:spPr>
            <a:xfrm>
              <a:off x="1870575" y="-635"/>
              <a:ext cx="7300075" cy="4989625"/>
            </a:xfrm>
            <a:custGeom>
              <a:rect b="b" l="l" r="r" t="t"/>
              <a:pathLst>
                <a:path extrusionOk="0" h="199585" w="292003">
                  <a:moveTo>
                    <a:pt x="76429" y="0"/>
                  </a:moveTo>
                  <a:lnTo>
                    <a:pt x="0" y="163603"/>
                  </a:lnTo>
                  <a:lnTo>
                    <a:pt x="250486" y="199585"/>
                  </a:lnTo>
                  <a:lnTo>
                    <a:pt x="292003" y="107785"/>
                  </a:lnTo>
                  <a:lnTo>
                    <a:pt x="292003" y="52891"/>
                  </a:lnTo>
                  <a:lnTo>
                    <a:pt x="234162" y="0"/>
                  </a:lnTo>
                  <a:close/>
                </a:path>
              </a:pathLst>
            </a:custGeom>
            <a:gradFill>
              <a:gsLst>
                <a:gs pos="0">
                  <a:schemeClr val="accent3"/>
                </a:gs>
                <a:gs pos="77000">
                  <a:schemeClr val="accent1"/>
                </a:gs>
                <a:gs pos="100000">
                  <a:schemeClr val="accent1"/>
                </a:gs>
              </a:gsLst>
              <a:lin ang="8099331" scaled="0"/>
            </a:gradFill>
            <a:ln>
              <a:noFill/>
            </a:ln>
          </p:spPr>
        </p:sp>
        <p:sp>
          <p:nvSpPr>
            <p:cNvPr id="236" name="Google Shape;236;p17"/>
            <p:cNvSpPr/>
            <p:nvPr/>
          </p:nvSpPr>
          <p:spPr>
            <a:xfrm>
              <a:off x="1870575" y="4089437"/>
              <a:ext cx="6285225" cy="1084025"/>
            </a:xfrm>
            <a:custGeom>
              <a:rect b="b" l="l" r="r" t="t"/>
              <a:pathLst>
                <a:path extrusionOk="0" h="43361" w="251409">
                  <a:moveTo>
                    <a:pt x="0" y="0"/>
                  </a:moveTo>
                  <a:lnTo>
                    <a:pt x="6458" y="43361"/>
                  </a:lnTo>
                  <a:lnTo>
                    <a:pt x="251409" y="43361"/>
                  </a:lnTo>
                  <a:lnTo>
                    <a:pt x="250494" y="35931"/>
                  </a:lnTo>
                  <a:close/>
                </a:path>
              </a:pathLst>
            </a:custGeom>
            <a:solidFill>
              <a:schemeClr val="accent5"/>
            </a:solidFill>
            <a:ln>
              <a:noFill/>
            </a:ln>
          </p:spPr>
        </p:sp>
      </p:grpSp>
      <p:sp>
        <p:nvSpPr>
          <p:cNvPr id="237" name="Google Shape;237;p17"/>
          <p:cNvSpPr txBox="1"/>
          <p:nvPr>
            <p:ph idx="1" type="body"/>
          </p:nvPr>
        </p:nvSpPr>
        <p:spPr>
          <a:xfrm>
            <a:off x="4631450" y="2893367"/>
            <a:ext cx="2896200" cy="2516700"/>
          </a:xfrm>
          <a:prstGeom prst="rect">
            <a:avLst/>
          </a:prstGeom>
        </p:spPr>
        <p:txBody>
          <a:bodyPr anchorCtr="0" anchor="t" bIns="91425" lIns="91425" spcFirstLastPara="1" rIns="91425" wrap="square" tIns="91425">
            <a:noAutofit/>
          </a:bodyPr>
          <a:lstStyle>
            <a:lvl1pPr indent="-292100" lvl="0" marL="457200">
              <a:lnSpc>
                <a:spcPct val="115000"/>
              </a:lnSpc>
              <a:spcBef>
                <a:spcPts val="0"/>
              </a:spcBef>
              <a:spcAft>
                <a:spcPts val="0"/>
              </a:spcAft>
              <a:buClr>
                <a:schemeClr val="lt1"/>
              </a:buClr>
              <a:buSzPts val="1000"/>
              <a:buFont typeface="Sora"/>
              <a:buChar char="●"/>
              <a:defRPr sz="1000"/>
            </a:lvl1pPr>
            <a:lvl2pPr indent="-292100" lvl="1" marL="914400">
              <a:lnSpc>
                <a:spcPct val="115000"/>
              </a:lnSpc>
              <a:spcBef>
                <a:spcPts val="800"/>
              </a:spcBef>
              <a:spcAft>
                <a:spcPts val="0"/>
              </a:spcAft>
              <a:buClr>
                <a:schemeClr val="lt1"/>
              </a:buClr>
              <a:buSzPts val="1000"/>
              <a:buFont typeface="Sora"/>
              <a:buChar char="○"/>
              <a:defRPr sz="1000"/>
            </a:lvl2pPr>
            <a:lvl3pPr indent="-228600" lvl="2" marL="1371600">
              <a:lnSpc>
                <a:spcPct val="115000"/>
              </a:lnSpc>
              <a:spcBef>
                <a:spcPts val="800"/>
              </a:spcBef>
              <a:spcAft>
                <a:spcPts val="0"/>
              </a:spcAft>
              <a:buNone/>
              <a:defRPr sz="1000"/>
            </a:lvl3pPr>
            <a:lvl4pPr indent="-292100" lvl="3" marL="1828800">
              <a:lnSpc>
                <a:spcPct val="115000"/>
              </a:lnSpc>
              <a:spcBef>
                <a:spcPts val="0"/>
              </a:spcBef>
              <a:spcAft>
                <a:spcPts val="0"/>
              </a:spcAft>
              <a:buClr>
                <a:schemeClr val="lt1"/>
              </a:buClr>
              <a:buSzPts val="1000"/>
              <a:buFont typeface="Sora"/>
              <a:buChar char="●"/>
              <a:defRPr sz="1000"/>
            </a:lvl4pPr>
            <a:lvl5pPr indent="-292100" lvl="4" marL="2286000">
              <a:lnSpc>
                <a:spcPct val="115000"/>
              </a:lnSpc>
              <a:spcBef>
                <a:spcPts val="800"/>
              </a:spcBef>
              <a:spcAft>
                <a:spcPts val="0"/>
              </a:spcAft>
              <a:buClr>
                <a:schemeClr val="lt1"/>
              </a:buClr>
              <a:buSzPts val="1000"/>
              <a:buFont typeface="Sora"/>
              <a:buChar char="○"/>
              <a:defRPr sz="1000"/>
            </a:lvl5pPr>
            <a:lvl6pPr indent="-292100" lvl="5" marL="2743200">
              <a:lnSpc>
                <a:spcPct val="115000"/>
              </a:lnSpc>
              <a:spcBef>
                <a:spcPts val="800"/>
              </a:spcBef>
              <a:spcAft>
                <a:spcPts val="0"/>
              </a:spcAft>
              <a:buClr>
                <a:schemeClr val="lt1"/>
              </a:buClr>
              <a:buSzPts val="1000"/>
              <a:buFont typeface="Sora"/>
              <a:buChar char="■"/>
              <a:defRPr sz="1000"/>
            </a:lvl6pPr>
            <a:lvl7pPr indent="-292100" lvl="6" marL="3200400">
              <a:lnSpc>
                <a:spcPct val="115000"/>
              </a:lnSpc>
              <a:spcBef>
                <a:spcPts val="800"/>
              </a:spcBef>
              <a:spcAft>
                <a:spcPts val="0"/>
              </a:spcAft>
              <a:buClr>
                <a:schemeClr val="lt1"/>
              </a:buClr>
              <a:buSzPts val="1000"/>
              <a:buFont typeface="Sora"/>
              <a:buChar char="●"/>
              <a:defRPr sz="1000"/>
            </a:lvl7pPr>
            <a:lvl8pPr indent="-292100" lvl="7" marL="3657600">
              <a:lnSpc>
                <a:spcPct val="115000"/>
              </a:lnSpc>
              <a:spcBef>
                <a:spcPts val="800"/>
              </a:spcBef>
              <a:spcAft>
                <a:spcPts val="0"/>
              </a:spcAft>
              <a:buClr>
                <a:schemeClr val="lt1"/>
              </a:buClr>
              <a:buSzPts val="1000"/>
              <a:buFont typeface="Sora"/>
              <a:buChar char="○"/>
              <a:defRPr sz="1000"/>
            </a:lvl8pPr>
            <a:lvl9pPr indent="-228600" lvl="8" marL="4114800">
              <a:lnSpc>
                <a:spcPct val="115000"/>
              </a:lnSpc>
              <a:spcBef>
                <a:spcPts val="800"/>
              </a:spcBef>
              <a:spcAft>
                <a:spcPts val="0"/>
              </a:spcAft>
              <a:buNone/>
              <a:defRPr sz="1000"/>
            </a:lvl9pPr>
          </a:lstStyle>
          <a:p/>
        </p:txBody>
      </p:sp>
      <p:sp>
        <p:nvSpPr>
          <p:cNvPr id="238" name="Google Shape;238;p17"/>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39" name="Google Shape;239;p17"/>
          <p:cNvSpPr txBox="1"/>
          <p:nvPr>
            <p:ph idx="2" type="body"/>
          </p:nvPr>
        </p:nvSpPr>
        <p:spPr>
          <a:xfrm>
            <a:off x="4631450" y="1103433"/>
            <a:ext cx="2896200" cy="16005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Font typeface="Sora"/>
              <a:buChar char="●"/>
              <a:defRPr sz="1000"/>
            </a:lvl1pPr>
            <a:lvl2pPr indent="-292100" lvl="1" marL="914400">
              <a:spcBef>
                <a:spcPts val="800"/>
              </a:spcBef>
              <a:spcAft>
                <a:spcPts val="0"/>
              </a:spcAft>
              <a:buSzPts val="1000"/>
              <a:buFont typeface="Sora"/>
              <a:buChar char="○"/>
              <a:defRPr sz="1000"/>
            </a:lvl2pPr>
            <a:lvl3pPr indent="-292100" lvl="2" marL="1371600">
              <a:spcBef>
                <a:spcPts val="800"/>
              </a:spcBef>
              <a:spcAft>
                <a:spcPts val="0"/>
              </a:spcAft>
              <a:buSzPts val="1000"/>
              <a:buFont typeface="Sora"/>
              <a:buChar char="■"/>
              <a:defRPr sz="1000"/>
            </a:lvl3pPr>
            <a:lvl4pPr indent="-292100" lvl="3" marL="1828800">
              <a:spcBef>
                <a:spcPts val="800"/>
              </a:spcBef>
              <a:spcAft>
                <a:spcPts val="0"/>
              </a:spcAft>
              <a:buSzPts val="1000"/>
              <a:buFont typeface="Sora"/>
              <a:buChar char="●"/>
              <a:defRPr sz="1000"/>
            </a:lvl4pPr>
            <a:lvl5pPr indent="-292100" lvl="4" marL="2286000">
              <a:spcBef>
                <a:spcPts val="800"/>
              </a:spcBef>
              <a:spcAft>
                <a:spcPts val="0"/>
              </a:spcAft>
              <a:buSzPts val="1000"/>
              <a:buFont typeface="Sora"/>
              <a:buChar char="○"/>
              <a:defRPr sz="1000"/>
            </a:lvl5pPr>
            <a:lvl6pPr indent="-292100" lvl="5" marL="2743200">
              <a:spcBef>
                <a:spcPts val="800"/>
              </a:spcBef>
              <a:spcAft>
                <a:spcPts val="0"/>
              </a:spcAft>
              <a:buSzPts val="1000"/>
              <a:buFont typeface="Sora"/>
              <a:buChar char="■"/>
              <a:defRPr sz="1000"/>
            </a:lvl6pPr>
            <a:lvl7pPr indent="-292100" lvl="6" marL="3200400">
              <a:spcBef>
                <a:spcPts val="800"/>
              </a:spcBef>
              <a:spcAft>
                <a:spcPts val="0"/>
              </a:spcAft>
              <a:buSzPts val="1000"/>
              <a:buFont typeface="Sora"/>
              <a:buChar char="●"/>
              <a:defRPr sz="1000"/>
            </a:lvl7pPr>
            <a:lvl8pPr indent="-292100" lvl="7" marL="3657600">
              <a:spcBef>
                <a:spcPts val="800"/>
              </a:spcBef>
              <a:spcAft>
                <a:spcPts val="0"/>
              </a:spcAft>
              <a:buSzPts val="1000"/>
              <a:buFont typeface="Sora"/>
              <a:buChar char="○"/>
              <a:defRPr sz="1000"/>
            </a:lvl8pPr>
            <a:lvl9pPr indent="-292100" lvl="8" marL="4114800">
              <a:spcBef>
                <a:spcPts val="800"/>
              </a:spcBef>
              <a:spcAft>
                <a:spcPts val="800"/>
              </a:spcAft>
              <a:buSzPts val="1000"/>
              <a:buFont typeface="Sora"/>
              <a:buChar char="■"/>
              <a:defRPr sz="1000"/>
            </a:lvl9pPr>
          </a:lstStyle>
          <a:p/>
        </p:txBody>
      </p:sp>
      <p:sp>
        <p:nvSpPr>
          <p:cNvPr id="240" name="Google Shape;240;p17"/>
          <p:cNvSpPr txBox="1"/>
          <p:nvPr>
            <p:ph idx="3" type="title"/>
          </p:nvPr>
        </p:nvSpPr>
        <p:spPr>
          <a:xfrm>
            <a:off x="115025" y="670367"/>
            <a:ext cx="3905400" cy="7836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241" name="Google Shape;241;p17"/>
          <p:cNvSpPr txBox="1"/>
          <p:nvPr>
            <p:ph idx="4"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3 images">
  <p:cSld name="BLANK_1_1_1_1_2">
    <p:bg>
      <p:bgPr>
        <a:solidFill>
          <a:schemeClr val="lt1"/>
        </a:solidFill>
      </p:bgPr>
    </p:bg>
    <p:spTree>
      <p:nvGrpSpPr>
        <p:cNvPr id="242" name="Shape 242"/>
        <p:cNvGrpSpPr/>
        <p:nvPr/>
      </p:nvGrpSpPr>
      <p:grpSpPr>
        <a:xfrm>
          <a:off x="0" y="0"/>
          <a:ext cx="0" cy="0"/>
          <a:chOff x="0" y="0"/>
          <a:chExt cx="0" cy="0"/>
        </a:xfrm>
      </p:grpSpPr>
      <p:sp>
        <p:nvSpPr>
          <p:cNvPr id="243" name="Google Shape;243;p18"/>
          <p:cNvSpPr/>
          <p:nvPr/>
        </p:nvSpPr>
        <p:spPr>
          <a:xfrm flipH="1" rot="10800000">
            <a:off x="4482600" y="988800"/>
            <a:ext cx="4640400" cy="252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4" name="Google Shape;244;p18"/>
          <p:cNvSpPr/>
          <p:nvPr/>
        </p:nvSpPr>
        <p:spPr>
          <a:xfrm flipH="1" rot="10800000">
            <a:off x="4482600" y="1352633"/>
            <a:ext cx="4640400" cy="252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5" name="Google Shape;245;p18"/>
          <p:cNvSpPr/>
          <p:nvPr/>
        </p:nvSpPr>
        <p:spPr>
          <a:xfrm flipH="1" rot="10800000">
            <a:off x="4482600" y="2125383"/>
            <a:ext cx="4640400" cy="252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6" name="Google Shape;246;p18"/>
          <p:cNvSpPr/>
          <p:nvPr/>
        </p:nvSpPr>
        <p:spPr>
          <a:xfrm flipH="1" rot="10800000">
            <a:off x="4482600" y="1721683"/>
            <a:ext cx="4640400" cy="252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47" name="Google Shape;247;p18"/>
          <p:cNvSpPr txBox="1"/>
          <p:nvPr>
            <p:ph type="title"/>
          </p:nvPr>
        </p:nvSpPr>
        <p:spPr>
          <a:xfrm>
            <a:off x="91950" y="389400"/>
            <a:ext cx="4390500" cy="2138100"/>
          </a:xfrm>
          <a:prstGeom prst="rect">
            <a:avLst/>
          </a:prstGeom>
        </p:spPr>
        <p:txBody>
          <a:bodyPr anchorCtr="0" anchor="t" bIns="91425" lIns="91425" spcFirstLastPara="1" rIns="91425" wrap="square" tIns="91425">
            <a:noAutofit/>
          </a:bodyPr>
          <a:lstStyle>
            <a:lvl1pPr lvl="0">
              <a:lnSpc>
                <a:spcPct val="90000"/>
              </a:lnSpc>
              <a:spcBef>
                <a:spcPts val="0"/>
              </a:spcBef>
              <a:spcAft>
                <a:spcPts val="0"/>
              </a:spcAft>
              <a:buNone/>
              <a:defRPr sz="5500">
                <a:solidFill>
                  <a:schemeClr val="dk2"/>
                </a:solidFill>
              </a:defRPr>
            </a:lvl1pPr>
            <a:lvl2pPr lvl="1">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2pPr>
            <a:lvl3pPr lvl="2">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3pPr>
            <a:lvl4pPr lvl="3">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4pPr>
            <a:lvl5pPr lvl="4">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5pPr>
            <a:lvl6pPr lvl="5">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6pPr>
            <a:lvl7pPr lvl="6">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7pPr>
            <a:lvl8pPr lvl="7">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8pPr>
            <a:lvl9pPr lvl="8">
              <a:lnSpc>
                <a:spcPct val="115000"/>
              </a:lnSpc>
              <a:spcBef>
                <a:spcPts val="0"/>
              </a:spcBef>
              <a:spcAft>
                <a:spcPts val="0"/>
              </a:spcAft>
              <a:buNone/>
              <a:defRPr sz="3600">
                <a:solidFill>
                  <a:schemeClr val="dk2"/>
                </a:solidFill>
                <a:latin typeface="IBM Plex Sans Medium"/>
                <a:ea typeface="IBM Plex Sans Medium"/>
                <a:cs typeface="IBM Plex Sans Medium"/>
                <a:sym typeface="IBM Plex Sans Medium"/>
              </a:defRPr>
            </a:lvl9pPr>
          </a:lstStyle>
          <a:p/>
        </p:txBody>
      </p:sp>
      <p:sp>
        <p:nvSpPr>
          <p:cNvPr id="248" name="Google Shape;248;p18"/>
          <p:cNvSpPr/>
          <p:nvPr>
            <p:ph idx="2" type="pic"/>
          </p:nvPr>
        </p:nvSpPr>
        <p:spPr>
          <a:xfrm>
            <a:off x="225300" y="4176167"/>
            <a:ext cx="1849800" cy="2360400"/>
          </a:xfrm>
          <a:prstGeom prst="rect">
            <a:avLst/>
          </a:prstGeom>
          <a:noFill/>
          <a:ln>
            <a:noFill/>
          </a:ln>
        </p:spPr>
      </p:sp>
      <p:sp>
        <p:nvSpPr>
          <p:cNvPr id="249" name="Google Shape;249;p18"/>
          <p:cNvSpPr/>
          <p:nvPr>
            <p:ph idx="3" type="pic"/>
          </p:nvPr>
        </p:nvSpPr>
        <p:spPr>
          <a:xfrm>
            <a:off x="5262525" y="304800"/>
            <a:ext cx="1865100" cy="2386800"/>
          </a:xfrm>
          <a:prstGeom prst="rect">
            <a:avLst/>
          </a:prstGeom>
          <a:noFill/>
          <a:ln>
            <a:noFill/>
          </a:ln>
        </p:spPr>
      </p:sp>
      <p:sp>
        <p:nvSpPr>
          <p:cNvPr id="250" name="Google Shape;250;p18"/>
          <p:cNvSpPr/>
          <p:nvPr>
            <p:ph idx="4" type="pic"/>
          </p:nvPr>
        </p:nvSpPr>
        <p:spPr>
          <a:xfrm>
            <a:off x="7281675" y="304800"/>
            <a:ext cx="1849800" cy="2386800"/>
          </a:xfrm>
          <a:prstGeom prst="rect">
            <a:avLst/>
          </a:prstGeom>
          <a:noFill/>
          <a:ln>
            <a:noFill/>
          </a:ln>
        </p:spPr>
      </p:sp>
      <p:sp>
        <p:nvSpPr>
          <p:cNvPr id="251" name="Google Shape;251;p18"/>
          <p:cNvSpPr txBox="1"/>
          <p:nvPr>
            <p:ph idx="1" type="subTitle"/>
          </p:nvPr>
        </p:nvSpPr>
        <p:spPr>
          <a:xfrm>
            <a:off x="5262525" y="2870692"/>
            <a:ext cx="1566900" cy="641100"/>
          </a:xfrm>
          <a:prstGeom prst="rect">
            <a:avLst/>
          </a:prstGeom>
        </p:spPr>
        <p:txBody>
          <a:bodyPr anchorCtr="0" anchor="t" bIns="91425" lIns="0" spcFirstLastPara="1" rIns="91425" wrap="square" tIns="0">
            <a:noAutofit/>
          </a:bodyPr>
          <a:lstStyle>
            <a:lvl1pPr lvl="0">
              <a:spcBef>
                <a:spcPts val="0"/>
              </a:spcBef>
              <a:spcAft>
                <a:spcPts val="0"/>
              </a:spcAft>
              <a:buClr>
                <a:schemeClr val="dk2"/>
              </a:buClr>
              <a:buSzPts val="1000"/>
              <a:buFont typeface="Sora"/>
              <a:buNone/>
              <a:defRPr sz="1000">
                <a:solidFill>
                  <a:schemeClr val="dk2"/>
                </a:solidFill>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252" name="Google Shape;252;p18"/>
          <p:cNvSpPr txBox="1"/>
          <p:nvPr>
            <p:ph idx="5" type="subTitle"/>
          </p:nvPr>
        </p:nvSpPr>
        <p:spPr>
          <a:xfrm>
            <a:off x="7281675" y="2870692"/>
            <a:ext cx="1566900" cy="641100"/>
          </a:xfrm>
          <a:prstGeom prst="rect">
            <a:avLst/>
          </a:prstGeom>
        </p:spPr>
        <p:txBody>
          <a:bodyPr anchorCtr="0" anchor="t" bIns="91425" lIns="0" spcFirstLastPara="1" rIns="91425" wrap="square" tIns="0">
            <a:noAutofit/>
          </a:bodyPr>
          <a:lstStyle>
            <a:lvl1pPr lvl="0">
              <a:spcBef>
                <a:spcPts val="0"/>
              </a:spcBef>
              <a:spcAft>
                <a:spcPts val="0"/>
              </a:spcAft>
              <a:buClr>
                <a:schemeClr val="dk2"/>
              </a:buClr>
              <a:buSzPts val="1000"/>
              <a:buFont typeface="Sora"/>
              <a:buNone/>
              <a:defRPr sz="1000">
                <a:solidFill>
                  <a:schemeClr val="dk2"/>
                </a:solidFill>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253" name="Google Shape;253;p18"/>
          <p:cNvSpPr txBox="1"/>
          <p:nvPr>
            <p:ph idx="6"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254" name="Google Shape;254;p18"/>
          <p:cNvSpPr txBox="1"/>
          <p:nvPr>
            <p:ph idx="7" type="title"/>
          </p:nvPr>
        </p:nvSpPr>
        <p:spPr>
          <a:xfrm>
            <a:off x="7420225" y="6297367"/>
            <a:ext cx="1583400" cy="252300"/>
          </a:xfrm>
          <a:prstGeom prst="rect">
            <a:avLst/>
          </a:prstGeom>
        </p:spPr>
        <p:txBody>
          <a:bodyPr anchorCtr="0" anchor="b" bIns="0" lIns="182875" spcFirstLastPara="1" rIns="91425" wrap="square" tIns="91425">
            <a:noAutofit/>
          </a:bodyPr>
          <a:lstStyle>
            <a:lvl1pPr lvl="0" algn="r">
              <a:spcBef>
                <a:spcPts val="0"/>
              </a:spcBef>
              <a:spcAft>
                <a:spcPts val="0"/>
              </a:spcAft>
              <a:buNone/>
              <a:defRPr sz="900">
                <a:solidFill>
                  <a:schemeClr val="dk2"/>
                </a:solidFill>
                <a:latin typeface="Sora"/>
                <a:ea typeface="Sora"/>
                <a:cs typeface="Sora"/>
                <a:sym typeface="Sora"/>
              </a:defRPr>
            </a:lvl1pPr>
            <a:lvl2pPr lvl="1"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lgn="r">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
        <p:nvSpPr>
          <p:cNvPr id="255" name="Google Shape;255;p18"/>
          <p:cNvSpPr txBox="1"/>
          <p:nvPr>
            <p:ph idx="8" type="subTitle"/>
          </p:nvPr>
        </p:nvSpPr>
        <p:spPr>
          <a:xfrm>
            <a:off x="2216381" y="4176167"/>
            <a:ext cx="1566900" cy="641100"/>
          </a:xfrm>
          <a:prstGeom prst="rect">
            <a:avLst/>
          </a:prstGeom>
        </p:spPr>
        <p:txBody>
          <a:bodyPr anchorCtr="0" anchor="t" bIns="91425" lIns="0" spcFirstLastPara="1" rIns="91425" wrap="square" tIns="0">
            <a:noAutofit/>
          </a:bodyPr>
          <a:lstStyle>
            <a:lvl1pPr lvl="0">
              <a:spcBef>
                <a:spcPts val="0"/>
              </a:spcBef>
              <a:spcAft>
                <a:spcPts val="0"/>
              </a:spcAft>
              <a:buClr>
                <a:schemeClr val="dk2"/>
              </a:buClr>
              <a:buSzPts val="1000"/>
              <a:buFont typeface="Sora"/>
              <a:buNone/>
              <a:defRPr sz="1000">
                <a:solidFill>
                  <a:schemeClr val="dk2"/>
                </a:solidFill>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grpSp>
        <p:nvGrpSpPr>
          <p:cNvPr id="256" name="Google Shape;256;p18"/>
          <p:cNvGrpSpPr/>
          <p:nvPr/>
        </p:nvGrpSpPr>
        <p:grpSpPr>
          <a:xfrm>
            <a:off x="4308382" y="3605255"/>
            <a:ext cx="4833127" cy="3249312"/>
            <a:chOff x="4308382" y="2704009"/>
            <a:chExt cx="4833127" cy="2437045"/>
          </a:xfrm>
        </p:grpSpPr>
        <p:sp>
          <p:nvSpPr>
            <p:cNvPr id="257" name="Google Shape;257;p18"/>
            <p:cNvSpPr/>
            <p:nvPr/>
          </p:nvSpPr>
          <p:spPr>
            <a:xfrm>
              <a:off x="4308382" y="4487840"/>
              <a:ext cx="4833127" cy="653214"/>
            </a:xfrm>
            <a:custGeom>
              <a:rect b="b" l="l" r="r" t="t"/>
              <a:pathLst>
                <a:path extrusionOk="0" h="12128" w="89735">
                  <a:moveTo>
                    <a:pt x="6834" y="1"/>
                  </a:moveTo>
                  <a:lnTo>
                    <a:pt x="6030" y="336"/>
                  </a:lnTo>
                  <a:lnTo>
                    <a:pt x="5271" y="671"/>
                  </a:lnTo>
                  <a:lnTo>
                    <a:pt x="4556" y="1006"/>
                  </a:lnTo>
                  <a:lnTo>
                    <a:pt x="3887" y="1363"/>
                  </a:lnTo>
                  <a:lnTo>
                    <a:pt x="3284" y="1720"/>
                  </a:lnTo>
                  <a:lnTo>
                    <a:pt x="2703" y="2078"/>
                  </a:lnTo>
                  <a:lnTo>
                    <a:pt x="2212" y="2457"/>
                  </a:lnTo>
                  <a:lnTo>
                    <a:pt x="1743" y="2815"/>
                  </a:lnTo>
                  <a:lnTo>
                    <a:pt x="1341" y="3194"/>
                  </a:lnTo>
                  <a:lnTo>
                    <a:pt x="983" y="3574"/>
                  </a:lnTo>
                  <a:lnTo>
                    <a:pt x="693" y="3954"/>
                  </a:lnTo>
                  <a:lnTo>
                    <a:pt x="447" y="4333"/>
                  </a:lnTo>
                  <a:lnTo>
                    <a:pt x="246" y="4713"/>
                  </a:lnTo>
                  <a:lnTo>
                    <a:pt x="112" y="5093"/>
                  </a:lnTo>
                  <a:lnTo>
                    <a:pt x="68" y="5294"/>
                  </a:lnTo>
                  <a:lnTo>
                    <a:pt x="45" y="5495"/>
                  </a:lnTo>
                  <a:lnTo>
                    <a:pt x="23" y="5673"/>
                  </a:lnTo>
                  <a:lnTo>
                    <a:pt x="1" y="5874"/>
                  </a:lnTo>
                  <a:lnTo>
                    <a:pt x="23" y="6098"/>
                  </a:lnTo>
                  <a:lnTo>
                    <a:pt x="45" y="6299"/>
                  </a:lnTo>
                  <a:lnTo>
                    <a:pt x="90" y="6500"/>
                  </a:lnTo>
                  <a:lnTo>
                    <a:pt x="135" y="6723"/>
                  </a:lnTo>
                  <a:lnTo>
                    <a:pt x="202" y="6924"/>
                  </a:lnTo>
                  <a:lnTo>
                    <a:pt x="291" y="7125"/>
                  </a:lnTo>
                  <a:lnTo>
                    <a:pt x="403" y="7326"/>
                  </a:lnTo>
                  <a:lnTo>
                    <a:pt x="514" y="7527"/>
                  </a:lnTo>
                  <a:lnTo>
                    <a:pt x="782" y="7951"/>
                  </a:lnTo>
                  <a:lnTo>
                    <a:pt x="1140" y="8353"/>
                  </a:lnTo>
                  <a:lnTo>
                    <a:pt x="1542" y="8755"/>
                  </a:lnTo>
                  <a:lnTo>
                    <a:pt x="2011" y="9157"/>
                  </a:lnTo>
                  <a:lnTo>
                    <a:pt x="2524" y="9537"/>
                  </a:lnTo>
                  <a:lnTo>
                    <a:pt x="3105" y="9939"/>
                  </a:lnTo>
                  <a:lnTo>
                    <a:pt x="3753" y="10319"/>
                  </a:lnTo>
                  <a:lnTo>
                    <a:pt x="4445" y="10698"/>
                  </a:lnTo>
                  <a:lnTo>
                    <a:pt x="5204" y="11056"/>
                  </a:lnTo>
                  <a:lnTo>
                    <a:pt x="6030" y="11435"/>
                  </a:lnTo>
                  <a:lnTo>
                    <a:pt x="6901" y="11793"/>
                  </a:lnTo>
                  <a:lnTo>
                    <a:pt x="7839" y="12128"/>
                  </a:lnTo>
                  <a:lnTo>
                    <a:pt x="84799" y="12128"/>
                  </a:lnTo>
                  <a:lnTo>
                    <a:pt x="89734" y="9783"/>
                  </a:lnTo>
                  <a:lnTo>
                    <a:pt x="89734" y="1966"/>
                  </a:lnTo>
                  <a:lnTo>
                    <a:pt x="89310" y="1698"/>
                  </a:lnTo>
                  <a:lnTo>
                    <a:pt x="88886" y="1452"/>
                  </a:lnTo>
                  <a:lnTo>
                    <a:pt x="88439" y="1207"/>
                  </a:lnTo>
                  <a:lnTo>
                    <a:pt x="87948" y="961"/>
                  </a:lnTo>
                  <a:lnTo>
                    <a:pt x="86920" y="470"/>
                  </a:lnTo>
                  <a:lnTo>
                    <a:pt x="85781" y="1"/>
                  </a:lnTo>
                  <a:lnTo>
                    <a:pt x="84977" y="314"/>
                  </a:lnTo>
                  <a:lnTo>
                    <a:pt x="84106" y="604"/>
                  </a:lnTo>
                  <a:lnTo>
                    <a:pt x="83235" y="917"/>
                  </a:lnTo>
                  <a:lnTo>
                    <a:pt x="82297" y="1185"/>
                  </a:lnTo>
                  <a:lnTo>
                    <a:pt x="81359" y="1475"/>
                  </a:lnTo>
                  <a:lnTo>
                    <a:pt x="80355" y="1743"/>
                  </a:lnTo>
                  <a:lnTo>
                    <a:pt x="79350" y="2011"/>
                  </a:lnTo>
                  <a:lnTo>
                    <a:pt x="78300" y="2256"/>
                  </a:lnTo>
                  <a:lnTo>
                    <a:pt x="77228" y="2502"/>
                  </a:lnTo>
                  <a:lnTo>
                    <a:pt x="76111" y="2725"/>
                  </a:lnTo>
                  <a:lnTo>
                    <a:pt x="74972" y="2971"/>
                  </a:lnTo>
                  <a:lnTo>
                    <a:pt x="73811" y="3172"/>
                  </a:lnTo>
                  <a:lnTo>
                    <a:pt x="72627" y="3395"/>
                  </a:lnTo>
                  <a:lnTo>
                    <a:pt x="71421" y="3574"/>
                  </a:lnTo>
                  <a:lnTo>
                    <a:pt x="68920" y="3954"/>
                  </a:lnTo>
                  <a:lnTo>
                    <a:pt x="66329" y="4266"/>
                  </a:lnTo>
                  <a:lnTo>
                    <a:pt x="63672" y="4557"/>
                  </a:lnTo>
                  <a:lnTo>
                    <a:pt x="60925" y="4802"/>
                  </a:lnTo>
                  <a:lnTo>
                    <a:pt x="58111" y="5003"/>
                  </a:lnTo>
                  <a:lnTo>
                    <a:pt x="55230" y="5160"/>
                  </a:lnTo>
                  <a:lnTo>
                    <a:pt x="52304" y="5271"/>
                  </a:lnTo>
                  <a:lnTo>
                    <a:pt x="49334" y="5361"/>
                  </a:lnTo>
                  <a:lnTo>
                    <a:pt x="46319" y="5383"/>
                  </a:lnTo>
                  <a:lnTo>
                    <a:pt x="43282" y="5361"/>
                  </a:lnTo>
                  <a:lnTo>
                    <a:pt x="40312" y="5271"/>
                  </a:lnTo>
                  <a:lnTo>
                    <a:pt x="37386" y="5160"/>
                  </a:lnTo>
                  <a:lnTo>
                    <a:pt x="34505" y="5003"/>
                  </a:lnTo>
                  <a:lnTo>
                    <a:pt x="31691" y="4802"/>
                  </a:lnTo>
                  <a:lnTo>
                    <a:pt x="28944" y="4557"/>
                  </a:lnTo>
                  <a:lnTo>
                    <a:pt x="26286" y="4266"/>
                  </a:lnTo>
                  <a:lnTo>
                    <a:pt x="23696" y="3954"/>
                  </a:lnTo>
                  <a:lnTo>
                    <a:pt x="21195" y="3574"/>
                  </a:lnTo>
                  <a:lnTo>
                    <a:pt x="19989" y="3395"/>
                  </a:lnTo>
                  <a:lnTo>
                    <a:pt x="18805" y="3172"/>
                  </a:lnTo>
                  <a:lnTo>
                    <a:pt x="17644" y="2971"/>
                  </a:lnTo>
                  <a:lnTo>
                    <a:pt x="16505" y="2725"/>
                  </a:lnTo>
                  <a:lnTo>
                    <a:pt x="15410" y="2502"/>
                  </a:lnTo>
                  <a:lnTo>
                    <a:pt x="14316" y="2256"/>
                  </a:lnTo>
                  <a:lnTo>
                    <a:pt x="13266" y="2011"/>
                  </a:lnTo>
                  <a:lnTo>
                    <a:pt x="12261" y="1743"/>
                  </a:lnTo>
                  <a:lnTo>
                    <a:pt x="11279" y="1475"/>
                  </a:lnTo>
                  <a:lnTo>
                    <a:pt x="10318" y="1185"/>
                  </a:lnTo>
                  <a:lnTo>
                    <a:pt x="9403" y="917"/>
                  </a:lnTo>
                  <a:lnTo>
                    <a:pt x="8509" y="604"/>
                  </a:lnTo>
                  <a:lnTo>
                    <a:pt x="7661" y="314"/>
                  </a:lnTo>
                  <a:lnTo>
                    <a:pt x="6834" y="1"/>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58" name="Google Shape;258;p18"/>
            <p:cNvSpPr/>
            <p:nvPr/>
          </p:nvSpPr>
          <p:spPr>
            <a:xfrm>
              <a:off x="4308382" y="3740892"/>
              <a:ext cx="4833127" cy="741006"/>
            </a:xfrm>
            <a:custGeom>
              <a:rect b="b" l="l" r="r" t="t"/>
              <a:pathLst>
                <a:path extrusionOk="0" h="13758" w="89735">
                  <a:moveTo>
                    <a:pt x="13289" y="0"/>
                  </a:moveTo>
                  <a:lnTo>
                    <a:pt x="11725" y="402"/>
                  </a:lnTo>
                  <a:lnTo>
                    <a:pt x="10251" y="826"/>
                  </a:lnTo>
                  <a:lnTo>
                    <a:pt x="8889" y="1251"/>
                  </a:lnTo>
                  <a:lnTo>
                    <a:pt x="7594" y="1697"/>
                  </a:lnTo>
                  <a:lnTo>
                    <a:pt x="6410" y="2166"/>
                  </a:lnTo>
                  <a:lnTo>
                    <a:pt x="5316" y="2635"/>
                  </a:lnTo>
                  <a:lnTo>
                    <a:pt x="4333" y="3127"/>
                  </a:lnTo>
                  <a:lnTo>
                    <a:pt x="3864" y="3372"/>
                  </a:lnTo>
                  <a:lnTo>
                    <a:pt x="3440" y="3618"/>
                  </a:lnTo>
                  <a:lnTo>
                    <a:pt x="3038" y="3886"/>
                  </a:lnTo>
                  <a:lnTo>
                    <a:pt x="2636" y="4132"/>
                  </a:lnTo>
                  <a:lnTo>
                    <a:pt x="2279" y="4377"/>
                  </a:lnTo>
                  <a:lnTo>
                    <a:pt x="1944" y="4645"/>
                  </a:lnTo>
                  <a:lnTo>
                    <a:pt x="1653" y="4913"/>
                  </a:lnTo>
                  <a:lnTo>
                    <a:pt x="1363" y="5159"/>
                  </a:lnTo>
                  <a:lnTo>
                    <a:pt x="1117" y="5427"/>
                  </a:lnTo>
                  <a:lnTo>
                    <a:pt x="872" y="5695"/>
                  </a:lnTo>
                  <a:lnTo>
                    <a:pt x="671" y="5963"/>
                  </a:lnTo>
                  <a:lnTo>
                    <a:pt x="492" y="6231"/>
                  </a:lnTo>
                  <a:lnTo>
                    <a:pt x="358" y="6499"/>
                  </a:lnTo>
                  <a:lnTo>
                    <a:pt x="224" y="6789"/>
                  </a:lnTo>
                  <a:lnTo>
                    <a:pt x="135" y="7057"/>
                  </a:lnTo>
                  <a:lnTo>
                    <a:pt x="68" y="7325"/>
                  </a:lnTo>
                  <a:lnTo>
                    <a:pt x="23" y="7616"/>
                  </a:lnTo>
                  <a:lnTo>
                    <a:pt x="1" y="7884"/>
                  </a:lnTo>
                  <a:lnTo>
                    <a:pt x="23" y="8085"/>
                  </a:lnTo>
                  <a:lnTo>
                    <a:pt x="45" y="8263"/>
                  </a:lnTo>
                  <a:lnTo>
                    <a:pt x="68" y="8464"/>
                  </a:lnTo>
                  <a:lnTo>
                    <a:pt x="112" y="8665"/>
                  </a:lnTo>
                  <a:lnTo>
                    <a:pt x="246" y="9045"/>
                  </a:lnTo>
                  <a:lnTo>
                    <a:pt x="447" y="9425"/>
                  </a:lnTo>
                  <a:lnTo>
                    <a:pt x="693" y="9804"/>
                  </a:lnTo>
                  <a:lnTo>
                    <a:pt x="983" y="10184"/>
                  </a:lnTo>
                  <a:lnTo>
                    <a:pt x="1341" y="10564"/>
                  </a:lnTo>
                  <a:lnTo>
                    <a:pt x="1743" y="10943"/>
                  </a:lnTo>
                  <a:lnTo>
                    <a:pt x="2212" y="11301"/>
                  </a:lnTo>
                  <a:lnTo>
                    <a:pt x="2703" y="11680"/>
                  </a:lnTo>
                  <a:lnTo>
                    <a:pt x="3284" y="12038"/>
                  </a:lnTo>
                  <a:lnTo>
                    <a:pt x="3887" y="12395"/>
                  </a:lnTo>
                  <a:lnTo>
                    <a:pt x="4556" y="12752"/>
                  </a:lnTo>
                  <a:lnTo>
                    <a:pt x="5271" y="13087"/>
                  </a:lnTo>
                  <a:lnTo>
                    <a:pt x="6030" y="13422"/>
                  </a:lnTo>
                  <a:lnTo>
                    <a:pt x="6834" y="13757"/>
                  </a:lnTo>
                  <a:lnTo>
                    <a:pt x="7661" y="13445"/>
                  </a:lnTo>
                  <a:lnTo>
                    <a:pt x="8509" y="13154"/>
                  </a:lnTo>
                  <a:lnTo>
                    <a:pt x="9403" y="12864"/>
                  </a:lnTo>
                  <a:lnTo>
                    <a:pt x="10318" y="12574"/>
                  </a:lnTo>
                  <a:lnTo>
                    <a:pt x="11279" y="12283"/>
                  </a:lnTo>
                  <a:lnTo>
                    <a:pt x="12261" y="12015"/>
                  </a:lnTo>
                  <a:lnTo>
                    <a:pt x="13266" y="11747"/>
                  </a:lnTo>
                  <a:lnTo>
                    <a:pt x="14316" y="11502"/>
                  </a:lnTo>
                  <a:lnTo>
                    <a:pt x="15410" y="11256"/>
                  </a:lnTo>
                  <a:lnTo>
                    <a:pt x="16505" y="11033"/>
                  </a:lnTo>
                  <a:lnTo>
                    <a:pt x="17644" y="10809"/>
                  </a:lnTo>
                  <a:lnTo>
                    <a:pt x="18805" y="10586"/>
                  </a:lnTo>
                  <a:lnTo>
                    <a:pt x="19989" y="10385"/>
                  </a:lnTo>
                  <a:lnTo>
                    <a:pt x="21195" y="10184"/>
                  </a:lnTo>
                  <a:lnTo>
                    <a:pt x="23696" y="9804"/>
                  </a:lnTo>
                  <a:lnTo>
                    <a:pt x="26286" y="9492"/>
                  </a:lnTo>
                  <a:lnTo>
                    <a:pt x="28944" y="9201"/>
                  </a:lnTo>
                  <a:lnTo>
                    <a:pt x="31691" y="8956"/>
                  </a:lnTo>
                  <a:lnTo>
                    <a:pt x="34505" y="8755"/>
                  </a:lnTo>
                  <a:lnTo>
                    <a:pt x="37386" y="8598"/>
                  </a:lnTo>
                  <a:lnTo>
                    <a:pt x="40312" y="8487"/>
                  </a:lnTo>
                  <a:lnTo>
                    <a:pt x="43282" y="8420"/>
                  </a:lnTo>
                  <a:lnTo>
                    <a:pt x="46319" y="8397"/>
                  </a:lnTo>
                  <a:lnTo>
                    <a:pt x="49334" y="8420"/>
                  </a:lnTo>
                  <a:lnTo>
                    <a:pt x="52304" y="8487"/>
                  </a:lnTo>
                  <a:lnTo>
                    <a:pt x="55230" y="8598"/>
                  </a:lnTo>
                  <a:lnTo>
                    <a:pt x="58111" y="8755"/>
                  </a:lnTo>
                  <a:lnTo>
                    <a:pt x="60925" y="8956"/>
                  </a:lnTo>
                  <a:lnTo>
                    <a:pt x="63672" y="9201"/>
                  </a:lnTo>
                  <a:lnTo>
                    <a:pt x="66329" y="9492"/>
                  </a:lnTo>
                  <a:lnTo>
                    <a:pt x="68920" y="9804"/>
                  </a:lnTo>
                  <a:lnTo>
                    <a:pt x="71421" y="10184"/>
                  </a:lnTo>
                  <a:lnTo>
                    <a:pt x="72627" y="10385"/>
                  </a:lnTo>
                  <a:lnTo>
                    <a:pt x="73811" y="10586"/>
                  </a:lnTo>
                  <a:lnTo>
                    <a:pt x="74972" y="10809"/>
                  </a:lnTo>
                  <a:lnTo>
                    <a:pt x="76111" y="11033"/>
                  </a:lnTo>
                  <a:lnTo>
                    <a:pt x="77228" y="11256"/>
                  </a:lnTo>
                  <a:lnTo>
                    <a:pt x="78300" y="11502"/>
                  </a:lnTo>
                  <a:lnTo>
                    <a:pt x="79350" y="11747"/>
                  </a:lnTo>
                  <a:lnTo>
                    <a:pt x="80355" y="12015"/>
                  </a:lnTo>
                  <a:lnTo>
                    <a:pt x="81359" y="12283"/>
                  </a:lnTo>
                  <a:lnTo>
                    <a:pt x="82297" y="12574"/>
                  </a:lnTo>
                  <a:lnTo>
                    <a:pt x="83235" y="12864"/>
                  </a:lnTo>
                  <a:lnTo>
                    <a:pt x="84106" y="13154"/>
                  </a:lnTo>
                  <a:lnTo>
                    <a:pt x="84977" y="13445"/>
                  </a:lnTo>
                  <a:lnTo>
                    <a:pt x="85781" y="13757"/>
                  </a:lnTo>
                  <a:lnTo>
                    <a:pt x="86920" y="13288"/>
                  </a:lnTo>
                  <a:lnTo>
                    <a:pt x="87948" y="12797"/>
                  </a:lnTo>
                  <a:lnTo>
                    <a:pt x="88439" y="12551"/>
                  </a:lnTo>
                  <a:lnTo>
                    <a:pt x="88886" y="12306"/>
                  </a:lnTo>
                  <a:lnTo>
                    <a:pt x="89310" y="12060"/>
                  </a:lnTo>
                  <a:lnTo>
                    <a:pt x="89734" y="11792"/>
                  </a:lnTo>
                  <a:lnTo>
                    <a:pt x="89734" y="3975"/>
                  </a:lnTo>
                  <a:lnTo>
                    <a:pt x="89288" y="3685"/>
                  </a:lnTo>
                  <a:lnTo>
                    <a:pt x="88819" y="3417"/>
                  </a:lnTo>
                  <a:lnTo>
                    <a:pt x="88305" y="3149"/>
                  </a:lnTo>
                  <a:lnTo>
                    <a:pt x="87791" y="2881"/>
                  </a:lnTo>
                  <a:lnTo>
                    <a:pt x="87233" y="2613"/>
                  </a:lnTo>
                  <a:lnTo>
                    <a:pt x="86652" y="2367"/>
                  </a:lnTo>
                  <a:lnTo>
                    <a:pt x="86049" y="2099"/>
                  </a:lnTo>
                  <a:lnTo>
                    <a:pt x="85402" y="1854"/>
                  </a:lnTo>
                  <a:lnTo>
                    <a:pt x="84039" y="1362"/>
                  </a:lnTo>
                  <a:lnTo>
                    <a:pt x="82588" y="893"/>
                  </a:lnTo>
                  <a:lnTo>
                    <a:pt x="81002" y="424"/>
                  </a:lnTo>
                  <a:lnTo>
                    <a:pt x="79327" y="0"/>
                  </a:lnTo>
                  <a:lnTo>
                    <a:pt x="77652" y="380"/>
                  </a:lnTo>
                  <a:lnTo>
                    <a:pt x="75910" y="759"/>
                  </a:lnTo>
                  <a:lnTo>
                    <a:pt x="74101" y="1117"/>
                  </a:lnTo>
                  <a:lnTo>
                    <a:pt x="72225" y="1429"/>
                  </a:lnTo>
                  <a:lnTo>
                    <a:pt x="70305" y="1742"/>
                  </a:lnTo>
                  <a:lnTo>
                    <a:pt x="68317" y="2010"/>
                  </a:lnTo>
                  <a:lnTo>
                    <a:pt x="66307" y="2278"/>
                  </a:lnTo>
                  <a:lnTo>
                    <a:pt x="64230" y="2501"/>
                  </a:lnTo>
                  <a:lnTo>
                    <a:pt x="62108" y="2702"/>
                  </a:lnTo>
                  <a:lnTo>
                    <a:pt x="59942" y="2881"/>
                  </a:lnTo>
                  <a:lnTo>
                    <a:pt x="57754" y="3015"/>
                  </a:lnTo>
                  <a:lnTo>
                    <a:pt x="55520" y="3149"/>
                  </a:lnTo>
                  <a:lnTo>
                    <a:pt x="53242" y="3238"/>
                  </a:lnTo>
                  <a:lnTo>
                    <a:pt x="50964" y="3305"/>
                  </a:lnTo>
                  <a:lnTo>
                    <a:pt x="48642" y="3350"/>
                  </a:lnTo>
                  <a:lnTo>
                    <a:pt x="46319" y="3372"/>
                  </a:lnTo>
                  <a:lnTo>
                    <a:pt x="43974" y="3350"/>
                  </a:lnTo>
                  <a:lnTo>
                    <a:pt x="41652" y="3305"/>
                  </a:lnTo>
                  <a:lnTo>
                    <a:pt x="39374" y="3238"/>
                  </a:lnTo>
                  <a:lnTo>
                    <a:pt x="37096" y="3149"/>
                  </a:lnTo>
                  <a:lnTo>
                    <a:pt x="34885" y="3015"/>
                  </a:lnTo>
                  <a:lnTo>
                    <a:pt x="32674" y="2881"/>
                  </a:lnTo>
                  <a:lnTo>
                    <a:pt x="30507" y="2702"/>
                  </a:lnTo>
                  <a:lnTo>
                    <a:pt x="28408" y="2501"/>
                  </a:lnTo>
                  <a:lnTo>
                    <a:pt x="26331" y="2278"/>
                  </a:lnTo>
                  <a:lnTo>
                    <a:pt x="24299" y="2010"/>
                  </a:lnTo>
                  <a:lnTo>
                    <a:pt x="22311" y="1742"/>
                  </a:lnTo>
                  <a:lnTo>
                    <a:pt x="20391" y="1429"/>
                  </a:lnTo>
                  <a:lnTo>
                    <a:pt x="18515" y="1117"/>
                  </a:lnTo>
                  <a:lnTo>
                    <a:pt x="16706" y="759"/>
                  </a:lnTo>
                  <a:lnTo>
                    <a:pt x="14964" y="380"/>
                  </a:lnTo>
                  <a:lnTo>
                    <a:pt x="13289" y="0"/>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59" name="Google Shape;259;p18"/>
            <p:cNvSpPr/>
            <p:nvPr/>
          </p:nvSpPr>
          <p:spPr>
            <a:xfrm>
              <a:off x="4308382" y="2704009"/>
              <a:ext cx="4833127" cy="1032065"/>
            </a:xfrm>
            <a:custGeom>
              <a:rect b="b" l="l" r="r" t="t"/>
              <a:pathLst>
                <a:path extrusionOk="0" h="19162" w="89735">
                  <a:moveTo>
                    <a:pt x="43929" y="0"/>
                  </a:moveTo>
                  <a:lnTo>
                    <a:pt x="41585" y="45"/>
                  </a:lnTo>
                  <a:lnTo>
                    <a:pt x="39262" y="134"/>
                  </a:lnTo>
                  <a:lnTo>
                    <a:pt x="36984" y="224"/>
                  </a:lnTo>
                  <a:lnTo>
                    <a:pt x="34751" y="358"/>
                  </a:lnTo>
                  <a:lnTo>
                    <a:pt x="32562" y="492"/>
                  </a:lnTo>
                  <a:lnTo>
                    <a:pt x="30396" y="670"/>
                  </a:lnTo>
                  <a:lnTo>
                    <a:pt x="28296" y="871"/>
                  </a:lnTo>
                  <a:lnTo>
                    <a:pt x="26264" y="1117"/>
                  </a:lnTo>
                  <a:lnTo>
                    <a:pt x="24254" y="1363"/>
                  </a:lnTo>
                  <a:lnTo>
                    <a:pt x="22311" y="1631"/>
                  </a:lnTo>
                  <a:lnTo>
                    <a:pt x="20435" y="1921"/>
                  </a:lnTo>
                  <a:lnTo>
                    <a:pt x="18626" y="2233"/>
                  </a:lnTo>
                  <a:lnTo>
                    <a:pt x="16884" y="2568"/>
                  </a:lnTo>
                  <a:lnTo>
                    <a:pt x="15187" y="2926"/>
                  </a:lnTo>
                  <a:lnTo>
                    <a:pt x="13579" y="3305"/>
                  </a:lnTo>
                  <a:lnTo>
                    <a:pt x="12060" y="3685"/>
                  </a:lnTo>
                  <a:lnTo>
                    <a:pt x="10586" y="4087"/>
                  </a:lnTo>
                  <a:lnTo>
                    <a:pt x="9224" y="4534"/>
                  </a:lnTo>
                  <a:lnTo>
                    <a:pt x="7929" y="4958"/>
                  </a:lnTo>
                  <a:lnTo>
                    <a:pt x="6723" y="5427"/>
                  </a:lnTo>
                  <a:lnTo>
                    <a:pt x="5606" y="5896"/>
                  </a:lnTo>
                  <a:lnTo>
                    <a:pt x="4579" y="6387"/>
                  </a:lnTo>
                  <a:lnTo>
                    <a:pt x="4110" y="6633"/>
                  </a:lnTo>
                  <a:lnTo>
                    <a:pt x="3663" y="6879"/>
                  </a:lnTo>
                  <a:lnTo>
                    <a:pt x="3217" y="7124"/>
                  </a:lnTo>
                  <a:lnTo>
                    <a:pt x="2815" y="7392"/>
                  </a:lnTo>
                  <a:lnTo>
                    <a:pt x="2435" y="7660"/>
                  </a:lnTo>
                  <a:lnTo>
                    <a:pt x="2100" y="7906"/>
                  </a:lnTo>
                  <a:lnTo>
                    <a:pt x="1765" y="8174"/>
                  </a:lnTo>
                  <a:lnTo>
                    <a:pt x="1475" y="8442"/>
                  </a:lnTo>
                  <a:lnTo>
                    <a:pt x="1207" y="8710"/>
                  </a:lnTo>
                  <a:lnTo>
                    <a:pt x="961" y="9000"/>
                  </a:lnTo>
                  <a:lnTo>
                    <a:pt x="738" y="9268"/>
                  </a:lnTo>
                  <a:lnTo>
                    <a:pt x="537" y="9559"/>
                  </a:lnTo>
                  <a:lnTo>
                    <a:pt x="380" y="9827"/>
                  </a:lnTo>
                  <a:lnTo>
                    <a:pt x="246" y="10117"/>
                  </a:lnTo>
                  <a:lnTo>
                    <a:pt x="135" y="10385"/>
                  </a:lnTo>
                  <a:lnTo>
                    <a:pt x="68" y="10675"/>
                  </a:lnTo>
                  <a:lnTo>
                    <a:pt x="23" y="10966"/>
                  </a:lnTo>
                  <a:lnTo>
                    <a:pt x="1" y="11256"/>
                  </a:lnTo>
                  <a:lnTo>
                    <a:pt x="23" y="11546"/>
                  </a:lnTo>
                  <a:lnTo>
                    <a:pt x="68" y="11814"/>
                  </a:lnTo>
                  <a:lnTo>
                    <a:pt x="135" y="12082"/>
                  </a:lnTo>
                  <a:lnTo>
                    <a:pt x="224" y="12373"/>
                  </a:lnTo>
                  <a:lnTo>
                    <a:pt x="358" y="12641"/>
                  </a:lnTo>
                  <a:lnTo>
                    <a:pt x="492" y="12909"/>
                  </a:lnTo>
                  <a:lnTo>
                    <a:pt x="671" y="13177"/>
                  </a:lnTo>
                  <a:lnTo>
                    <a:pt x="872" y="13445"/>
                  </a:lnTo>
                  <a:lnTo>
                    <a:pt x="1117" y="13713"/>
                  </a:lnTo>
                  <a:lnTo>
                    <a:pt x="1363" y="13981"/>
                  </a:lnTo>
                  <a:lnTo>
                    <a:pt x="1653" y="14249"/>
                  </a:lnTo>
                  <a:lnTo>
                    <a:pt x="1944" y="14494"/>
                  </a:lnTo>
                  <a:lnTo>
                    <a:pt x="2279" y="14762"/>
                  </a:lnTo>
                  <a:lnTo>
                    <a:pt x="2636" y="15008"/>
                  </a:lnTo>
                  <a:lnTo>
                    <a:pt x="3038" y="15276"/>
                  </a:lnTo>
                  <a:lnTo>
                    <a:pt x="3440" y="15522"/>
                  </a:lnTo>
                  <a:lnTo>
                    <a:pt x="3864" y="15767"/>
                  </a:lnTo>
                  <a:lnTo>
                    <a:pt x="4333" y="16013"/>
                  </a:lnTo>
                  <a:lnTo>
                    <a:pt x="5316" y="16504"/>
                  </a:lnTo>
                  <a:lnTo>
                    <a:pt x="6410" y="16973"/>
                  </a:lnTo>
                  <a:lnTo>
                    <a:pt x="7594" y="17442"/>
                  </a:lnTo>
                  <a:lnTo>
                    <a:pt x="8889" y="17889"/>
                  </a:lnTo>
                  <a:lnTo>
                    <a:pt x="10251" y="18335"/>
                  </a:lnTo>
                  <a:lnTo>
                    <a:pt x="11725" y="18737"/>
                  </a:lnTo>
                  <a:lnTo>
                    <a:pt x="13289" y="19162"/>
                  </a:lnTo>
                  <a:lnTo>
                    <a:pt x="14964" y="18760"/>
                  </a:lnTo>
                  <a:lnTo>
                    <a:pt x="16706" y="18380"/>
                  </a:lnTo>
                  <a:lnTo>
                    <a:pt x="18515" y="18023"/>
                  </a:lnTo>
                  <a:lnTo>
                    <a:pt x="20391" y="17710"/>
                  </a:lnTo>
                  <a:lnTo>
                    <a:pt x="22311" y="17398"/>
                  </a:lnTo>
                  <a:lnTo>
                    <a:pt x="24299" y="17130"/>
                  </a:lnTo>
                  <a:lnTo>
                    <a:pt x="26331" y="16884"/>
                  </a:lnTo>
                  <a:lnTo>
                    <a:pt x="28408" y="16638"/>
                  </a:lnTo>
                  <a:lnTo>
                    <a:pt x="30507" y="16437"/>
                  </a:lnTo>
                  <a:lnTo>
                    <a:pt x="32674" y="16281"/>
                  </a:lnTo>
                  <a:lnTo>
                    <a:pt x="34885" y="16125"/>
                  </a:lnTo>
                  <a:lnTo>
                    <a:pt x="37096" y="15991"/>
                  </a:lnTo>
                  <a:lnTo>
                    <a:pt x="39374" y="15901"/>
                  </a:lnTo>
                  <a:lnTo>
                    <a:pt x="41652" y="15834"/>
                  </a:lnTo>
                  <a:lnTo>
                    <a:pt x="43974" y="15790"/>
                  </a:lnTo>
                  <a:lnTo>
                    <a:pt x="46319" y="15767"/>
                  </a:lnTo>
                  <a:lnTo>
                    <a:pt x="48642" y="15790"/>
                  </a:lnTo>
                  <a:lnTo>
                    <a:pt x="50964" y="15834"/>
                  </a:lnTo>
                  <a:lnTo>
                    <a:pt x="53242" y="15901"/>
                  </a:lnTo>
                  <a:lnTo>
                    <a:pt x="55520" y="15991"/>
                  </a:lnTo>
                  <a:lnTo>
                    <a:pt x="57754" y="16125"/>
                  </a:lnTo>
                  <a:lnTo>
                    <a:pt x="59942" y="16281"/>
                  </a:lnTo>
                  <a:lnTo>
                    <a:pt x="62108" y="16437"/>
                  </a:lnTo>
                  <a:lnTo>
                    <a:pt x="64230" y="16638"/>
                  </a:lnTo>
                  <a:lnTo>
                    <a:pt x="66307" y="16884"/>
                  </a:lnTo>
                  <a:lnTo>
                    <a:pt x="68317" y="17130"/>
                  </a:lnTo>
                  <a:lnTo>
                    <a:pt x="70305" y="17398"/>
                  </a:lnTo>
                  <a:lnTo>
                    <a:pt x="72225" y="17710"/>
                  </a:lnTo>
                  <a:lnTo>
                    <a:pt x="74101" y="18023"/>
                  </a:lnTo>
                  <a:lnTo>
                    <a:pt x="75910" y="18380"/>
                  </a:lnTo>
                  <a:lnTo>
                    <a:pt x="77652" y="18760"/>
                  </a:lnTo>
                  <a:lnTo>
                    <a:pt x="79327" y="19162"/>
                  </a:lnTo>
                  <a:lnTo>
                    <a:pt x="81002" y="18715"/>
                  </a:lnTo>
                  <a:lnTo>
                    <a:pt x="82588" y="18269"/>
                  </a:lnTo>
                  <a:lnTo>
                    <a:pt x="84039" y="17777"/>
                  </a:lnTo>
                  <a:lnTo>
                    <a:pt x="85402" y="17286"/>
                  </a:lnTo>
                  <a:lnTo>
                    <a:pt x="86049" y="17040"/>
                  </a:lnTo>
                  <a:lnTo>
                    <a:pt x="86652" y="16795"/>
                  </a:lnTo>
                  <a:lnTo>
                    <a:pt x="87233" y="16527"/>
                  </a:lnTo>
                  <a:lnTo>
                    <a:pt x="87791" y="16259"/>
                  </a:lnTo>
                  <a:lnTo>
                    <a:pt x="88305" y="15991"/>
                  </a:lnTo>
                  <a:lnTo>
                    <a:pt x="88819" y="15723"/>
                  </a:lnTo>
                  <a:lnTo>
                    <a:pt x="89288" y="15455"/>
                  </a:lnTo>
                  <a:lnTo>
                    <a:pt x="89734" y="15187"/>
                  </a:lnTo>
                  <a:lnTo>
                    <a:pt x="89734" y="7348"/>
                  </a:lnTo>
                  <a:lnTo>
                    <a:pt x="89087" y="6946"/>
                  </a:lnTo>
                  <a:lnTo>
                    <a:pt x="88394" y="6566"/>
                  </a:lnTo>
                  <a:lnTo>
                    <a:pt x="87635" y="6186"/>
                  </a:lnTo>
                  <a:lnTo>
                    <a:pt x="86809" y="5807"/>
                  </a:lnTo>
                  <a:lnTo>
                    <a:pt x="85960" y="5449"/>
                  </a:lnTo>
                  <a:lnTo>
                    <a:pt x="85022" y="5092"/>
                  </a:lnTo>
                  <a:lnTo>
                    <a:pt x="84062" y="4735"/>
                  </a:lnTo>
                  <a:lnTo>
                    <a:pt x="83034" y="4400"/>
                  </a:lnTo>
                  <a:lnTo>
                    <a:pt x="81962" y="4065"/>
                  </a:lnTo>
                  <a:lnTo>
                    <a:pt x="80824" y="3752"/>
                  </a:lnTo>
                  <a:lnTo>
                    <a:pt x="79640" y="3439"/>
                  </a:lnTo>
                  <a:lnTo>
                    <a:pt x="78412" y="3149"/>
                  </a:lnTo>
                  <a:lnTo>
                    <a:pt x="77139" y="2859"/>
                  </a:lnTo>
                  <a:lnTo>
                    <a:pt x="75821" y="2591"/>
                  </a:lnTo>
                  <a:lnTo>
                    <a:pt x="74459" y="2323"/>
                  </a:lnTo>
                  <a:lnTo>
                    <a:pt x="73052" y="2055"/>
                  </a:lnTo>
                  <a:lnTo>
                    <a:pt x="71555" y="1809"/>
                  </a:lnTo>
                  <a:lnTo>
                    <a:pt x="70037" y="1586"/>
                  </a:lnTo>
                  <a:lnTo>
                    <a:pt x="68496" y="1363"/>
                  </a:lnTo>
                  <a:lnTo>
                    <a:pt x="66910" y="1162"/>
                  </a:lnTo>
                  <a:lnTo>
                    <a:pt x="65302" y="983"/>
                  </a:lnTo>
                  <a:lnTo>
                    <a:pt x="63672" y="804"/>
                  </a:lnTo>
                  <a:lnTo>
                    <a:pt x="62019" y="670"/>
                  </a:lnTo>
                  <a:lnTo>
                    <a:pt x="60344" y="514"/>
                  </a:lnTo>
                  <a:lnTo>
                    <a:pt x="58647" y="402"/>
                  </a:lnTo>
                  <a:lnTo>
                    <a:pt x="56950" y="291"/>
                  </a:lnTo>
                  <a:lnTo>
                    <a:pt x="55208" y="201"/>
                  </a:lnTo>
                  <a:lnTo>
                    <a:pt x="53443" y="134"/>
                  </a:lnTo>
                  <a:lnTo>
                    <a:pt x="51679" y="67"/>
                  </a:lnTo>
                  <a:lnTo>
                    <a:pt x="49915" y="23"/>
                  </a:lnTo>
                  <a:lnTo>
                    <a:pt x="48106" y="0"/>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Alt 1">
  <p:cSld name="BLANK_1_1_1_1_1_1_1">
    <p:spTree>
      <p:nvGrpSpPr>
        <p:cNvPr id="260" name="Shape 260"/>
        <p:cNvGrpSpPr/>
        <p:nvPr/>
      </p:nvGrpSpPr>
      <p:grpSpPr>
        <a:xfrm>
          <a:off x="0" y="0"/>
          <a:ext cx="0" cy="0"/>
          <a:chOff x="0" y="0"/>
          <a:chExt cx="0" cy="0"/>
        </a:xfrm>
      </p:grpSpPr>
      <p:sp>
        <p:nvSpPr>
          <p:cNvPr id="261" name="Google Shape;261;p19"/>
          <p:cNvSpPr/>
          <p:nvPr/>
        </p:nvSpPr>
        <p:spPr>
          <a:xfrm>
            <a:off x="6519500" y="2955733"/>
            <a:ext cx="4728600" cy="2139600"/>
          </a:xfrm>
          <a:prstGeom prst="chord">
            <a:avLst>
              <a:gd fmla="val 4346562" name="adj1"/>
              <a:gd fmla="val 17254322"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62" name="Google Shape;262;p19"/>
          <p:cNvSpPr/>
          <p:nvPr/>
        </p:nvSpPr>
        <p:spPr>
          <a:xfrm rot="2255381">
            <a:off x="6450488" y="3148949"/>
            <a:ext cx="5167848" cy="2352503"/>
          </a:xfrm>
          <a:prstGeom prst="chord">
            <a:avLst>
              <a:gd fmla="val 3282930" name="adj1"/>
              <a:gd fmla="val 14744228"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63" name="Google Shape;263;p19"/>
          <p:cNvSpPr/>
          <p:nvPr/>
        </p:nvSpPr>
        <p:spPr>
          <a:xfrm>
            <a:off x="6008850" y="4160134"/>
            <a:ext cx="3135148" cy="2697885"/>
          </a:xfrm>
          <a:custGeom>
            <a:rect b="b" l="l" r="r" t="t"/>
            <a:pathLst>
              <a:path extrusionOk="0" h="29205" w="61561">
                <a:moveTo>
                  <a:pt x="61560" y="1"/>
                </a:moveTo>
                <a:lnTo>
                  <a:pt x="60172" y="120"/>
                </a:lnTo>
                <a:lnTo>
                  <a:pt x="58745" y="258"/>
                </a:lnTo>
                <a:lnTo>
                  <a:pt x="57318" y="417"/>
                </a:lnTo>
                <a:lnTo>
                  <a:pt x="55870" y="595"/>
                </a:lnTo>
                <a:lnTo>
                  <a:pt x="54403" y="814"/>
                </a:lnTo>
                <a:lnTo>
                  <a:pt x="52936" y="1051"/>
                </a:lnTo>
                <a:lnTo>
                  <a:pt x="51429" y="1309"/>
                </a:lnTo>
                <a:lnTo>
                  <a:pt x="49942" y="1587"/>
                </a:lnTo>
                <a:lnTo>
                  <a:pt x="48436" y="1884"/>
                </a:lnTo>
                <a:lnTo>
                  <a:pt x="46909" y="2221"/>
                </a:lnTo>
                <a:lnTo>
                  <a:pt x="45382" y="2578"/>
                </a:lnTo>
                <a:lnTo>
                  <a:pt x="43836" y="2955"/>
                </a:lnTo>
                <a:lnTo>
                  <a:pt x="42309" y="3351"/>
                </a:lnTo>
                <a:lnTo>
                  <a:pt x="40763" y="3787"/>
                </a:lnTo>
                <a:lnTo>
                  <a:pt x="39217" y="4224"/>
                </a:lnTo>
                <a:lnTo>
                  <a:pt x="37670" y="4699"/>
                </a:lnTo>
                <a:lnTo>
                  <a:pt x="35866" y="5274"/>
                </a:lnTo>
                <a:lnTo>
                  <a:pt x="34082" y="5869"/>
                </a:lnTo>
                <a:lnTo>
                  <a:pt x="32337" y="6484"/>
                </a:lnTo>
                <a:lnTo>
                  <a:pt x="30592" y="7118"/>
                </a:lnTo>
                <a:lnTo>
                  <a:pt x="28887" y="7792"/>
                </a:lnTo>
                <a:lnTo>
                  <a:pt x="27222" y="8466"/>
                </a:lnTo>
                <a:lnTo>
                  <a:pt x="25557" y="9160"/>
                </a:lnTo>
                <a:lnTo>
                  <a:pt x="23951" y="9894"/>
                </a:lnTo>
                <a:lnTo>
                  <a:pt x="22365" y="10627"/>
                </a:lnTo>
                <a:lnTo>
                  <a:pt x="20818" y="11381"/>
                </a:lnTo>
                <a:lnTo>
                  <a:pt x="19292" y="12154"/>
                </a:lnTo>
                <a:lnTo>
                  <a:pt x="17824" y="12927"/>
                </a:lnTo>
                <a:lnTo>
                  <a:pt x="16377" y="13740"/>
                </a:lnTo>
                <a:lnTo>
                  <a:pt x="14989" y="14553"/>
                </a:lnTo>
                <a:lnTo>
                  <a:pt x="13621" y="15386"/>
                </a:lnTo>
                <a:lnTo>
                  <a:pt x="12313" y="16218"/>
                </a:lnTo>
                <a:lnTo>
                  <a:pt x="11084" y="17051"/>
                </a:lnTo>
                <a:lnTo>
                  <a:pt x="9914" y="17884"/>
                </a:lnTo>
                <a:lnTo>
                  <a:pt x="8804" y="18716"/>
                </a:lnTo>
                <a:lnTo>
                  <a:pt x="7753" y="19549"/>
                </a:lnTo>
                <a:lnTo>
                  <a:pt x="6762" y="20382"/>
                </a:lnTo>
                <a:lnTo>
                  <a:pt x="5810" y="21214"/>
                </a:lnTo>
                <a:lnTo>
                  <a:pt x="4938" y="22027"/>
                </a:lnTo>
                <a:lnTo>
                  <a:pt x="4125" y="22860"/>
                </a:lnTo>
                <a:lnTo>
                  <a:pt x="3371" y="23693"/>
                </a:lnTo>
                <a:lnTo>
                  <a:pt x="2697" y="24505"/>
                </a:lnTo>
                <a:lnTo>
                  <a:pt x="2380" y="24902"/>
                </a:lnTo>
                <a:lnTo>
                  <a:pt x="2063" y="25298"/>
                </a:lnTo>
                <a:lnTo>
                  <a:pt x="1785" y="25715"/>
                </a:lnTo>
                <a:lnTo>
                  <a:pt x="1528" y="26111"/>
                </a:lnTo>
                <a:lnTo>
                  <a:pt x="1270" y="26508"/>
                </a:lnTo>
                <a:lnTo>
                  <a:pt x="1032" y="26904"/>
                </a:lnTo>
                <a:lnTo>
                  <a:pt x="814" y="27281"/>
                </a:lnTo>
                <a:lnTo>
                  <a:pt x="616" y="27678"/>
                </a:lnTo>
                <a:lnTo>
                  <a:pt x="437" y="28054"/>
                </a:lnTo>
                <a:lnTo>
                  <a:pt x="279" y="28451"/>
                </a:lnTo>
                <a:lnTo>
                  <a:pt x="120" y="28827"/>
                </a:lnTo>
                <a:lnTo>
                  <a:pt x="1" y="29204"/>
                </a:lnTo>
                <a:lnTo>
                  <a:pt x="61560" y="29204"/>
                </a:lnTo>
                <a:lnTo>
                  <a:pt x="61560" y="1"/>
                </a:lnTo>
                <a:close/>
              </a:path>
            </a:pathLst>
          </a:custGeom>
          <a:gradFill>
            <a:gsLst>
              <a:gs pos="0">
                <a:schemeClr val="accent2"/>
              </a:gs>
              <a:gs pos="37000">
                <a:schemeClr val="lt2"/>
              </a:gs>
              <a:gs pos="92000">
                <a:schemeClr val="accent1"/>
              </a:gs>
              <a:gs pos="100000">
                <a:schemeClr val="accent1"/>
              </a:gs>
            </a:gsLst>
            <a:lin ang="10800025"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264" name="Google Shape;264;p19"/>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65" name="Google Shape;265;p19"/>
          <p:cNvSpPr txBox="1"/>
          <p:nvPr>
            <p:ph idx="2" type="title"/>
          </p:nvPr>
        </p:nvSpPr>
        <p:spPr>
          <a:xfrm>
            <a:off x="115025" y="541667"/>
            <a:ext cx="6507000" cy="3542400"/>
          </a:xfrm>
          <a:prstGeom prst="rect">
            <a:avLst/>
          </a:prstGeom>
        </p:spPr>
        <p:txBody>
          <a:bodyPr anchorCtr="0" anchor="t" bIns="91425" lIns="91425" spcFirstLastPara="1" rIns="91425" wrap="square" tIns="0">
            <a:noAutofit/>
          </a:bodyPr>
          <a:lstStyle>
            <a:lvl1pPr lvl="0">
              <a:lnSpc>
                <a:spcPct val="90000"/>
              </a:lnSpc>
              <a:spcBef>
                <a:spcPts val="0"/>
              </a:spcBef>
              <a:spcAft>
                <a:spcPts val="0"/>
              </a:spcAft>
              <a:buNone/>
              <a:defRPr sz="5500"/>
            </a:lvl1pPr>
            <a:lvl2pPr lvl="1">
              <a:lnSpc>
                <a:spcPct val="90000"/>
              </a:lnSpc>
              <a:spcBef>
                <a:spcPts val="0"/>
              </a:spcBef>
              <a:spcAft>
                <a:spcPts val="0"/>
              </a:spcAft>
              <a:buNone/>
              <a:defRPr sz="5500"/>
            </a:lvl2pPr>
            <a:lvl3pPr lvl="2">
              <a:lnSpc>
                <a:spcPct val="90000"/>
              </a:lnSpc>
              <a:spcBef>
                <a:spcPts val="0"/>
              </a:spcBef>
              <a:spcAft>
                <a:spcPts val="0"/>
              </a:spcAft>
              <a:buNone/>
              <a:defRPr sz="5500"/>
            </a:lvl3pPr>
            <a:lvl4pPr lvl="3">
              <a:lnSpc>
                <a:spcPct val="90000"/>
              </a:lnSpc>
              <a:spcBef>
                <a:spcPts val="0"/>
              </a:spcBef>
              <a:spcAft>
                <a:spcPts val="0"/>
              </a:spcAft>
              <a:buNone/>
              <a:defRPr sz="5500"/>
            </a:lvl4pPr>
            <a:lvl5pPr lvl="4">
              <a:lnSpc>
                <a:spcPct val="90000"/>
              </a:lnSpc>
              <a:spcBef>
                <a:spcPts val="0"/>
              </a:spcBef>
              <a:spcAft>
                <a:spcPts val="0"/>
              </a:spcAft>
              <a:buNone/>
              <a:defRPr sz="5500"/>
            </a:lvl5pPr>
            <a:lvl6pPr lvl="5">
              <a:lnSpc>
                <a:spcPct val="90000"/>
              </a:lnSpc>
              <a:spcBef>
                <a:spcPts val="0"/>
              </a:spcBef>
              <a:spcAft>
                <a:spcPts val="0"/>
              </a:spcAft>
              <a:buNone/>
              <a:defRPr sz="5500"/>
            </a:lvl6pPr>
            <a:lvl7pPr lvl="6">
              <a:lnSpc>
                <a:spcPct val="90000"/>
              </a:lnSpc>
              <a:spcBef>
                <a:spcPts val="0"/>
              </a:spcBef>
              <a:spcAft>
                <a:spcPts val="0"/>
              </a:spcAft>
              <a:buNone/>
              <a:defRPr sz="5500"/>
            </a:lvl7pPr>
            <a:lvl8pPr lvl="7">
              <a:lnSpc>
                <a:spcPct val="90000"/>
              </a:lnSpc>
              <a:spcBef>
                <a:spcPts val="0"/>
              </a:spcBef>
              <a:spcAft>
                <a:spcPts val="0"/>
              </a:spcAft>
              <a:buNone/>
              <a:defRPr sz="5500"/>
            </a:lvl8pPr>
            <a:lvl9pPr lvl="8">
              <a:lnSpc>
                <a:spcPct val="90000"/>
              </a:lnSpc>
              <a:spcBef>
                <a:spcPts val="0"/>
              </a:spcBef>
              <a:spcAft>
                <a:spcPts val="0"/>
              </a:spcAft>
              <a:buNone/>
              <a:defRPr sz="5500"/>
            </a:lvl9pPr>
          </a:lstStyle>
          <a:p/>
        </p:txBody>
      </p:sp>
      <p:sp>
        <p:nvSpPr>
          <p:cNvPr id="266" name="Google Shape;266;p19"/>
          <p:cNvSpPr txBox="1"/>
          <p:nvPr>
            <p:ph idx="1" type="subTitle"/>
          </p:nvPr>
        </p:nvSpPr>
        <p:spPr>
          <a:xfrm>
            <a:off x="115025" y="4083900"/>
            <a:ext cx="3759600" cy="2213100"/>
          </a:xfrm>
          <a:prstGeom prst="rect">
            <a:avLst/>
          </a:prstGeom>
        </p:spPr>
        <p:txBody>
          <a:bodyPr anchorCtr="0" anchor="b" bIns="91425" lIns="91425" spcFirstLastPara="1" rIns="91425" wrap="square" tIns="91425">
            <a:noAutofit/>
          </a:bodyPr>
          <a:lstStyle>
            <a:lvl1pPr lvl="0">
              <a:lnSpc>
                <a:spcPct val="115000"/>
              </a:lnSpc>
              <a:spcBef>
                <a:spcPts val="0"/>
              </a:spcBef>
              <a:spcAft>
                <a:spcPts val="0"/>
              </a:spcAft>
              <a:buClr>
                <a:schemeClr val="lt1"/>
              </a:buClr>
              <a:buSzPts val="1000"/>
              <a:buFont typeface="Sora"/>
              <a:buNone/>
              <a:defRPr sz="1000"/>
            </a:lvl1pPr>
            <a:lvl2pPr lvl="1">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2pPr>
            <a:lvl3pPr lvl="2">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3pPr>
            <a:lvl4pPr lvl="3">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4pPr>
            <a:lvl5pPr lvl="4">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5pPr>
            <a:lvl6pPr lvl="5">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6pPr>
            <a:lvl7pPr lvl="6">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7pPr>
            <a:lvl8pPr lvl="7">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8pPr>
            <a:lvl9pPr lvl="8">
              <a:lnSpc>
                <a:spcPct val="115000"/>
              </a:lnSpc>
              <a:spcBef>
                <a:spcPts val="1000"/>
              </a:spcBef>
              <a:spcAft>
                <a:spcPts val="1000"/>
              </a:spcAft>
              <a:buClr>
                <a:schemeClr val="lt1"/>
              </a:buClr>
              <a:buSzPts val="1000"/>
              <a:buFont typeface="Sora"/>
              <a:buNone/>
              <a:defRPr sz="1000">
                <a:solidFill>
                  <a:schemeClr val="lt1"/>
                </a:solidFill>
                <a:latin typeface="Sora"/>
                <a:ea typeface="Sora"/>
                <a:cs typeface="Sora"/>
                <a:sym typeface="Sora"/>
              </a:defRPr>
            </a:lvl9pPr>
          </a:lstStyle>
          <a:p/>
        </p:txBody>
      </p:sp>
      <p:sp>
        <p:nvSpPr>
          <p:cNvPr id="267" name="Google Shape;267;p19"/>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Alt 2">
  <p:cSld name="BLANK_1_1_1_1_1_1_1_2">
    <p:spTree>
      <p:nvGrpSpPr>
        <p:cNvPr id="268" name="Shape 268"/>
        <p:cNvGrpSpPr/>
        <p:nvPr/>
      </p:nvGrpSpPr>
      <p:grpSpPr>
        <a:xfrm>
          <a:off x="0" y="0"/>
          <a:ext cx="0" cy="0"/>
          <a:chOff x="0" y="0"/>
          <a:chExt cx="0" cy="0"/>
        </a:xfrm>
      </p:grpSpPr>
      <p:sp>
        <p:nvSpPr>
          <p:cNvPr id="269" name="Google Shape;269;p20"/>
          <p:cNvSpPr/>
          <p:nvPr/>
        </p:nvSpPr>
        <p:spPr>
          <a:xfrm>
            <a:off x="5861425" y="4087300"/>
            <a:ext cx="3282600" cy="2771864"/>
          </a:xfrm>
          <a:custGeom>
            <a:rect b="b" l="l" r="r" t="t"/>
            <a:pathLst>
              <a:path extrusionOk="0" h="83158" w="131304">
                <a:moveTo>
                  <a:pt x="131286" y="0"/>
                </a:moveTo>
                <a:lnTo>
                  <a:pt x="131304" y="83132"/>
                </a:lnTo>
                <a:lnTo>
                  <a:pt x="0" y="83158"/>
                </a:lnTo>
                <a:lnTo>
                  <a:pt x="55816" y="4343"/>
                </a:lnTo>
                <a:close/>
              </a:path>
            </a:pathLst>
          </a:custGeom>
          <a:solidFill>
            <a:schemeClr val="accent5"/>
          </a:solidFill>
          <a:ln>
            <a:noFill/>
          </a:ln>
        </p:spPr>
      </p:sp>
      <p:sp>
        <p:nvSpPr>
          <p:cNvPr id="270" name="Google Shape;270;p20"/>
          <p:cNvSpPr/>
          <p:nvPr/>
        </p:nvSpPr>
        <p:spPr>
          <a:xfrm>
            <a:off x="6818025" y="2233"/>
            <a:ext cx="2326300" cy="4245127"/>
          </a:xfrm>
          <a:custGeom>
            <a:rect b="b" l="l" r="r" t="t"/>
            <a:pathLst>
              <a:path extrusionOk="0" h="127357" w="93052">
                <a:moveTo>
                  <a:pt x="17353" y="127357"/>
                </a:moveTo>
                <a:lnTo>
                  <a:pt x="0" y="18662"/>
                </a:lnTo>
                <a:lnTo>
                  <a:pt x="93052" y="0"/>
                </a:lnTo>
                <a:lnTo>
                  <a:pt x="93019" y="122556"/>
                </a:lnTo>
                <a:close/>
              </a:path>
            </a:pathLst>
          </a:custGeom>
          <a:gradFill>
            <a:gsLst>
              <a:gs pos="0">
                <a:schemeClr val="accent2"/>
              </a:gs>
              <a:gs pos="37000">
                <a:schemeClr val="lt2"/>
              </a:gs>
              <a:gs pos="92000">
                <a:schemeClr val="accent1"/>
              </a:gs>
              <a:gs pos="100000">
                <a:schemeClr val="accent1"/>
              </a:gs>
            </a:gsLst>
            <a:lin ang="13500032" scaled="0"/>
          </a:gradFill>
          <a:ln>
            <a:noFill/>
          </a:ln>
        </p:spPr>
      </p:sp>
      <p:grpSp>
        <p:nvGrpSpPr>
          <p:cNvPr id="271" name="Google Shape;271;p20"/>
          <p:cNvGrpSpPr/>
          <p:nvPr/>
        </p:nvGrpSpPr>
        <p:grpSpPr>
          <a:xfrm>
            <a:off x="25" y="6167"/>
            <a:ext cx="2329791" cy="1060578"/>
            <a:chOff x="21" y="-511"/>
            <a:chExt cx="2329791" cy="800617"/>
          </a:xfrm>
        </p:grpSpPr>
        <p:grpSp>
          <p:nvGrpSpPr>
            <p:cNvPr id="272" name="Google Shape;272;p20"/>
            <p:cNvGrpSpPr/>
            <p:nvPr/>
          </p:nvGrpSpPr>
          <p:grpSpPr>
            <a:xfrm flipH="1" rot="10800000">
              <a:off x="25" y="392516"/>
              <a:ext cx="1927788" cy="407590"/>
              <a:chOff x="537425" y="3249175"/>
              <a:chExt cx="1774800" cy="370200"/>
            </a:xfrm>
          </p:grpSpPr>
          <p:sp>
            <p:nvSpPr>
              <p:cNvPr id="273" name="Google Shape;273;p20"/>
              <p:cNvSpPr/>
              <p:nvPr/>
            </p:nvSpPr>
            <p:spPr>
              <a:xfrm>
                <a:off x="537425" y="3249175"/>
                <a:ext cx="2940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4" name="Google Shape;274;p20"/>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5" name="Google Shape;275;p20"/>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6" name="Google Shape;276;p20"/>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77" name="Google Shape;277;p20"/>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278" name="Google Shape;278;p20"/>
            <p:cNvGrpSpPr/>
            <p:nvPr/>
          </p:nvGrpSpPr>
          <p:grpSpPr>
            <a:xfrm flipH="1" rot="10800000">
              <a:off x="21" y="-511"/>
              <a:ext cx="1927788" cy="393115"/>
              <a:chOff x="537425" y="3249175"/>
              <a:chExt cx="1774800" cy="370200"/>
            </a:xfrm>
          </p:grpSpPr>
          <p:sp>
            <p:nvSpPr>
              <p:cNvPr id="279" name="Google Shape;279;p20"/>
              <p:cNvSpPr/>
              <p:nvPr/>
            </p:nvSpPr>
            <p:spPr>
              <a:xfrm>
                <a:off x="537425" y="3249175"/>
                <a:ext cx="2940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0" name="Google Shape;280;p20"/>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1" name="Google Shape;281;p20"/>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2" name="Google Shape;282;p20"/>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3" name="Google Shape;283;p20"/>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284" name="Google Shape;284;p20"/>
            <p:cNvSpPr/>
            <p:nvPr/>
          </p:nvSpPr>
          <p:spPr>
            <a:xfrm flipH="1" rot="10800000">
              <a:off x="1927813" y="392406"/>
              <a:ext cx="402000" cy="4077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285" name="Google Shape;285;p20"/>
          <p:cNvSpPr txBox="1"/>
          <p:nvPr>
            <p:ph type="title"/>
          </p:nvPr>
        </p:nvSpPr>
        <p:spPr>
          <a:xfrm>
            <a:off x="96025" y="1608400"/>
            <a:ext cx="6507000" cy="2501700"/>
          </a:xfrm>
          <a:prstGeom prst="rect">
            <a:avLst/>
          </a:prstGeom>
        </p:spPr>
        <p:txBody>
          <a:bodyPr anchorCtr="0" anchor="t" bIns="91425" lIns="91425" spcFirstLastPara="1" rIns="91425" wrap="square" tIns="91425">
            <a:noAutofit/>
          </a:bodyPr>
          <a:lstStyle>
            <a:lvl1pPr lvl="0">
              <a:spcBef>
                <a:spcPts val="0"/>
              </a:spcBef>
              <a:spcAft>
                <a:spcPts val="0"/>
              </a:spcAft>
              <a:buNone/>
              <a:defRPr sz="3600"/>
            </a:lvl1pPr>
            <a:lvl2pPr lvl="1">
              <a:spcBef>
                <a:spcPts val="0"/>
              </a:spcBef>
              <a:spcAft>
                <a:spcPts val="0"/>
              </a:spcAft>
              <a:buClr>
                <a:schemeClr val="lt1"/>
              </a:buClr>
              <a:buSzPts val="3600"/>
              <a:buFont typeface="IBM Plex Sans"/>
              <a:buNone/>
              <a:defRPr sz="3600">
                <a:solidFill>
                  <a:schemeClr val="lt1"/>
                </a:solidFill>
              </a:defRPr>
            </a:lvl2pPr>
            <a:lvl3pPr lvl="2">
              <a:spcBef>
                <a:spcPts val="0"/>
              </a:spcBef>
              <a:spcAft>
                <a:spcPts val="0"/>
              </a:spcAft>
              <a:buClr>
                <a:schemeClr val="lt1"/>
              </a:buClr>
              <a:buSzPts val="3600"/>
              <a:buFont typeface="IBM Plex Sans"/>
              <a:buNone/>
              <a:defRPr sz="3600">
                <a:solidFill>
                  <a:schemeClr val="lt1"/>
                </a:solidFill>
              </a:defRPr>
            </a:lvl3pPr>
            <a:lvl4pPr lvl="3">
              <a:spcBef>
                <a:spcPts val="0"/>
              </a:spcBef>
              <a:spcAft>
                <a:spcPts val="0"/>
              </a:spcAft>
              <a:buClr>
                <a:schemeClr val="lt1"/>
              </a:buClr>
              <a:buSzPts val="3600"/>
              <a:buFont typeface="IBM Plex Sans"/>
              <a:buNone/>
              <a:defRPr sz="3600">
                <a:solidFill>
                  <a:schemeClr val="lt1"/>
                </a:solidFill>
              </a:defRPr>
            </a:lvl4pPr>
            <a:lvl5pPr lvl="4">
              <a:spcBef>
                <a:spcPts val="0"/>
              </a:spcBef>
              <a:spcAft>
                <a:spcPts val="0"/>
              </a:spcAft>
              <a:buClr>
                <a:schemeClr val="lt1"/>
              </a:buClr>
              <a:buSzPts val="3600"/>
              <a:buFont typeface="IBM Plex Sans"/>
              <a:buNone/>
              <a:defRPr sz="3600">
                <a:solidFill>
                  <a:schemeClr val="lt1"/>
                </a:solidFill>
              </a:defRPr>
            </a:lvl5pPr>
            <a:lvl6pPr lvl="5">
              <a:spcBef>
                <a:spcPts val="0"/>
              </a:spcBef>
              <a:spcAft>
                <a:spcPts val="0"/>
              </a:spcAft>
              <a:buClr>
                <a:schemeClr val="lt1"/>
              </a:buClr>
              <a:buSzPts val="3600"/>
              <a:buFont typeface="IBM Plex Sans"/>
              <a:buNone/>
              <a:defRPr sz="3600">
                <a:solidFill>
                  <a:schemeClr val="lt1"/>
                </a:solidFill>
              </a:defRPr>
            </a:lvl6pPr>
            <a:lvl7pPr lvl="6">
              <a:spcBef>
                <a:spcPts val="0"/>
              </a:spcBef>
              <a:spcAft>
                <a:spcPts val="0"/>
              </a:spcAft>
              <a:buClr>
                <a:schemeClr val="lt1"/>
              </a:buClr>
              <a:buSzPts val="3600"/>
              <a:buFont typeface="IBM Plex Sans"/>
              <a:buNone/>
              <a:defRPr sz="3600">
                <a:solidFill>
                  <a:schemeClr val="lt1"/>
                </a:solidFill>
              </a:defRPr>
            </a:lvl7pPr>
            <a:lvl8pPr lvl="7">
              <a:spcBef>
                <a:spcPts val="0"/>
              </a:spcBef>
              <a:spcAft>
                <a:spcPts val="0"/>
              </a:spcAft>
              <a:buClr>
                <a:schemeClr val="lt1"/>
              </a:buClr>
              <a:buSzPts val="3600"/>
              <a:buFont typeface="IBM Plex Sans"/>
              <a:buNone/>
              <a:defRPr sz="3600">
                <a:solidFill>
                  <a:schemeClr val="lt1"/>
                </a:solidFill>
              </a:defRPr>
            </a:lvl8pPr>
            <a:lvl9pPr lvl="8">
              <a:spcBef>
                <a:spcPts val="0"/>
              </a:spcBef>
              <a:spcAft>
                <a:spcPts val="0"/>
              </a:spcAft>
              <a:buClr>
                <a:schemeClr val="lt1"/>
              </a:buClr>
              <a:buSzPts val="3600"/>
              <a:buFont typeface="IBM Plex Sans"/>
              <a:buNone/>
              <a:defRPr sz="3600">
                <a:solidFill>
                  <a:schemeClr val="lt1"/>
                </a:solidFill>
              </a:defRPr>
            </a:lvl9pPr>
          </a:lstStyle>
          <a:p/>
        </p:txBody>
      </p:sp>
      <p:sp>
        <p:nvSpPr>
          <p:cNvPr id="286" name="Google Shape;286;p20"/>
          <p:cNvSpPr/>
          <p:nvPr/>
        </p:nvSpPr>
        <p:spPr>
          <a:xfrm rot="513202">
            <a:off x="5407990" y="3818939"/>
            <a:ext cx="5903965" cy="2304090"/>
          </a:xfrm>
          <a:prstGeom prst="chord">
            <a:avLst>
              <a:gd fmla="val 2600939" name="adj1"/>
              <a:gd fmla="val 18561181"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7" name="Google Shape;287;p20"/>
          <p:cNvSpPr/>
          <p:nvPr/>
        </p:nvSpPr>
        <p:spPr>
          <a:xfrm rot="2255506">
            <a:off x="5328732" y="3598891"/>
            <a:ext cx="4838604" cy="2202418"/>
          </a:xfrm>
          <a:prstGeom prst="chord">
            <a:avLst>
              <a:gd fmla="val 837048" name="adj1"/>
              <a:gd fmla="val 19665286"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88" name="Google Shape;288;p20"/>
          <p:cNvSpPr txBox="1"/>
          <p:nvPr>
            <p:ph idx="2"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289" name="Google Shape;289;p20"/>
          <p:cNvSpPr txBox="1"/>
          <p:nvPr>
            <p:ph idx="1" type="subTitle"/>
          </p:nvPr>
        </p:nvSpPr>
        <p:spPr>
          <a:xfrm>
            <a:off x="115025" y="4083900"/>
            <a:ext cx="3759600" cy="2213100"/>
          </a:xfrm>
          <a:prstGeom prst="rect">
            <a:avLst/>
          </a:prstGeom>
        </p:spPr>
        <p:txBody>
          <a:bodyPr anchorCtr="0" anchor="b" bIns="91425" lIns="91425" spcFirstLastPara="1" rIns="91425" wrap="square" tIns="91425">
            <a:noAutofit/>
          </a:bodyPr>
          <a:lstStyle>
            <a:lvl1pPr lvl="0">
              <a:lnSpc>
                <a:spcPct val="115000"/>
              </a:lnSpc>
              <a:spcBef>
                <a:spcPts val="0"/>
              </a:spcBef>
              <a:spcAft>
                <a:spcPts val="0"/>
              </a:spcAft>
              <a:buClr>
                <a:schemeClr val="lt1"/>
              </a:buClr>
              <a:buSzPts val="1000"/>
              <a:buFont typeface="Sora"/>
              <a:buNone/>
              <a:defRPr sz="1000"/>
            </a:lvl1pPr>
            <a:lvl2pPr lvl="1">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2pPr>
            <a:lvl3pPr lvl="2">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3pPr>
            <a:lvl4pPr lvl="3">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4pPr>
            <a:lvl5pPr lvl="4">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5pPr>
            <a:lvl6pPr lvl="5">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6pPr>
            <a:lvl7pPr lvl="6">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7pPr>
            <a:lvl8pPr lvl="7">
              <a:lnSpc>
                <a:spcPct val="115000"/>
              </a:lnSpc>
              <a:spcBef>
                <a:spcPts val="1000"/>
              </a:spcBef>
              <a:spcAft>
                <a:spcPts val="0"/>
              </a:spcAft>
              <a:buClr>
                <a:schemeClr val="lt1"/>
              </a:buClr>
              <a:buSzPts val="1000"/>
              <a:buFont typeface="Sora"/>
              <a:buNone/>
              <a:defRPr sz="1000">
                <a:solidFill>
                  <a:schemeClr val="lt1"/>
                </a:solidFill>
                <a:latin typeface="Sora"/>
                <a:ea typeface="Sora"/>
                <a:cs typeface="Sora"/>
                <a:sym typeface="Sora"/>
              </a:defRPr>
            </a:lvl8pPr>
            <a:lvl9pPr lvl="8">
              <a:lnSpc>
                <a:spcPct val="115000"/>
              </a:lnSpc>
              <a:spcBef>
                <a:spcPts val="1000"/>
              </a:spcBef>
              <a:spcAft>
                <a:spcPts val="1000"/>
              </a:spcAft>
              <a:buClr>
                <a:schemeClr val="lt1"/>
              </a:buClr>
              <a:buSzPts val="1000"/>
              <a:buFont typeface="Sora"/>
              <a:buNone/>
              <a:defRPr sz="1000">
                <a:solidFill>
                  <a:schemeClr val="lt1"/>
                </a:solidFill>
                <a:latin typeface="Sora"/>
                <a:ea typeface="Sora"/>
                <a:cs typeface="Sora"/>
                <a:sym typeface="Sora"/>
              </a:defRPr>
            </a:lvl9pPr>
          </a:lstStyle>
          <a:p/>
        </p:txBody>
      </p:sp>
      <p:sp>
        <p:nvSpPr>
          <p:cNvPr id="290" name="Google Shape;290;p20"/>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LANK_1_1_1_1_1_1_1_1_1_1_10">
    <p:spTree>
      <p:nvGrpSpPr>
        <p:cNvPr id="291" name="Shape 291"/>
        <p:cNvGrpSpPr/>
        <p:nvPr/>
      </p:nvGrpSpPr>
      <p:grpSpPr>
        <a:xfrm>
          <a:off x="0" y="0"/>
          <a:ext cx="0" cy="0"/>
          <a:chOff x="0" y="0"/>
          <a:chExt cx="0" cy="0"/>
        </a:xfrm>
      </p:grpSpPr>
      <p:sp>
        <p:nvSpPr>
          <p:cNvPr id="292" name="Google Shape;292;p21"/>
          <p:cNvSpPr/>
          <p:nvPr/>
        </p:nvSpPr>
        <p:spPr>
          <a:xfrm flipH="1" rot="-1179643">
            <a:off x="1720513" y="1595844"/>
            <a:ext cx="5703081" cy="2579262"/>
          </a:xfrm>
          <a:prstGeom prst="ellipse">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93" name="Google Shape;293;p21"/>
          <p:cNvSpPr/>
          <p:nvPr/>
        </p:nvSpPr>
        <p:spPr>
          <a:xfrm rot="10800000">
            <a:off x="1792025" y="1576433"/>
            <a:ext cx="5559900" cy="2618100"/>
          </a:xfrm>
          <a:prstGeom prst="ellipse">
            <a:avLst/>
          </a:prstGeom>
          <a:gradFill>
            <a:gsLst>
              <a:gs pos="0">
                <a:schemeClr val="accent2"/>
              </a:gs>
              <a:gs pos="37000">
                <a:schemeClr val="lt2"/>
              </a:gs>
              <a:gs pos="92000">
                <a:schemeClr val="accent1"/>
              </a:gs>
              <a:gs pos="100000">
                <a:schemeClr val="accent1"/>
              </a:gs>
            </a:gsLst>
            <a:lin ang="10800025"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294" name="Google Shape;294;p21"/>
          <p:cNvSpPr txBox="1"/>
          <p:nvPr>
            <p:ph idx="1" type="body"/>
          </p:nvPr>
        </p:nvSpPr>
        <p:spPr>
          <a:xfrm>
            <a:off x="2351750" y="5143267"/>
            <a:ext cx="4346700" cy="6036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Clr>
                <a:schemeClr val="lt1"/>
              </a:buClr>
              <a:buSzPts val="1200"/>
              <a:buFont typeface="Sora"/>
              <a:buChar char="●"/>
              <a:defRPr/>
            </a:lvl1pPr>
            <a:lvl2pPr indent="-304800" lvl="1" marL="914400">
              <a:spcBef>
                <a:spcPts val="0"/>
              </a:spcBef>
              <a:spcAft>
                <a:spcPts val="0"/>
              </a:spcAft>
              <a:buClr>
                <a:schemeClr val="lt1"/>
              </a:buClr>
              <a:buSzPts val="1200"/>
              <a:buFont typeface="Sora"/>
              <a:buChar char="○"/>
              <a:defRPr/>
            </a:lvl2pPr>
            <a:lvl3pPr indent="-304800" lvl="2" marL="1371600">
              <a:spcBef>
                <a:spcPts val="0"/>
              </a:spcBef>
              <a:spcAft>
                <a:spcPts val="0"/>
              </a:spcAft>
              <a:buClr>
                <a:schemeClr val="lt1"/>
              </a:buClr>
              <a:buSzPts val="1200"/>
              <a:buFont typeface="Sora"/>
              <a:buChar char="■"/>
              <a:defRPr/>
            </a:lvl3pPr>
            <a:lvl4pPr indent="-304800" lvl="3" marL="1828800">
              <a:spcBef>
                <a:spcPts val="0"/>
              </a:spcBef>
              <a:spcAft>
                <a:spcPts val="0"/>
              </a:spcAft>
              <a:buClr>
                <a:schemeClr val="lt1"/>
              </a:buClr>
              <a:buSzPts val="1200"/>
              <a:buFont typeface="Sora"/>
              <a:buChar char="●"/>
              <a:defRPr/>
            </a:lvl4pPr>
            <a:lvl5pPr indent="-304800" lvl="4" marL="2286000">
              <a:spcBef>
                <a:spcPts val="0"/>
              </a:spcBef>
              <a:spcAft>
                <a:spcPts val="0"/>
              </a:spcAft>
              <a:buClr>
                <a:schemeClr val="lt1"/>
              </a:buClr>
              <a:buSzPts val="1200"/>
              <a:buFont typeface="Sora"/>
              <a:buChar char="○"/>
              <a:defRPr/>
            </a:lvl5pPr>
            <a:lvl6pPr indent="-304800" lvl="5" marL="2743200">
              <a:spcBef>
                <a:spcPts val="0"/>
              </a:spcBef>
              <a:spcAft>
                <a:spcPts val="0"/>
              </a:spcAft>
              <a:buClr>
                <a:schemeClr val="lt1"/>
              </a:buClr>
              <a:buSzPts val="1200"/>
              <a:buFont typeface="Sora"/>
              <a:buChar char="■"/>
              <a:defRPr/>
            </a:lvl6pPr>
            <a:lvl7pPr indent="-304800" lvl="6" marL="3200400">
              <a:spcBef>
                <a:spcPts val="0"/>
              </a:spcBef>
              <a:spcAft>
                <a:spcPts val="0"/>
              </a:spcAft>
              <a:buClr>
                <a:schemeClr val="lt1"/>
              </a:buClr>
              <a:buSzPts val="1200"/>
              <a:buFont typeface="Sora"/>
              <a:buChar char="●"/>
              <a:defRPr/>
            </a:lvl7pPr>
            <a:lvl8pPr indent="-304800" lvl="7" marL="3657600">
              <a:spcBef>
                <a:spcPts val="0"/>
              </a:spcBef>
              <a:spcAft>
                <a:spcPts val="0"/>
              </a:spcAft>
              <a:buClr>
                <a:schemeClr val="lt1"/>
              </a:buClr>
              <a:buSzPts val="1200"/>
              <a:buFont typeface="Sora"/>
              <a:buChar char="○"/>
              <a:defRPr/>
            </a:lvl8pPr>
            <a:lvl9pPr indent="-304800" lvl="8" marL="4114800">
              <a:spcBef>
                <a:spcPts val="0"/>
              </a:spcBef>
              <a:spcAft>
                <a:spcPts val="0"/>
              </a:spcAft>
              <a:buClr>
                <a:schemeClr val="lt1"/>
              </a:buClr>
              <a:buSzPts val="1200"/>
              <a:buFont typeface="Sora"/>
              <a:buChar char="■"/>
              <a:defRPr/>
            </a:lvl9pPr>
          </a:lstStyle>
          <a:p/>
        </p:txBody>
      </p:sp>
      <p:sp>
        <p:nvSpPr>
          <p:cNvPr id="295" name="Google Shape;295;p21"/>
          <p:cNvSpPr txBox="1"/>
          <p:nvPr>
            <p:ph hasCustomPrompt="1" type="title"/>
          </p:nvPr>
        </p:nvSpPr>
        <p:spPr>
          <a:xfrm>
            <a:off x="2662050" y="1576467"/>
            <a:ext cx="3819900" cy="2618100"/>
          </a:xfrm>
          <a:prstGeom prst="rect">
            <a:avLst/>
          </a:prstGeom>
        </p:spPr>
        <p:txBody>
          <a:bodyPr anchorCtr="0" anchor="t" bIns="91425" lIns="91425" spcFirstLastPara="1" rIns="91425" wrap="square" tIns="91425">
            <a:spAutoFit/>
          </a:bodyPr>
          <a:lstStyle>
            <a:lvl1pPr lvl="0" algn="ctr">
              <a:spcBef>
                <a:spcPts val="0"/>
              </a:spcBef>
              <a:spcAft>
                <a:spcPts val="0"/>
              </a:spcAft>
              <a:buClr>
                <a:schemeClr val="lt1"/>
              </a:buClr>
              <a:buSzPts val="5500"/>
              <a:buFont typeface="IBM Plex Sans"/>
              <a:buNone/>
              <a:defRPr sz="5500"/>
            </a:lvl1pPr>
            <a:lvl2pPr lvl="1" algn="ctr">
              <a:spcBef>
                <a:spcPts val="0"/>
              </a:spcBef>
              <a:spcAft>
                <a:spcPts val="0"/>
              </a:spcAft>
              <a:buClr>
                <a:schemeClr val="lt1"/>
              </a:buClr>
              <a:buSzPts val="5500"/>
              <a:buFont typeface="IBM Plex Sans"/>
              <a:buNone/>
              <a:defRPr sz="5500">
                <a:solidFill>
                  <a:schemeClr val="lt1"/>
                </a:solidFill>
              </a:defRPr>
            </a:lvl2pPr>
            <a:lvl3pPr lvl="2" algn="ctr">
              <a:spcBef>
                <a:spcPts val="0"/>
              </a:spcBef>
              <a:spcAft>
                <a:spcPts val="0"/>
              </a:spcAft>
              <a:buClr>
                <a:schemeClr val="lt1"/>
              </a:buClr>
              <a:buSzPts val="5500"/>
              <a:buFont typeface="IBM Plex Sans"/>
              <a:buNone/>
              <a:defRPr sz="5500">
                <a:solidFill>
                  <a:schemeClr val="lt1"/>
                </a:solidFill>
              </a:defRPr>
            </a:lvl3pPr>
            <a:lvl4pPr lvl="3" algn="ctr">
              <a:spcBef>
                <a:spcPts val="0"/>
              </a:spcBef>
              <a:spcAft>
                <a:spcPts val="0"/>
              </a:spcAft>
              <a:buClr>
                <a:schemeClr val="lt1"/>
              </a:buClr>
              <a:buSzPts val="5500"/>
              <a:buFont typeface="IBM Plex Sans"/>
              <a:buNone/>
              <a:defRPr sz="5500">
                <a:solidFill>
                  <a:schemeClr val="lt1"/>
                </a:solidFill>
              </a:defRPr>
            </a:lvl4pPr>
            <a:lvl5pPr lvl="4" algn="ctr">
              <a:spcBef>
                <a:spcPts val="0"/>
              </a:spcBef>
              <a:spcAft>
                <a:spcPts val="0"/>
              </a:spcAft>
              <a:buClr>
                <a:schemeClr val="lt1"/>
              </a:buClr>
              <a:buSzPts val="5500"/>
              <a:buFont typeface="IBM Plex Sans"/>
              <a:buNone/>
              <a:defRPr sz="5500">
                <a:solidFill>
                  <a:schemeClr val="lt1"/>
                </a:solidFill>
              </a:defRPr>
            </a:lvl5pPr>
            <a:lvl6pPr lvl="5" algn="ctr">
              <a:spcBef>
                <a:spcPts val="0"/>
              </a:spcBef>
              <a:spcAft>
                <a:spcPts val="0"/>
              </a:spcAft>
              <a:buClr>
                <a:schemeClr val="lt1"/>
              </a:buClr>
              <a:buSzPts val="5500"/>
              <a:buFont typeface="IBM Plex Sans"/>
              <a:buNone/>
              <a:defRPr sz="5500">
                <a:solidFill>
                  <a:schemeClr val="lt1"/>
                </a:solidFill>
              </a:defRPr>
            </a:lvl6pPr>
            <a:lvl7pPr lvl="6" algn="ctr">
              <a:spcBef>
                <a:spcPts val="0"/>
              </a:spcBef>
              <a:spcAft>
                <a:spcPts val="0"/>
              </a:spcAft>
              <a:buClr>
                <a:schemeClr val="lt1"/>
              </a:buClr>
              <a:buSzPts val="5500"/>
              <a:buFont typeface="IBM Plex Sans"/>
              <a:buNone/>
              <a:defRPr sz="5500">
                <a:solidFill>
                  <a:schemeClr val="lt1"/>
                </a:solidFill>
              </a:defRPr>
            </a:lvl7pPr>
            <a:lvl8pPr lvl="7" algn="ctr">
              <a:spcBef>
                <a:spcPts val="0"/>
              </a:spcBef>
              <a:spcAft>
                <a:spcPts val="0"/>
              </a:spcAft>
              <a:buClr>
                <a:schemeClr val="lt1"/>
              </a:buClr>
              <a:buSzPts val="5500"/>
              <a:buFont typeface="IBM Plex Sans"/>
              <a:buNone/>
              <a:defRPr sz="5500">
                <a:solidFill>
                  <a:schemeClr val="lt1"/>
                </a:solidFill>
              </a:defRPr>
            </a:lvl8pPr>
            <a:lvl9pPr lvl="8" algn="ctr">
              <a:spcBef>
                <a:spcPts val="0"/>
              </a:spcBef>
              <a:spcAft>
                <a:spcPts val="0"/>
              </a:spcAft>
              <a:buClr>
                <a:schemeClr val="lt1"/>
              </a:buClr>
              <a:buSzPts val="5500"/>
              <a:buFont typeface="IBM Plex Sans"/>
              <a:buNone/>
              <a:defRPr sz="5500">
                <a:solidFill>
                  <a:schemeClr val="lt1"/>
                </a:solidFill>
              </a:defRPr>
            </a:lvl9pPr>
          </a:lstStyle>
          <a:p>
            <a:r>
              <a:t>xx%</a:t>
            </a:r>
          </a:p>
        </p:txBody>
      </p:sp>
      <p:sp>
        <p:nvSpPr>
          <p:cNvPr id="296" name="Google Shape;296;p21"/>
          <p:cNvSpPr/>
          <p:nvPr/>
        </p:nvSpPr>
        <p:spPr>
          <a:xfrm flipH="1" rot="1179643">
            <a:off x="1720424" y="1595794"/>
            <a:ext cx="5703081" cy="2579262"/>
          </a:xfrm>
          <a:prstGeom prst="ellipse">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2">
  <p:cSld name="BLANK_1_1_1_1_1_1_1_1_1_1_9">
    <p:spTree>
      <p:nvGrpSpPr>
        <p:cNvPr id="297" name="Shape 297"/>
        <p:cNvGrpSpPr/>
        <p:nvPr/>
      </p:nvGrpSpPr>
      <p:grpSpPr>
        <a:xfrm>
          <a:off x="0" y="0"/>
          <a:ext cx="0" cy="0"/>
          <a:chOff x="0" y="0"/>
          <a:chExt cx="0" cy="0"/>
        </a:xfrm>
      </p:grpSpPr>
      <p:grpSp>
        <p:nvGrpSpPr>
          <p:cNvPr id="298" name="Google Shape;298;p22"/>
          <p:cNvGrpSpPr/>
          <p:nvPr/>
        </p:nvGrpSpPr>
        <p:grpSpPr>
          <a:xfrm flipH="1">
            <a:off x="3212200" y="-129"/>
            <a:ext cx="1851000" cy="1633726"/>
            <a:chOff x="461225" y="3875100"/>
            <a:chExt cx="1851000" cy="1225325"/>
          </a:xfrm>
        </p:grpSpPr>
        <p:grpSp>
          <p:nvGrpSpPr>
            <p:cNvPr id="299" name="Google Shape;299;p22"/>
            <p:cNvGrpSpPr/>
            <p:nvPr/>
          </p:nvGrpSpPr>
          <p:grpSpPr>
            <a:xfrm>
              <a:off x="461225" y="3875100"/>
              <a:ext cx="1851000" cy="114600"/>
              <a:chOff x="461225" y="3504775"/>
              <a:chExt cx="1851000" cy="114600"/>
            </a:xfrm>
          </p:grpSpPr>
          <p:sp>
            <p:nvSpPr>
              <p:cNvPr id="300" name="Google Shape;300;p22"/>
              <p:cNvSpPr/>
              <p:nvPr/>
            </p:nvSpPr>
            <p:spPr>
              <a:xfrm>
                <a:off x="4612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01" name="Google Shape;301;p22"/>
              <p:cNvSpPr/>
              <p:nvPr/>
            </p:nvSpPr>
            <p:spPr>
              <a:xfrm>
                <a:off x="8314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02" name="Google Shape;302;p22"/>
              <p:cNvSpPr/>
              <p:nvPr/>
            </p:nvSpPr>
            <p:spPr>
              <a:xfrm>
                <a:off x="12016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03" name="Google Shape;303;p22"/>
              <p:cNvSpPr/>
              <p:nvPr/>
            </p:nvSpPr>
            <p:spPr>
              <a:xfrm>
                <a:off x="15718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04" name="Google Shape;304;p22"/>
              <p:cNvSpPr/>
              <p:nvPr/>
            </p:nvSpPr>
            <p:spPr>
              <a:xfrm>
                <a:off x="19420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305" name="Google Shape;305;p22"/>
            <p:cNvGrpSpPr/>
            <p:nvPr/>
          </p:nvGrpSpPr>
          <p:grpSpPr>
            <a:xfrm>
              <a:off x="461225" y="3989700"/>
              <a:ext cx="1480800" cy="1110725"/>
              <a:chOff x="461225" y="3249175"/>
              <a:chExt cx="1480800" cy="1110725"/>
            </a:xfrm>
          </p:grpSpPr>
          <p:sp>
            <p:nvSpPr>
              <p:cNvPr id="306" name="Google Shape;306;p22"/>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07" name="Google Shape;307;p22"/>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08" name="Google Shape;308;p22"/>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09" name="Google Shape;309;p22"/>
              <p:cNvSpPr/>
              <p:nvPr/>
            </p:nvSpPr>
            <p:spPr>
              <a:xfrm>
                <a:off x="1201625" y="3989700"/>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310" name="Google Shape;310;p22"/>
            <p:cNvGrpSpPr/>
            <p:nvPr/>
          </p:nvGrpSpPr>
          <p:grpSpPr>
            <a:xfrm>
              <a:off x="831425" y="4360025"/>
              <a:ext cx="1480800" cy="370200"/>
              <a:chOff x="831425" y="3249175"/>
              <a:chExt cx="1480800" cy="370200"/>
            </a:xfrm>
          </p:grpSpPr>
          <p:sp>
            <p:nvSpPr>
              <p:cNvPr id="311" name="Google Shape;311;p22"/>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12" name="Google Shape;312;p22"/>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13" name="Google Shape;313;p22"/>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14" name="Google Shape;314;p22"/>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315" name="Google Shape;315;p22"/>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16" name="Google Shape;316;p22"/>
          <p:cNvSpPr txBox="1"/>
          <p:nvPr>
            <p:ph idx="2" type="title"/>
          </p:nvPr>
        </p:nvSpPr>
        <p:spPr>
          <a:xfrm>
            <a:off x="115025" y="670367"/>
            <a:ext cx="5829000" cy="1600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317" name="Google Shape;317;p22"/>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oadmap">
  <p:cSld name="CUSTOM_2">
    <p:spTree>
      <p:nvGrpSpPr>
        <p:cNvPr id="318" name="Shape 318"/>
        <p:cNvGrpSpPr/>
        <p:nvPr/>
      </p:nvGrpSpPr>
      <p:grpSpPr>
        <a:xfrm>
          <a:off x="0" y="0"/>
          <a:ext cx="0" cy="0"/>
          <a:chOff x="0" y="0"/>
          <a:chExt cx="0" cy="0"/>
        </a:xfrm>
      </p:grpSpPr>
      <p:sp>
        <p:nvSpPr>
          <p:cNvPr id="319" name="Google Shape;319;p23"/>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20" name="Google Shape;320;p23"/>
          <p:cNvSpPr txBox="1"/>
          <p:nvPr>
            <p:ph idx="2" type="title"/>
          </p:nvPr>
        </p:nvSpPr>
        <p:spPr>
          <a:xfrm>
            <a:off x="115025" y="670367"/>
            <a:ext cx="5400000" cy="9183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grpSp>
        <p:nvGrpSpPr>
          <p:cNvPr id="321" name="Google Shape;321;p23"/>
          <p:cNvGrpSpPr/>
          <p:nvPr/>
        </p:nvGrpSpPr>
        <p:grpSpPr>
          <a:xfrm flipH="1" rot="10800000">
            <a:off x="6179902" y="-139"/>
            <a:ext cx="2963226" cy="1994294"/>
            <a:chOff x="4306084" y="2701610"/>
            <a:chExt cx="4837921" cy="2441893"/>
          </a:xfrm>
        </p:grpSpPr>
        <p:sp>
          <p:nvSpPr>
            <p:cNvPr id="322" name="Google Shape;322;p23"/>
            <p:cNvSpPr/>
            <p:nvPr/>
          </p:nvSpPr>
          <p:spPr>
            <a:xfrm>
              <a:off x="4306084" y="4485495"/>
              <a:ext cx="4837921" cy="658008"/>
            </a:xfrm>
            <a:custGeom>
              <a:rect b="b" l="l" r="r" t="t"/>
              <a:pathLst>
                <a:path extrusionOk="0" fill="none" h="12217" w="89824">
                  <a:moveTo>
                    <a:pt x="85826" y="0"/>
                  </a:moveTo>
                  <a:lnTo>
                    <a:pt x="85826" y="0"/>
                  </a:lnTo>
                  <a:lnTo>
                    <a:pt x="85045" y="291"/>
                  </a:lnTo>
                  <a:lnTo>
                    <a:pt x="84218" y="581"/>
                  </a:lnTo>
                  <a:lnTo>
                    <a:pt x="83370" y="871"/>
                  </a:lnTo>
                  <a:lnTo>
                    <a:pt x="82476" y="1139"/>
                  </a:lnTo>
                  <a:lnTo>
                    <a:pt x="81538" y="1430"/>
                  </a:lnTo>
                  <a:lnTo>
                    <a:pt x="80578" y="1697"/>
                  </a:lnTo>
                  <a:lnTo>
                    <a:pt x="79596" y="1943"/>
                  </a:lnTo>
                  <a:lnTo>
                    <a:pt x="78568" y="2189"/>
                  </a:lnTo>
                  <a:lnTo>
                    <a:pt x="77496" y="2434"/>
                  </a:lnTo>
                  <a:lnTo>
                    <a:pt x="76424" y="2680"/>
                  </a:lnTo>
                  <a:lnTo>
                    <a:pt x="75308" y="2903"/>
                  </a:lnTo>
                  <a:lnTo>
                    <a:pt x="74146" y="3104"/>
                  </a:lnTo>
                  <a:lnTo>
                    <a:pt x="71779" y="3529"/>
                  </a:lnTo>
                  <a:lnTo>
                    <a:pt x="69278" y="3886"/>
                  </a:lnTo>
                  <a:lnTo>
                    <a:pt x="66709" y="4221"/>
                  </a:lnTo>
                  <a:lnTo>
                    <a:pt x="64029" y="4511"/>
                  </a:lnTo>
                  <a:lnTo>
                    <a:pt x="61260" y="4779"/>
                  </a:lnTo>
                  <a:lnTo>
                    <a:pt x="58424" y="4980"/>
                  </a:lnTo>
                  <a:lnTo>
                    <a:pt x="55498" y="5159"/>
                  </a:lnTo>
                  <a:lnTo>
                    <a:pt x="52506" y="5271"/>
                  </a:lnTo>
                  <a:lnTo>
                    <a:pt x="49468" y="5338"/>
                  </a:lnTo>
                  <a:lnTo>
                    <a:pt x="46364" y="5382"/>
                  </a:lnTo>
                  <a:lnTo>
                    <a:pt x="46364" y="5382"/>
                  </a:lnTo>
                  <a:lnTo>
                    <a:pt x="43260" y="5338"/>
                  </a:lnTo>
                  <a:lnTo>
                    <a:pt x="40200" y="5271"/>
                  </a:lnTo>
                  <a:lnTo>
                    <a:pt x="37208" y="5159"/>
                  </a:lnTo>
                  <a:lnTo>
                    <a:pt x="34304" y="4980"/>
                  </a:lnTo>
                  <a:lnTo>
                    <a:pt x="31446" y="4779"/>
                  </a:lnTo>
                  <a:lnTo>
                    <a:pt x="28676" y="4511"/>
                  </a:lnTo>
                  <a:lnTo>
                    <a:pt x="25996" y="4221"/>
                  </a:lnTo>
                  <a:lnTo>
                    <a:pt x="23428" y="3886"/>
                  </a:lnTo>
                  <a:lnTo>
                    <a:pt x="20927" y="3529"/>
                  </a:lnTo>
                  <a:lnTo>
                    <a:pt x="18560" y="3104"/>
                  </a:lnTo>
                  <a:lnTo>
                    <a:pt x="17421" y="2903"/>
                  </a:lnTo>
                  <a:lnTo>
                    <a:pt x="16282" y="2680"/>
                  </a:lnTo>
                  <a:lnTo>
                    <a:pt x="15210" y="2434"/>
                  </a:lnTo>
                  <a:lnTo>
                    <a:pt x="14138" y="2189"/>
                  </a:lnTo>
                  <a:lnTo>
                    <a:pt x="13110" y="1943"/>
                  </a:lnTo>
                  <a:lnTo>
                    <a:pt x="12128" y="1697"/>
                  </a:lnTo>
                  <a:lnTo>
                    <a:pt x="11167" y="1430"/>
                  </a:lnTo>
                  <a:lnTo>
                    <a:pt x="10229" y="1139"/>
                  </a:lnTo>
                  <a:lnTo>
                    <a:pt x="9336" y="871"/>
                  </a:lnTo>
                  <a:lnTo>
                    <a:pt x="8487" y="581"/>
                  </a:lnTo>
                  <a:lnTo>
                    <a:pt x="7661" y="291"/>
                  </a:lnTo>
                  <a:lnTo>
                    <a:pt x="6879" y="0"/>
                  </a:lnTo>
                  <a:lnTo>
                    <a:pt x="6879" y="0"/>
                  </a:lnTo>
                  <a:lnTo>
                    <a:pt x="6075" y="313"/>
                  </a:lnTo>
                  <a:lnTo>
                    <a:pt x="5338" y="648"/>
                  </a:lnTo>
                  <a:lnTo>
                    <a:pt x="4624" y="983"/>
                  </a:lnTo>
                  <a:lnTo>
                    <a:pt x="3976" y="1340"/>
                  </a:lnTo>
                  <a:lnTo>
                    <a:pt x="3351" y="1697"/>
                  </a:lnTo>
                  <a:lnTo>
                    <a:pt x="2793" y="2055"/>
                  </a:lnTo>
                  <a:lnTo>
                    <a:pt x="2279" y="2412"/>
                  </a:lnTo>
                  <a:lnTo>
                    <a:pt x="1810" y="2792"/>
                  </a:lnTo>
                  <a:lnTo>
                    <a:pt x="1386" y="3171"/>
                  </a:lnTo>
                  <a:lnTo>
                    <a:pt x="1028" y="3551"/>
                  </a:lnTo>
                  <a:lnTo>
                    <a:pt x="716" y="3931"/>
                  </a:lnTo>
                  <a:lnTo>
                    <a:pt x="470" y="4310"/>
                  </a:lnTo>
                  <a:lnTo>
                    <a:pt x="269" y="4712"/>
                  </a:lnTo>
                  <a:lnTo>
                    <a:pt x="180" y="4913"/>
                  </a:lnTo>
                  <a:lnTo>
                    <a:pt x="135" y="5114"/>
                  </a:lnTo>
                  <a:lnTo>
                    <a:pt x="68" y="5315"/>
                  </a:lnTo>
                  <a:lnTo>
                    <a:pt x="46" y="5516"/>
                  </a:lnTo>
                  <a:lnTo>
                    <a:pt x="23" y="5717"/>
                  </a:lnTo>
                  <a:lnTo>
                    <a:pt x="1" y="5918"/>
                  </a:lnTo>
                  <a:lnTo>
                    <a:pt x="1" y="5918"/>
                  </a:lnTo>
                  <a:lnTo>
                    <a:pt x="23" y="6142"/>
                  </a:lnTo>
                  <a:lnTo>
                    <a:pt x="46" y="6365"/>
                  </a:lnTo>
                  <a:lnTo>
                    <a:pt x="90" y="6566"/>
                  </a:lnTo>
                  <a:lnTo>
                    <a:pt x="135" y="6789"/>
                  </a:lnTo>
                  <a:lnTo>
                    <a:pt x="224" y="7013"/>
                  </a:lnTo>
                  <a:lnTo>
                    <a:pt x="314" y="7214"/>
                  </a:lnTo>
                  <a:lnTo>
                    <a:pt x="425" y="7437"/>
                  </a:lnTo>
                  <a:lnTo>
                    <a:pt x="537" y="7638"/>
                  </a:lnTo>
                  <a:lnTo>
                    <a:pt x="671" y="7839"/>
                  </a:lnTo>
                  <a:lnTo>
                    <a:pt x="827" y="8062"/>
                  </a:lnTo>
                  <a:lnTo>
                    <a:pt x="1185" y="8464"/>
                  </a:lnTo>
                  <a:lnTo>
                    <a:pt x="1609" y="8866"/>
                  </a:lnTo>
                  <a:lnTo>
                    <a:pt x="2078" y="9268"/>
                  </a:lnTo>
                  <a:lnTo>
                    <a:pt x="2614" y="9670"/>
                  </a:lnTo>
                  <a:lnTo>
                    <a:pt x="3195" y="10050"/>
                  </a:lnTo>
                  <a:lnTo>
                    <a:pt x="3842" y="10430"/>
                  </a:lnTo>
                  <a:lnTo>
                    <a:pt x="4557" y="10809"/>
                  </a:lnTo>
                  <a:lnTo>
                    <a:pt x="5294" y="11167"/>
                  </a:lnTo>
                  <a:lnTo>
                    <a:pt x="6098" y="11524"/>
                  </a:lnTo>
                  <a:lnTo>
                    <a:pt x="6969" y="11881"/>
                  </a:lnTo>
                  <a:lnTo>
                    <a:pt x="7862" y="12216"/>
                  </a:lnTo>
                  <a:lnTo>
                    <a:pt x="84844" y="12216"/>
                  </a:lnTo>
                  <a:lnTo>
                    <a:pt x="89824" y="9871"/>
                  </a:lnTo>
                  <a:lnTo>
                    <a:pt x="89824" y="1988"/>
                  </a:lnTo>
                  <a:lnTo>
                    <a:pt x="89824" y="1988"/>
                  </a:lnTo>
                  <a:lnTo>
                    <a:pt x="89400" y="1720"/>
                  </a:lnTo>
                  <a:lnTo>
                    <a:pt x="88975" y="1474"/>
                  </a:lnTo>
                  <a:lnTo>
                    <a:pt x="88506" y="1206"/>
                  </a:lnTo>
                  <a:lnTo>
                    <a:pt x="88015" y="961"/>
                  </a:lnTo>
                  <a:lnTo>
                    <a:pt x="87501" y="715"/>
                  </a:lnTo>
                  <a:lnTo>
                    <a:pt x="86965" y="469"/>
                  </a:lnTo>
                  <a:lnTo>
                    <a:pt x="85826" y="0"/>
                  </a:lnTo>
                  <a:lnTo>
                    <a:pt x="85826"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323" name="Google Shape;323;p23"/>
            <p:cNvSpPr/>
            <p:nvPr/>
          </p:nvSpPr>
          <p:spPr>
            <a:xfrm>
              <a:off x="4306084" y="3738493"/>
              <a:ext cx="4837921" cy="747038"/>
            </a:xfrm>
            <a:custGeom>
              <a:rect b="b" l="l" r="r" t="t"/>
              <a:pathLst>
                <a:path extrusionOk="0" fill="none" h="13870" w="89824">
                  <a:moveTo>
                    <a:pt x="79372" y="0"/>
                  </a:moveTo>
                  <a:lnTo>
                    <a:pt x="79372" y="0"/>
                  </a:lnTo>
                  <a:lnTo>
                    <a:pt x="77764" y="380"/>
                  </a:lnTo>
                  <a:lnTo>
                    <a:pt x="76067" y="737"/>
                  </a:lnTo>
                  <a:lnTo>
                    <a:pt x="74325" y="1072"/>
                  </a:lnTo>
                  <a:lnTo>
                    <a:pt x="72494" y="1407"/>
                  </a:lnTo>
                  <a:lnTo>
                    <a:pt x="70595" y="1698"/>
                  </a:lnTo>
                  <a:lnTo>
                    <a:pt x="68652" y="1966"/>
                  </a:lnTo>
                  <a:lnTo>
                    <a:pt x="66642" y="2234"/>
                  </a:lnTo>
                  <a:lnTo>
                    <a:pt x="64565" y="2457"/>
                  </a:lnTo>
                  <a:lnTo>
                    <a:pt x="62444" y="2658"/>
                  </a:lnTo>
                  <a:lnTo>
                    <a:pt x="60278" y="2859"/>
                  </a:lnTo>
                  <a:lnTo>
                    <a:pt x="58044" y="3015"/>
                  </a:lnTo>
                  <a:lnTo>
                    <a:pt x="55789" y="3127"/>
                  </a:lnTo>
                  <a:lnTo>
                    <a:pt x="53488" y="3239"/>
                  </a:lnTo>
                  <a:lnTo>
                    <a:pt x="51143" y="3306"/>
                  </a:lnTo>
                  <a:lnTo>
                    <a:pt x="48754" y="3350"/>
                  </a:lnTo>
                  <a:lnTo>
                    <a:pt x="46364" y="3373"/>
                  </a:lnTo>
                  <a:lnTo>
                    <a:pt x="46364" y="3373"/>
                  </a:lnTo>
                  <a:lnTo>
                    <a:pt x="43952" y="3350"/>
                  </a:lnTo>
                  <a:lnTo>
                    <a:pt x="41563" y="3306"/>
                  </a:lnTo>
                  <a:lnTo>
                    <a:pt x="39218" y="3239"/>
                  </a:lnTo>
                  <a:lnTo>
                    <a:pt x="36917" y="3127"/>
                  </a:lnTo>
                  <a:lnTo>
                    <a:pt x="34662" y="3015"/>
                  </a:lnTo>
                  <a:lnTo>
                    <a:pt x="32451" y="2859"/>
                  </a:lnTo>
                  <a:lnTo>
                    <a:pt x="30262" y="2658"/>
                  </a:lnTo>
                  <a:lnTo>
                    <a:pt x="28140" y="2457"/>
                  </a:lnTo>
                  <a:lnTo>
                    <a:pt x="26086" y="2234"/>
                  </a:lnTo>
                  <a:lnTo>
                    <a:pt x="24053" y="1966"/>
                  </a:lnTo>
                  <a:lnTo>
                    <a:pt x="22111" y="1698"/>
                  </a:lnTo>
                  <a:lnTo>
                    <a:pt x="20212" y="1407"/>
                  </a:lnTo>
                  <a:lnTo>
                    <a:pt x="18381" y="1072"/>
                  </a:lnTo>
                  <a:lnTo>
                    <a:pt x="16639" y="737"/>
                  </a:lnTo>
                  <a:lnTo>
                    <a:pt x="14942" y="380"/>
                  </a:lnTo>
                  <a:lnTo>
                    <a:pt x="13334" y="0"/>
                  </a:lnTo>
                  <a:lnTo>
                    <a:pt x="13334" y="0"/>
                  </a:lnTo>
                  <a:lnTo>
                    <a:pt x="11815" y="380"/>
                  </a:lnTo>
                  <a:lnTo>
                    <a:pt x="10386" y="782"/>
                  </a:lnTo>
                  <a:lnTo>
                    <a:pt x="9046" y="1229"/>
                  </a:lnTo>
                  <a:lnTo>
                    <a:pt x="7773" y="1653"/>
                  </a:lnTo>
                  <a:lnTo>
                    <a:pt x="6589" y="2122"/>
                  </a:lnTo>
                  <a:lnTo>
                    <a:pt x="5495" y="2591"/>
                  </a:lnTo>
                  <a:lnTo>
                    <a:pt x="4490" y="3060"/>
                  </a:lnTo>
                  <a:lnTo>
                    <a:pt x="4021" y="3328"/>
                  </a:lnTo>
                  <a:lnTo>
                    <a:pt x="3574" y="3574"/>
                  </a:lnTo>
                  <a:lnTo>
                    <a:pt x="3150" y="3819"/>
                  </a:lnTo>
                  <a:lnTo>
                    <a:pt x="2770" y="4087"/>
                  </a:lnTo>
                  <a:lnTo>
                    <a:pt x="2391" y="4333"/>
                  </a:lnTo>
                  <a:lnTo>
                    <a:pt x="2056" y="4601"/>
                  </a:lnTo>
                  <a:lnTo>
                    <a:pt x="1743" y="4869"/>
                  </a:lnTo>
                  <a:lnTo>
                    <a:pt x="1430" y="5137"/>
                  </a:lnTo>
                  <a:lnTo>
                    <a:pt x="1162" y="5405"/>
                  </a:lnTo>
                  <a:lnTo>
                    <a:pt x="939" y="5673"/>
                  </a:lnTo>
                  <a:lnTo>
                    <a:pt x="716" y="5941"/>
                  </a:lnTo>
                  <a:lnTo>
                    <a:pt x="537" y="6231"/>
                  </a:lnTo>
                  <a:lnTo>
                    <a:pt x="381" y="6499"/>
                  </a:lnTo>
                  <a:lnTo>
                    <a:pt x="247" y="6790"/>
                  </a:lnTo>
                  <a:lnTo>
                    <a:pt x="135" y="7058"/>
                  </a:lnTo>
                  <a:lnTo>
                    <a:pt x="68" y="7348"/>
                  </a:lnTo>
                  <a:lnTo>
                    <a:pt x="23" y="7638"/>
                  </a:lnTo>
                  <a:lnTo>
                    <a:pt x="1" y="7929"/>
                  </a:lnTo>
                  <a:lnTo>
                    <a:pt x="1" y="7929"/>
                  </a:lnTo>
                  <a:lnTo>
                    <a:pt x="23" y="8130"/>
                  </a:lnTo>
                  <a:lnTo>
                    <a:pt x="46" y="8331"/>
                  </a:lnTo>
                  <a:lnTo>
                    <a:pt x="68" y="8532"/>
                  </a:lnTo>
                  <a:lnTo>
                    <a:pt x="135" y="8733"/>
                  </a:lnTo>
                  <a:lnTo>
                    <a:pt x="180" y="8934"/>
                  </a:lnTo>
                  <a:lnTo>
                    <a:pt x="269" y="9135"/>
                  </a:lnTo>
                  <a:lnTo>
                    <a:pt x="470" y="9537"/>
                  </a:lnTo>
                  <a:lnTo>
                    <a:pt x="716" y="9916"/>
                  </a:lnTo>
                  <a:lnTo>
                    <a:pt x="1028" y="10318"/>
                  </a:lnTo>
                  <a:lnTo>
                    <a:pt x="1386" y="10698"/>
                  </a:lnTo>
                  <a:lnTo>
                    <a:pt x="1810" y="11055"/>
                  </a:lnTo>
                  <a:lnTo>
                    <a:pt x="2279" y="11435"/>
                  </a:lnTo>
                  <a:lnTo>
                    <a:pt x="2793" y="11792"/>
                  </a:lnTo>
                  <a:lnTo>
                    <a:pt x="3351" y="12150"/>
                  </a:lnTo>
                  <a:lnTo>
                    <a:pt x="3976" y="12507"/>
                  </a:lnTo>
                  <a:lnTo>
                    <a:pt x="4624" y="12864"/>
                  </a:lnTo>
                  <a:lnTo>
                    <a:pt x="5338" y="13199"/>
                  </a:lnTo>
                  <a:lnTo>
                    <a:pt x="6075" y="13534"/>
                  </a:lnTo>
                  <a:lnTo>
                    <a:pt x="6879" y="13869"/>
                  </a:lnTo>
                  <a:lnTo>
                    <a:pt x="6879" y="13869"/>
                  </a:lnTo>
                  <a:lnTo>
                    <a:pt x="7661" y="13557"/>
                  </a:lnTo>
                  <a:lnTo>
                    <a:pt x="8487" y="13266"/>
                  </a:lnTo>
                  <a:lnTo>
                    <a:pt x="9336" y="12976"/>
                  </a:lnTo>
                  <a:lnTo>
                    <a:pt x="10229" y="12708"/>
                  </a:lnTo>
                  <a:lnTo>
                    <a:pt x="11167" y="12440"/>
                  </a:lnTo>
                  <a:lnTo>
                    <a:pt x="12128" y="12172"/>
                  </a:lnTo>
                  <a:lnTo>
                    <a:pt x="13110" y="11904"/>
                  </a:lnTo>
                  <a:lnTo>
                    <a:pt x="14138" y="11658"/>
                  </a:lnTo>
                  <a:lnTo>
                    <a:pt x="15210" y="11413"/>
                  </a:lnTo>
                  <a:lnTo>
                    <a:pt x="16282" y="11189"/>
                  </a:lnTo>
                  <a:lnTo>
                    <a:pt x="17421" y="10966"/>
                  </a:lnTo>
                  <a:lnTo>
                    <a:pt x="18560" y="10743"/>
                  </a:lnTo>
                  <a:lnTo>
                    <a:pt x="20927" y="10318"/>
                  </a:lnTo>
                  <a:lnTo>
                    <a:pt x="23428" y="9961"/>
                  </a:lnTo>
                  <a:lnTo>
                    <a:pt x="25996" y="9626"/>
                  </a:lnTo>
                  <a:lnTo>
                    <a:pt x="28676" y="9336"/>
                  </a:lnTo>
                  <a:lnTo>
                    <a:pt x="31446" y="9068"/>
                  </a:lnTo>
                  <a:lnTo>
                    <a:pt x="34304" y="8867"/>
                  </a:lnTo>
                  <a:lnTo>
                    <a:pt x="37208" y="8688"/>
                  </a:lnTo>
                  <a:lnTo>
                    <a:pt x="40200" y="8576"/>
                  </a:lnTo>
                  <a:lnTo>
                    <a:pt x="43260" y="8509"/>
                  </a:lnTo>
                  <a:lnTo>
                    <a:pt x="46364" y="8487"/>
                  </a:lnTo>
                  <a:lnTo>
                    <a:pt x="46364" y="8487"/>
                  </a:lnTo>
                  <a:lnTo>
                    <a:pt x="49468" y="8509"/>
                  </a:lnTo>
                  <a:lnTo>
                    <a:pt x="52506" y="8576"/>
                  </a:lnTo>
                  <a:lnTo>
                    <a:pt x="55498" y="8688"/>
                  </a:lnTo>
                  <a:lnTo>
                    <a:pt x="58424" y="8867"/>
                  </a:lnTo>
                  <a:lnTo>
                    <a:pt x="61260" y="9068"/>
                  </a:lnTo>
                  <a:lnTo>
                    <a:pt x="64029" y="9336"/>
                  </a:lnTo>
                  <a:lnTo>
                    <a:pt x="66709" y="9626"/>
                  </a:lnTo>
                  <a:lnTo>
                    <a:pt x="69278" y="9961"/>
                  </a:lnTo>
                  <a:lnTo>
                    <a:pt x="71779" y="10318"/>
                  </a:lnTo>
                  <a:lnTo>
                    <a:pt x="74146" y="10743"/>
                  </a:lnTo>
                  <a:lnTo>
                    <a:pt x="75308" y="10966"/>
                  </a:lnTo>
                  <a:lnTo>
                    <a:pt x="76424" y="11189"/>
                  </a:lnTo>
                  <a:lnTo>
                    <a:pt x="77496" y="11413"/>
                  </a:lnTo>
                  <a:lnTo>
                    <a:pt x="78568" y="11658"/>
                  </a:lnTo>
                  <a:lnTo>
                    <a:pt x="79596" y="11904"/>
                  </a:lnTo>
                  <a:lnTo>
                    <a:pt x="80578" y="12172"/>
                  </a:lnTo>
                  <a:lnTo>
                    <a:pt x="81538" y="12440"/>
                  </a:lnTo>
                  <a:lnTo>
                    <a:pt x="82476" y="12708"/>
                  </a:lnTo>
                  <a:lnTo>
                    <a:pt x="83370" y="12976"/>
                  </a:lnTo>
                  <a:lnTo>
                    <a:pt x="84218" y="13266"/>
                  </a:lnTo>
                  <a:lnTo>
                    <a:pt x="85045" y="13557"/>
                  </a:lnTo>
                  <a:lnTo>
                    <a:pt x="85826" y="13869"/>
                  </a:lnTo>
                  <a:lnTo>
                    <a:pt x="85826" y="13869"/>
                  </a:lnTo>
                  <a:lnTo>
                    <a:pt x="86965" y="13378"/>
                  </a:lnTo>
                  <a:lnTo>
                    <a:pt x="88015" y="12887"/>
                  </a:lnTo>
                  <a:lnTo>
                    <a:pt x="88506" y="12641"/>
                  </a:lnTo>
                  <a:lnTo>
                    <a:pt x="88975" y="12395"/>
                  </a:lnTo>
                  <a:lnTo>
                    <a:pt x="89400" y="12127"/>
                  </a:lnTo>
                  <a:lnTo>
                    <a:pt x="89824" y="11859"/>
                  </a:lnTo>
                  <a:lnTo>
                    <a:pt x="89824" y="3998"/>
                  </a:lnTo>
                  <a:lnTo>
                    <a:pt x="89824" y="3998"/>
                  </a:lnTo>
                  <a:lnTo>
                    <a:pt x="89377" y="3708"/>
                  </a:lnTo>
                  <a:lnTo>
                    <a:pt x="88886" y="3440"/>
                  </a:lnTo>
                  <a:lnTo>
                    <a:pt x="88395" y="3149"/>
                  </a:lnTo>
                  <a:lnTo>
                    <a:pt x="87859" y="2881"/>
                  </a:lnTo>
                  <a:lnTo>
                    <a:pt x="87300" y="2613"/>
                  </a:lnTo>
                  <a:lnTo>
                    <a:pt x="86697" y="2368"/>
                  </a:lnTo>
                  <a:lnTo>
                    <a:pt x="86094" y="2100"/>
                  </a:lnTo>
                  <a:lnTo>
                    <a:pt x="85447" y="1854"/>
                  </a:lnTo>
                  <a:lnTo>
                    <a:pt x="84084" y="1363"/>
                  </a:lnTo>
                  <a:lnTo>
                    <a:pt x="82610" y="871"/>
                  </a:lnTo>
                  <a:lnTo>
                    <a:pt x="81047" y="425"/>
                  </a:lnTo>
                  <a:lnTo>
                    <a:pt x="79372" y="0"/>
                  </a:lnTo>
                  <a:lnTo>
                    <a:pt x="79372"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324" name="Google Shape;324;p23"/>
            <p:cNvSpPr/>
            <p:nvPr/>
          </p:nvSpPr>
          <p:spPr>
            <a:xfrm>
              <a:off x="4306084" y="2701610"/>
              <a:ext cx="4837921" cy="1036913"/>
            </a:xfrm>
            <a:custGeom>
              <a:rect b="b" l="l" r="r" t="t"/>
              <a:pathLst>
                <a:path extrusionOk="0" fill="none" h="19252" w="89824">
                  <a:moveTo>
                    <a:pt x="46364" y="1"/>
                  </a:moveTo>
                  <a:lnTo>
                    <a:pt x="46364" y="1"/>
                  </a:lnTo>
                  <a:lnTo>
                    <a:pt x="43974" y="1"/>
                  </a:lnTo>
                  <a:lnTo>
                    <a:pt x="41607" y="45"/>
                  </a:lnTo>
                  <a:lnTo>
                    <a:pt x="39307" y="135"/>
                  </a:lnTo>
                  <a:lnTo>
                    <a:pt x="37007" y="224"/>
                  </a:lnTo>
                  <a:lnTo>
                    <a:pt x="34773" y="358"/>
                  </a:lnTo>
                  <a:lnTo>
                    <a:pt x="32562" y="492"/>
                  </a:lnTo>
                  <a:lnTo>
                    <a:pt x="30418" y="671"/>
                  </a:lnTo>
                  <a:lnTo>
                    <a:pt x="28319" y="872"/>
                  </a:lnTo>
                  <a:lnTo>
                    <a:pt x="26264" y="1117"/>
                  </a:lnTo>
                  <a:lnTo>
                    <a:pt x="24254" y="1363"/>
                  </a:lnTo>
                  <a:lnTo>
                    <a:pt x="22334" y="1631"/>
                  </a:lnTo>
                  <a:lnTo>
                    <a:pt x="20436" y="1921"/>
                  </a:lnTo>
                  <a:lnTo>
                    <a:pt x="18627" y="2234"/>
                  </a:lnTo>
                  <a:lnTo>
                    <a:pt x="16885" y="2569"/>
                  </a:lnTo>
                  <a:lnTo>
                    <a:pt x="15187" y="2926"/>
                  </a:lnTo>
                  <a:lnTo>
                    <a:pt x="13579" y="3306"/>
                  </a:lnTo>
                  <a:lnTo>
                    <a:pt x="12038" y="3708"/>
                  </a:lnTo>
                  <a:lnTo>
                    <a:pt x="10587" y="4110"/>
                  </a:lnTo>
                  <a:lnTo>
                    <a:pt x="9224" y="4534"/>
                  </a:lnTo>
                  <a:lnTo>
                    <a:pt x="7929" y="4981"/>
                  </a:lnTo>
                  <a:lnTo>
                    <a:pt x="6723" y="5450"/>
                  </a:lnTo>
                  <a:lnTo>
                    <a:pt x="5606" y="5919"/>
                  </a:lnTo>
                  <a:lnTo>
                    <a:pt x="4579" y="6410"/>
                  </a:lnTo>
                  <a:lnTo>
                    <a:pt x="4110" y="6656"/>
                  </a:lnTo>
                  <a:lnTo>
                    <a:pt x="3641" y="6901"/>
                  </a:lnTo>
                  <a:lnTo>
                    <a:pt x="3217" y="7169"/>
                  </a:lnTo>
                  <a:lnTo>
                    <a:pt x="2815" y="7415"/>
                  </a:lnTo>
                  <a:lnTo>
                    <a:pt x="2435" y="7683"/>
                  </a:lnTo>
                  <a:lnTo>
                    <a:pt x="2100" y="7951"/>
                  </a:lnTo>
                  <a:lnTo>
                    <a:pt x="1765" y="8219"/>
                  </a:lnTo>
                  <a:lnTo>
                    <a:pt x="1475" y="8487"/>
                  </a:lnTo>
                  <a:lnTo>
                    <a:pt x="1185" y="8755"/>
                  </a:lnTo>
                  <a:lnTo>
                    <a:pt x="961" y="9023"/>
                  </a:lnTo>
                  <a:lnTo>
                    <a:pt x="738" y="9313"/>
                  </a:lnTo>
                  <a:lnTo>
                    <a:pt x="537" y="9581"/>
                  </a:lnTo>
                  <a:lnTo>
                    <a:pt x="381" y="9872"/>
                  </a:lnTo>
                  <a:lnTo>
                    <a:pt x="247" y="10140"/>
                  </a:lnTo>
                  <a:lnTo>
                    <a:pt x="135" y="10430"/>
                  </a:lnTo>
                  <a:lnTo>
                    <a:pt x="68" y="10720"/>
                  </a:lnTo>
                  <a:lnTo>
                    <a:pt x="23" y="11011"/>
                  </a:lnTo>
                  <a:lnTo>
                    <a:pt x="1" y="11301"/>
                  </a:lnTo>
                  <a:lnTo>
                    <a:pt x="1" y="11301"/>
                  </a:lnTo>
                  <a:lnTo>
                    <a:pt x="23" y="11591"/>
                  </a:lnTo>
                  <a:lnTo>
                    <a:pt x="68" y="11882"/>
                  </a:lnTo>
                  <a:lnTo>
                    <a:pt x="135" y="12172"/>
                  </a:lnTo>
                  <a:lnTo>
                    <a:pt x="247" y="12462"/>
                  </a:lnTo>
                  <a:lnTo>
                    <a:pt x="381" y="12730"/>
                  </a:lnTo>
                  <a:lnTo>
                    <a:pt x="537" y="13021"/>
                  </a:lnTo>
                  <a:lnTo>
                    <a:pt x="716" y="13289"/>
                  </a:lnTo>
                  <a:lnTo>
                    <a:pt x="939" y="13557"/>
                  </a:lnTo>
                  <a:lnTo>
                    <a:pt x="1162" y="13847"/>
                  </a:lnTo>
                  <a:lnTo>
                    <a:pt x="1430" y="14115"/>
                  </a:lnTo>
                  <a:lnTo>
                    <a:pt x="1743" y="14383"/>
                  </a:lnTo>
                  <a:lnTo>
                    <a:pt x="2056" y="14629"/>
                  </a:lnTo>
                  <a:lnTo>
                    <a:pt x="2391" y="14897"/>
                  </a:lnTo>
                  <a:lnTo>
                    <a:pt x="2770" y="15165"/>
                  </a:lnTo>
                  <a:lnTo>
                    <a:pt x="3150" y="15410"/>
                  </a:lnTo>
                  <a:lnTo>
                    <a:pt x="3574" y="15678"/>
                  </a:lnTo>
                  <a:lnTo>
                    <a:pt x="4021" y="15924"/>
                  </a:lnTo>
                  <a:lnTo>
                    <a:pt x="4490" y="16170"/>
                  </a:lnTo>
                  <a:lnTo>
                    <a:pt x="5495" y="16661"/>
                  </a:lnTo>
                  <a:lnTo>
                    <a:pt x="6589" y="17130"/>
                  </a:lnTo>
                  <a:lnTo>
                    <a:pt x="7773" y="17577"/>
                  </a:lnTo>
                  <a:lnTo>
                    <a:pt x="9046" y="18023"/>
                  </a:lnTo>
                  <a:lnTo>
                    <a:pt x="10386" y="18447"/>
                  </a:lnTo>
                  <a:lnTo>
                    <a:pt x="11815" y="18849"/>
                  </a:lnTo>
                  <a:lnTo>
                    <a:pt x="13334" y="19251"/>
                  </a:lnTo>
                  <a:lnTo>
                    <a:pt x="13334" y="19251"/>
                  </a:lnTo>
                  <a:lnTo>
                    <a:pt x="14942" y="18872"/>
                  </a:lnTo>
                  <a:lnTo>
                    <a:pt x="16639" y="18492"/>
                  </a:lnTo>
                  <a:lnTo>
                    <a:pt x="18381" y="18157"/>
                  </a:lnTo>
                  <a:lnTo>
                    <a:pt x="20212" y="17845"/>
                  </a:lnTo>
                  <a:lnTo>
                    <a:pt x="22111" y="17532"/>
                  </a:lnTo>
                  <a:lnTo>
                    <a:pt x="24053" y="17264"/>
                  </a:lnTo>
                  <a:lnTo>
                    <a:pt x="26086" y="16996"/>
                  </a:lnTo>
                  <a:lnTo>
                    <a:pt x="28140" y="16773"/>
                  </a:lnTo>
                  <a:lnTo>
                    <a:pt x="30262" y="16572"/>
                  </a:lnTo>
                  <a:lnTo>
                    <a:pt x="32451" y="16393"/>
                  </a:lnTo>
                  <a:lnTo>
                    <a:pt x="34662" y="16237"/>
                  </a:lnTo>
                  <a:lnTo>
                    <a:pt x="36917" y="16103"/>
                  </a:lnTo>
                  <a:lnTo>
                    <a:pt x="39218" y="15991"/>
                  </a:lnTo>
                  <a:lnTo>
                    <a:pt x="41563" y="15924"/>
                  </a:lnTo>
                  <a:lnTo>
                    <a:pt x="43952" y="15879"/>
                  </a:lnTo>
                  <a:lnTo>
                    <a:pt x="46364" y="15857"/>
                  </a:lnTo>
                  <a:lnTo>
                    <a:pt x="46364" y="15857"/>
                  </a:lnTo>
                  <a:lnTo>
                    <a:pt x="48754" y="15879"/>
                  </a:lnTo>
                  <a:lnTo>
                    <a:pt x="51143" y="15924"/>
                  </a:lnTo>
                  <a:lnTo>
                    <a:pt x="53488" y="15991"/>
                  </a:lnTo>
                  <a:lnTo>
                    <a:pt x="55789" y="16103"/>
                  </a:lnTo>
                  <a:lnTo>
                    <a:pt x="58044" y="16237"/>
                  </a:lnTo>
                  <a:lnTo>
                    <a:pt x="60278" y="16393"/>
                  </a:lnTo>
                  <a:lnTo>
                    <a:pt x="62444" y="16572"/>
                  </a:lnTo>
                  <a:lnTo>
                    <a:pt x="64565" y="16773"/>
                  </a:lnTo>
                  <a:lnTo>
                    <a:pt x="66642" y="16996"/>
                  </a:lnTo>
                  <a:lnTo>
                    <a:pt x="68652" y="17264"/>
                  </a:lnTo>
                  <a:lnTo>
                    <a:pt x="70595" y="17532"/>
                  </a:lnTo>
                  <a:lnTo>
                    <a:pt x="72494" y="17845"/>
                  </a:lnTo>
                  <a:lnTo>
                    <a:pt x="74325" y="18157"/>
                  </a:lnTo>
                  <a:lnTo>
                    <a:pt x="76067" y="18492"/>
                  </a:lnTo>
                  <a:lnTo>
                    <a:pt x="77764" y="18872"/>
                  </a:lnTo>
                  <a:lnTo>
                    <a:pt x="79372" y="19251"/>
                  </a:lnTo>
                  <a:lnTo>
                    <a:pt x="79372" y="19251"/>
                  </a:lnTo>
                  <a:lnTo>
                    <a:pt x="81047" y="18805"/>
                  </a:lnTo>
                  <a:lnTo>
                    <a:pt x="82610" y="18358"/>
                  </a:lnTo>
                  <a:lnTo>
                    <a:pt x="84084" y="17889"/>
                  </a:lnTo>
                  <a:lnTo>
                    <a:pt x="85447" y="17398"/>
                  </a:lnTo>
                  <a:lnTo>
                    <a:pt x="86094" y="17130"/>
                  </a:lnTo>
                  <a:lnTo>
                    <a:pt x="86697" y="16884"/>
                  </a:lnTo>
                  <a:lnTo>
                    <a:pt x="87300" y="16616"/>
                  </a:lnTo>
                  <a:lnTo>
                    <a:pt x="87859" y="16348"/>
                  </a:lnTo>
                  <a:lnTo>
                    <a:pt x="88395" y="16080"/>
                  </a:lnTo>
                  <a:lnTo>
                    <a:pt x="88886" y="15812"/>
                  </a:lnTo>
                  <a:lnTo>
                    <a:pt x="89377" y="15522"/>
                  </a:lnTo>
                  <a:lnTo>
                    <a:pt x="89824" y="15254"/>
                  </a:lnTo>
                  <a:lnTo>
                    <a:pt x="89824" y="7370"/>
                  </a:lnTo>
                  <a:lnTo>
                    <a:pt x="89824" y="7370"/>
                  </a:lnTo>
                  <a:lnTo>
                    <a:pt x="89176" y="6968"/>
                  </a:lnTo>
                  <a:lnTo>
                    <a:pt x="88462" y="6566"/>
                  </a:lnTo>
                  <a:lnTo>
                    <a:pt x="87702" y="6187"/>
                  </a:lnTo>
                  <a:lnTo>
                    <a:pt x="86876" y="5807"/>
                  </a:lnTo>
                  <a:lnTo>
                    <a:pt x="86005" y="5450"/>
                  </a:lnTo>
                  <a:lnTo>
                    <a:pt x="85067" y="5092"/>
                  </a:lnTo>
                  <a:lnTo>
                    <a:pt x="84084" y="4735"/>
                  </a:lnTo>
                  <a:lnTo>
                    <a:pt x="83057" y="4400"/>
                  </a:lnTo>
                  <a:lnTo>
                    <a:pt x="81985" y="4065"/>
                  </a:lnTo>
                  <a:lnTo>
                    <a:pt x="80846" y="3752"/>
                  </a:lnTo>
                  <a:lnTo>
                    <a:pt x="79663" y="3440"/>
                  </a:lnTo>
                  <a:lnTo>
                    <a:pt x="78434" y="3149"/>
                  </a:lnTo>
                  <a:lnTo>
                    <a:pt x="77161" y="2859"/>
                  </a:lnTo>
                  <a:lnTo>
                    <a:pt x="75844" y="2569"/>
                  </a:lnTo>
                  <a:lnTo>
                    <a:pt x="74504" y="2323"/>
                  </a:lnTo>
                  <a:lnTo>
                    <a:pt x="73097" y="2055"/>
                  </a:lnTo>
                  <a:lnTo>
                    <a:pt x="71667" y="1832"/>
                  </a:lnTo>
                  <a:lnTo>
                    <a:pt x="70193" y="1609"/>
                  </a:lnTo>
                  <a:lnTo>
                    <a:pt x="68675" y="1385"/>
                  </a:lnTo>
                  <a:lnTo>
                    <a:pt x="67134" y="1184"/>
                  </a:lnTo>
                  <a:lnTo>
                    <a:pt x="65548" y="1006"/>
                  </a:lnTo>
                  <a:lnTo>
                    <a:pt x="63940" y="827"/>
                  </a:lnTo>
                  <a:lnTo>
                    <a:pt x="62310" y="671"/>
                  </a:lnTo>
                  <a:lnTo>
                    <a:pt x="60635" y="537"/>
                  </a:lnTo>
                  <a:lnTo>
                    <a:pt x="58938" y="425"/>
                  </a:lnTo>
                  <a:lnTo>
                    <a:pt x="57196" y="313"/>
                  </a:lnTo>
                  <a:lnTo>
                    <a:pt x="55454" y="202"/>
                  </a:lnTo>
                  <a:lnTo>
                    <a:pt x="53667" y="135"/>
                  </a:lnTo>
                  <a:lnTo>
                    <a:pt x="51880" y="68"/>
                  </a:lnTo>
                  <a:lnTo>
                    <a:pt x="50049" y="23"/>
                  </a:lnTo>
                  <a:lnTo>
                    <a:pt x="48218" y="1"/>
                  </a:lnTo>
                  <a:lnTo>
                    <a:pt x="46364" y="1"/>
                  </a:lnTo>
                  <a:lnTo>
                    <a:pt x="46364" y="1"/>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grpSp>
      <p:sp>
        <p:nvSpPr>
          <p:cNvPr id="325" name="Google Shape;325;p23"/>
          <p:cNvSpPr txBox="1"/>
          <p:nvPr>
            <p:ph idx="1" type="subTitle"/>
          </p:nvPr>
        </p:nvSpPr>
        <p:spPr>
          <a:xfrm>
            <a:off x="278850" y="3968167"/>
            <a:ext cx="1387800" cy="15897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6" name="Google Shape;326;p23"/>
          <p:cNvSpPr txBox="1"/>
          <p:nvPr>
            <p:ph idx="3" type="subTitle"/>
          </p:nvPr>
        </p:nvSpPr>
        <p:spPr>
          <a:xfrm>
            <a:off x="1720650" y="3452400"/>
            <a:ext cx="1387800" cy="15897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7" name="Google Shape;327;p23"/>
          <p:cNvSpPr txBox="1"/>
          <p:nvPr>
            <p:ph idx="4" type="subTitle"/>
          </p:nvPr>
        </p:nvSpPr>
        <p:spPr>
          <a:xfrm>
            <a:off x="3155400" y="3075533"/>
            <a:ext cx="1387800" cy="15897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8" name="Google Shape;328;p23"/>
          <p:cNvSpPr txBox="1"/>
          <p:nvPr>
            <p:ph idx="5" type="subTitle"/>
          </p:nvPr>
        </p:nvSpPr>
        <p:spPr>
          <a:xfrm>
            <a:off x="4597200" y="2657600"/>
            <a:ext cx="1387800" cy="15897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9" name="Google Shape;329;p23"/>
          <p:cNvSpPr txBox="1"/>
          <p:nvPr>
            <p:ph idx="6" type="subTitle"/>
          </p:nvPr>
        </p:nvSpPr>
        <p:spPr>
          <a:xfrm>
            <a:off x="6031950" y="2198800"/>
            <a:ext cx="1387800" cy="15897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0" name="Google Shape;330;p23"/>
          <p:cNvSpPr txBox="1"/>
          <p:nvPr>
            <p:ph idx="7" type="subTitle"/>
          </p:nvPr>
        </p:nvSpPr>
        <p:spPr>
          <a:xfrm>
            <a:off x="7473750" y="1703933"/>
            <a:ext cx="1387800" cy="15897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Clr>
                <a:schemeClr val="lt1"/>
              </a:buClr>
              <a:buSzPts val="1200"/>
              <a:buFont typeface="Sora Light"/>
              <a:buNone/>
              <a:defRPr sz="1200">
                <a:latin typeface="Sora Light"/>
                <a:ea typeface="Sora Light"/>
                <a:cs typeface="Sora Light"/>
                <a:sym typeface="Sora Light"/>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grpSp>
        <p:nvGrpSpPr>
          <p:cNvPr id="331" name="Google Shape;331;p23"/>
          <p:cNvGrpSpPr/>
          <p:nvPr/>
        </p:nvGrpSpPr>
        <p:grpSpPr>
          <a:xfrm>
            <a:off x="2674998" y="3897569"/>
            <a:ext cx="6470027" cy="2962225"/>
            <a:chOff x="2674998" y="2923250"/>
            <a:chExt cx="6470027" cy="2221724"/>
          </a:xfrm>
        </p:grpSpPr>
        <p:sp>
          <p:nvSpPr>
            <p:cNvPr id="332" name="Google Shape;332;p23"/>
            <p:cNvSpPr/>
            <p:nvPr/>
          </p:nvSpPr>
          <p:spPr>
            <a:xfrm flipH="1">
              <a:off x="2674998" y="2923250"/>
              <a:ext cx="6469577" cy="2221028"/>
            </a:xfrm>
            <a:custGeom>
              <a:rect b="b" l="l" r="r" t="t"/>
              <a:pathLst>
                <a:path extrusionOk="0" h="140705" w="409856">
                  <a:moveTo>
                    <a:pt x="31655" y="0"/>
                  </a:moveTo>
                  <a:lnTo>
                    <a:pt x="0" y="140608"/>
                  </a:lnTo>
                  <a:lnTo>
                    <a:pt x="198782" y="140640"/>
                  </a:lnTo>
                  <a:lnTo>
                    <a:pt x="409856" y="140705"/>
                  </a:lnTo>
                  <a:close/>
                </a:path>
              </a:pathLst>
            </a:custGeom>
            <a:gradFill>
              <a:gsLst>
                <a:gs pos="0">
                  <a:schemeClr val="accent3"/>
                </a:gs>
                <a:gs pos="35000">
                  <a:schemeClr val="accent3"/>
                </a:gs>
                <a:gs pos="100000">
                  <a:schemeClr val="accent1"/>
                </a:gs>
              </a:gsLst>
              <a:lin ang="8099331" scaled="0"/>
            </a:gradFill>
            <a:ln>
              <a:noFill/>
            </a:ln>
          </p:spPr>
        </p:sp>
        <p:sp>
          <p:nvSpPr>
            <p:cNvPr id="333" name="Google Shape;333;p23"/>
            <p:cNvSpPr/>
            <p:nvPr/>
          </p:nvSpPr>
          <p:spPr>
            <a:xfrm flipH="1">
              <a:off x="8645446" y="2924025"/>
              <a:ext cx="499579" cy="2220949"/>
            </a:xfrm>
            <a:custGeom>
              <a:rect b="b" l="l" r="r" t="t"/>
              <a:pathLst>
                <a:path extrusionOk="0" h="140700" w="31649">
                  <a:moveTo>
                    <a:pt x="31649" y="0"/>
                  </a:moveTo>
                  <a:lnTo>
                    <a:pt x="0" y="140700"/>
                  </a:lnTo>
                  <a:lnTo>
                    <a:pt x="65" y="53185"/>
                  </a:lnTo>
                  <a:close/>
                </a:path>
              </a:pathLst>
            </a:custGeom>
            <a:solidFill>
              <a:schemeClr val="accent5"/>
            </a:solidFill>
            <a:ln>
              <a:noFill/>
            </a:ln>
          </p:spPr>
        </p:sp>
      </p:grpSp>
      <p:sp>
        <p:nvSpPr>
          <p:cNvPr id="334" name="Google Shape;334;p23"/>
          <p:cNvSpPr txBox="1"/>
          <p:nvPr>
            <p:ph idx="8"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 Alt 2">
  <p:cSld name="BLANK_1_1_1_1_1_1_1_1_1_1_7">
    <p:spTree>
      <p:nvGrpSpPr>
        <p:cNvPr id="335" name="Shape 335"/>
        <p:cNvGrpSpPr/>
        <p:nvPr/>
      </p:nvGrpSpPr>
      <p:grpSpPr>
        <a:xfrm>
          <a:off x="0" y="0"/>
          <a:ext cx="0" cy="0"/>
          <a:chOff x="0" y="0"/>
          <a:chExt cx="0" cy="0"/>
        </a:xfrm>
      </p:grpSpPr>
      <p:sp>
        <p:nvSpPr>
          <p:cNvPr id="336" name="Google Shape;336;p24"/>
          <p:cNvSpPr/>
          <p:nvPr/>
        </p:nvSpPr>
        <p:spPr>
          <a:xfrm>
            <a:off x="5050850" y="4325200"/>
            <a:ext cx="4093093" cy="2532876"/>
          </a:xfrm>
          <a:custGeom>
            <a:rect b="b" l="l" r="r" t="t"/>
            <a:pathLst>
              <a:path extrusionOk="0" fill="none" h="54955" w="115714">
                <a:moveTo>
                  <a:pt x="115714" y="0"/>
                </a:moveTo>
                <a:lnTo>
                  <a:pt x="115714" y="0"/>
                </a:lnTo>
                <a:lnTo>
                  <a:pt x="113184" y="224"/>
                </a:lnTo>
                <a:lnTo>
                  <a:pt x="110579" y="447"/>
                </a:lnTo>
                <a:lnTo>
                  <a:pt x="107938" y="744"/>
                </a:lnTo>
                <a:lnTo>
                  <a:pt x="105296" y="1079"/>
                </a:lnTo>
                <a:lnTo>
                  <a:pt x="102580" y="1451"/>
                </a:lnTo>
                <a:lnTo>
                  <a:pt x="99827" y="1898"/>
                </a:lnTo>
                <a:lnTo>
                  <a:pt x="97036" y="2382"/>
                </a:lnTo>
                <a:lnTo>
                  <a:pt x="94208" y="2902"/>
                </a:lnTo>
                <a:lnTo>
                  <a:pt x="91381" y="3461"/>
                </a:lnTo>
                <a:lnTo>
                  <a:pt x="88516" y="4093"/>
                </a:lnTo>
                <a:lnTo>
                  <a:pt x="85614" y="4763"/>
                </a:lnTo>
                <a:lnTo>
                  <a:pt x="82674" y="5470"/>
                </a:lnTo>
                <a:lnTo>
                  <a:pt x="79735" y="6251"/>
                </a:lnTo>
                <a:lnTo>
                  <a:pt x="76758" y="7032"/>
                </a:lnTo>
                <a:lnTo>
                  <a:pt x="73782" y="7925"/>
                </a:lnTo>
                <a:lnTo>
                  <a:pt x="70805" y="8818"/>
                </a:lnTo>
                <a:lnTo>
                  <a:pt x="70805" y="8818"/>
                </a:lnTo>
                <a:lnTo>
                  <a:pt x="67308" y="9935"/>
                </a:lnTo>
                <a:lnTo>
                  <a:pt x="63885" y="11088"/>
                </a:lnTo>
                <a:lnTo>
                  <a:pt x="60499" y="12279"/>
                </a:lnTo>
                <a:lnTo>
                  <a:pt x="57187" y="13506"/>
                </a:lnTo>
                <a:lnTo>
                  <a:pt x="53950" y="14772"/>
                </a:lnTo>
                <a:lnTo>
                  <a:pt x="50788" y="16074"/>
                </a:lnTo>
                <a:lnTo>
                  <a:pt x="47662" y="17413"/>
                </a:lnTo>
                <a:lnTo>
                  <a:pt x="44611" y="18753"/>
                </a:lnTo>
                <a:lnTo>
                  <a:pt x="41635" y="20167"/>
                </a:lnTo>
                <a:lnTo>
                  <a:pt x="38770" y="21580"/>
                </a:lnTo>
                <a:lnTo>
                  <a:pt x="35942" y="22994"/>
                </a:lnTo>
                <a:lnTo>
                  <a:pt x="33226" y="24445"/>
                </a:lnTo>
                <a:lnTo>
                  <a:pt x="30547" y="25934"/>
                </a:lnTo>
                <a:lnTo>
                  <a:pt x="28017" y="27422"/>
                </a:lnTo>
                <a:lnTo>
                  <a:pt x="25524" y="28947"/>
                </a:lnTo>
                <a:lnTo>
                  <a:pt x="23180" y="30473"/>
                </a:lnTo>
                <a:lnTo>
                  <a:pt x="20873" y="31998"/>
                </a:lnTo>
                <a:lnTo>
                  <a:pt x="18715" y="33561"/>
                </a:lnTo>
                <a:lnTo>
                  <a:pt x="16632" y="35086"/>
                </a:lnTo>
                <a:lnTo>
                  <a:pt x="14660" y="36649"/>
                </a:lnTo>
                <a:lnTo>
                  <a:pt x="12762" y="38212"/>
                </a:lnTo>
                <a:lnTo>
                  <a:pt x="11013" y="39775"/>
                </a:lnTo>
                <a:lnTo>
                  <a:pt x="9376" y="41337"/>
                </a:lnTo>
                <a:lnTo>
                  <a:pt x="7814" y="42900"/>
                </a:lnTo>
                <a:lnTo>
                  <a:pt x="6400" y="44425"/>
                </a:lnTo>
                <a:lnTo>
                  <a:pt x="5098" y="45988"/>
                </a:lnTo>
                <a:lnTo>
                  <a:pt x="4502" y="46732"/>
                </a:lnTo>
                <a:lnTo>
                  <a:pt x="3944" y="47514"/>
                </a:lnTo>
                <a:lnTo>
                  <a:pt x="3386" y="48258"/>
                </a:lnTo>
                <a:lnTo>
                  <a:pt x="2902" y="49039"/>
                </a:lnTo>
                <a:lnTo>
                  <a:pt x="2419" y="49783"/>
                </a:lnTo>
                <a:lnTo>
                  <a:pt x="1972" y="50527"/>
                </a:lnTo>
                <a:lnTo>
                  <a:pt x="1563" y="51272"/>
                </a:lnTo>
                <a:lnTo>
                  <a:pt x="1191" y="52016"/>
                </a:lnTo>
                <a:lnTo>
                  <a:pt x="819" y="52760"/>
                </a:lnTo>
                <a:lnTo>
                  <a:pt x="521" y="53504"/>
                </a:lnTo>
                <a:lnTo>
                  <a:pt x="223" y="54248"/>
                </a:lnTo>
                <a:lnTo>
                  <a:pt x="0" y="54955"/>
                </a:lnTo>
                <a:lnTo>
                  <a:pt x="115714" y="54955"/>
                </a:lnTo>
                <a:lnTo>
                  <a:pt x="115714" y="0"/>
                </a:lnTo>
                <a:lnTo>
                  <a:pt x="115714"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337" name="Google Shape;337;p24"/>
          <p:cNvSpPr/>
          <p:nvPr/>
        </p:nvSpPr>
        <p:spPr>
          <a:xfrm>
            <a:off x="6123025" y="-5183"/>
            <a:ext cx="3022650" cy="1116672"/>
          </a:xfrm>
          <a:custGeom>
            <a:rect b="b" l="l" r="r" t="t"/>
            <a:pathLst>
              <a:path extrusionOk="0" h="33501" w="120906">
                <a:moveTo>
                  <a:pt x="0" y="1"/>
                </a:moveTo>
                <a:lnTo>
                  <a:pt x="36409" y="33501"/>
                </a:lnTo>
                <a:lnTo>
                  <a:pt x="120847" y="20748"/>
                </a:lnTo>
                <a:lnTo>
                  <a:pt x="120906" y="0"/>
                </a:lnTo>
                <a:close/>
              </a:path>
            </a:pathLst>
          </a:custGeom>
          <a:gradFill>
            <a:gsLst>
              <a:gs pos="0">
                <a:schemeClr val="accent2"/>
              </a:gs>
              <a:gs pos="37000">
                <a:schemeClr val="lt2"/>
              </a:gs>
              <a:gs pos="92000">
                <a:schemeClr val="accent1"/>
              </a:gs>
              <a:gs pos="100000">
                <a:schemeClr val="accent1"/>
              </a:gs>
            </a:gsLst>
            <a:lin ang="10800025" scaled="0"/>
          </a:gradFill>
          <a:ln>
            <a:noFill/>
          </a:ln>
          <a:effectLst>
            <a:outerShdw blurRad="700088" rotWithShape="0" algn="bl" dir="5700000" dist="219075">
              <a:schemeClr val="lt2">
                <a:alpha val="40000"/>
              </a:schemeClr>
            </a:outerShdw>
          </a:effectLst>
        </p:spPr>
      </p:sp>
      <p:sp>
        <p:nvSpPr>
          <p:cNvPr id="338" name="Google Shape;338;p24"/>
          <p:cNvSpPr txBox="1"/>
          <p:nvPr>
            <p:ph type="title"/>
          </p:nvPr>
        </p:nvSpPr>
        <p:spPr>
          <a:xfrm>
            <a:off x="1143300" y="2035950"/>
            <a:ext cx="2197500" cy="5361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latin typeface="Sora Medium"/>
                <a:ea typeface="Sora Medium"/>
                <a:cs typeface="Sora Medium"/>
                <a:sym typeface="Sora Medium"/>
              </a:defRPr>
            </a:lvl9pPr>
          </a:lstStyle>
          <a:p/>
        </p:txBody>
      </p:sp>
      <p:sp>
        <p:nvSpPr>
          <p:cNvPr id="339" name="Google Shape;339;p24"/>
          <p:cNvSpPr txBox="1"/>
          <p:nvPr>
            <p:ph idx="2" type="title"/>
          </p:nvPr>
        </p:nvSpPr>
        <p:spPr>
          <a:xfrm>
            <a:off x="3820750" y="2035950"/>
            <a:ext cx="2197500" cy="536100"/>
          </a:xfrm>
          <a:prstGeom prst="rect">
            <a:avLst/>
          </a:prstGeom>
        </p:spPr>
        <p:txBody>
          <a:bodyPr anchorCtr="0" anchor="b" bIns="91425" lIns="0" spcFirstLastPara="1" rIns="91425" wrap="square" tIns="91425">
            <a:noAutofit/>
          </a:bodyPr>
          <a:lstStyle>
            <a:lvl1pPr lvl="0">
              <a:spcBef>
                <a:spcPts val="0"/>
              </a:spcBef>
              <a:spcAft>
                <a:spcPts val="0"/>
              </a:spcAft>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340" name="Google Shape;340;p24"/>
          <p:cNvSpPr txBox="1"/>
          <p:nvPr>
            <p:ph idx="3" type="title"/>
          </p:nvPr>
        </p:nvSpPr>
        <p:spPr>
          <a:xfrm>
            <a:off x="1129950" y="2656833"/>
            <a:ext cx="2024700" cy="918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41" name="Google Shape;341;p24"/>
          <p:cNvSpPr txBox="1"/>
          <p:nvPr>
            <p:ph idx="4" type="title"/>
          </p:nvPr>
        </p:nvSpPr>
        <p:spPr>
          <a:xfrm>
            <a:off x="1129950" y="3735470"/>
            <a:ext cx="2024700" cy="918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42" name="Google Shape;342;p24"/>
          <p:cNvSpPr txBox="1"/>
          <p:nvPr>
            <p:ph idx="5" type="title"/>
          </p:nvPr>
        </p:nvSpPr>
        <p:spPr>
          <a:xfrm>
            <a:off x="1129950" y="4814106"/>
            <a:ext cx="2024700" cy="918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43" name="Google Shape;343;p24"/>
          <p:cNvSpPr txBox="1"/>
          <p:nvPr>
            <p:ph idx="6" type="title"/>
          </p:nvPr>
        </p:nvSpPr>
        <p:spPr>
          <a:xfrm>
            <a:off x="3820750" y="2656833"/>
            <a:ext cx="3350700" cy="918300"/>
          </a:xfrm>
          <a:prstGeom prst="rect">
            <a:avLst/>
          </a:prstGeom>
        </p:spPr>
        <p:txBody>
          <a:bodyPr anchorCtr="0" anchor="t" bIns="91425" lIns="0"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44" name="Google Shape;344;p24"/>
          <p:cNvSpPr txBox="1"/>
          <p:nvPr>
            <p:ph idx="7" type="title"/>
          </p:nvPr>
        </p:nvSpPr>
        <p:spPr>
          <a:xfrm>
            <a:off x="3820750" y="3735400"/>
            <a:ext cx="3350700" cy="918300"/>
          </a:xfrm>
          <a:prstGeom prst="rect">
            <a:avLst/>
          </a:prstGeom>
        </p:spPr>
        <p:txBody>
          <a:bodyPr anchorCtr="0" anchor="t" bIns="91425" lIns="0"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45" name="Google Shape;345;p24"/>
          <p:cNvSpPr txBox="1"/>
          <p:nvPr>
            <p:ph idx="8" type="title"/>
          </p:nvPr>
        </p:nvSpPr>
        <p:spPr>
          <a:xfrm>
            <a:off x="3820750" y="4813966"/>
            <a:ext cx="3350700" cy="918300"/>
          </a:xfrm>
          <a:prstGeom prst="rect">
            <a:avLst/>
          </a:prstGeom>
        </p:spPr>
        <p:txBody>
          <a:bodyPr anchorCtr="0" anchor="t" bIns="91425" lIns="0" spcFirstLastPara="1" rIns="91425" wrap="square" tIns="91425">
            <a:noAutofit/>
          </a:bodyPr>
          <a:lstStyle>
            <a:lvl1pPr lvl="0">
              <a:spcBef>
                <a:spcPts val="0"/>
              </a:spcBef>
              <a:spcAft>
                <a:spcPts val="0"/>
              </a:spcAft>
              <a:buClr>
                <a:schemeClr val="lt1"/>
              </a:buClr>
              <a:buSzPts val="1000"/>
              <a:buFont typeface="Sora"/>
              <a:buNone/>
              <a:defRPr sz="1000">
                <a:latin typeface="Sora"/>
                <a:ea typeface="Sora"/>
                <a:cs typeface="Sora"/>
                <a:sym typeface="Sora"/>
              </a:defRPr>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46" name="Google Shape;346;p24"/>
          <p:cNvSpPr txBox="1"/>
          <p:nvPr>
            <p:ph idx="9"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47" name="Google Shape;347;p24"/>
          <p:cNvSpPr txBox="1"/>
          <p:nvPr>
            <p:ph idx="13" type="title"/>
          </p:nvPr>
        </p:nvSpPr>
        <p:spPr>
          <a:xfrm>
            <a:off x="115025" y="670367"/>
            <a:ext cx="6440400" cy="9183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348" name="Google Shape;348;p24"/>
          <p:cNvSpPr txBox="1"/>
          <p:nvPr>
            <p:ph idx="14" type="title"/>
          </p:nvPr>
        </p:nvSpPr>
        <p:spPr>
          <a:xfrm>
            <a:off x="228600" y="2836433"/>
            <a:ext cx="739800" cy="559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000"/>
              <a:buFont typeface="Sora"/>
              <a:buNone/>
              <a:defRPr sz="1000">
                <a:latin typeface="Sora"/>
                <a:ea typeface="Sora"/>
                <a:cs typeface="Sora"/>
                <a:sym typeface="Sora"/>
              </a:defRPr>
            </a:lvl1pPr>
            <a:lvl2pPr lvl="1" algn="ctr">
              <a:spcBef>
                <a:spcPts val="0"/>
              </a:spcBef>
              <a:spcAft>
                <a:spcPts val="0"/>
              </a:spcAft>
              <a:buClr>
                <a:schemeClr val="lt1"/>
              </a:buClr>
              <a:buSzPts val="3000"/>
              <a:buFont typeface="Sora"/>
              <a:buNone/>
              <a:defRPr>
                <a:solidFill>
                  <a:schemeClr val="lt1"/>
                </a:solidFill>
                <a:latin typeface="Sora"/>
                <a:ea typeface="Sora"/>
                <a:cs typeface="Sora"/>
                <a:sym typeface="Sora"/>
              </a:defRPr>
            </a:lvl2pPr>
            <a:lvl3pPr lvl="2" algn="ctr">
              <a:spcBef>
                <a:spcPts val="0"/>
              </a:spcBef>
              <a:spcAft>
                <a:spcPts val="0"/>
              </a:spcAft>
              <a:buClr>
                <a:schemeClr val="lt1"/>
              </a:buClr>
              <a:buSzPts val="3000"/>
              <a:buFont typeface="Sora"/>
              <a:buNone/>
              <a:defRPr>
                <a:solidFill>
                  <a:schemeClr val="lt1"/>
                </a:solidFill>
                <a:latin typeface="Sora"/>
                <a:ea typeface="Sora"/>
                <a:cs typeface="Sora"/>
                <a:sym typeface="Sora"/>
              </a:defRPr>
            </a:lvl3pPr>
            <a:lvl4pPr lvl="3" algn="ctr">
              <a:spcBef>
                <a:spcPts val="0"/>
              </a:spcBef>
              <a:spcAft>
                <a:spcPts val="0"/>
              </a:spcAft>
              <a:buClr>
                <a:schemeClr val="lt1"/>
              </a:buClr>
              <a:buSzPts val="3000"/>
              <a:buFont typeface="Sora"/>
              <a:buNone/>
              <a:defRPr>
                <a:solidFill>
                  <a:schemeClr val="lt1"/>
                </a:solidFill>
                <a:latin typeface="Sora"/>
                <a:ea typeface="Sora"/>
                <a:cs typeface="Sora"/>
                <a:sym typeface="Sora"/>
              </a:defRPr>
            </a:lvl4pPr>
            <a:lvl5pPr lvl="4" algn="ctr">
              <a:spcBef>
                <a:spcPts val="0"/>
              </a:spcBef>
              <a:spcAft>
                <a:spcPts val="0"/>
              </a:spcAft>
              <a:buClr>
                <a:schemeClr val="lt1"/>
              </a:buClr>
              <a:buSzPts val="3000"/>
              <a:buFont typeface="Sora"/>
              <a:buNone/>
              <a:defRPr>
                <a:solidFill>
                  <a:schemeClr val="lt1"/>
                </a:solidFill>
                <a:latin typeface="Sora"/>
                <a:ea typeface="Sora"/>
                <a:cs typeface="Sora"/>
                <a:sym typeface="Sora"/>
              </a:defRPr>
            </a:lvl5pPr>
            <a:lvl6pPr lvl="5" algn="ctr">
              <a:spcBef>
                <a:spcPts val="0"/>
              </a:spcBef>
              <a:spcAft>
                <a:spcPts val="0"/>
              </a:spcAft>
              <a:buClr>
                <a:schemeClr val="lt1"/>
              </a:buClr>
              <a:buSzPts val="3000"/>
              <a:buFont typeface="Sora"/>
              <a:buNone/>
              <a:defRPr>
                <a:solidFill>
                  <a:schemeClr val="lt1"/>
                </a:solidFill>
                <a:latin typeface="Sora"/>
                <a:ea typeface="Sora"/>
                <a:cs typeface="Sora"/>
                <a:sym typeface="Sora"/>
              </a:defRPr>
            </a:lvl6pPr>
            <a:lvl7pPr lvl="6" algn="ctr">
              <a:spcBef>
                <a:spcPts val="0"/>
              </a:spcBef>
              <a:spcAft>
                <a:spcPts val="0"/>
              </a:spcAft>
              <a:buClr>
                <a:schemeClr val="lt1"/>
              </a:buClr>
              <a:buSzPts val="3000"/>
              <a:buFont typeface="Sora"/>
              <a:buNone/>
              <a:defRPr>
                <a:solidFill>
                  <a:schemeClr val="lt1"/>
                </a:solidFill>
                <a:latin typeface="Sora"/>
                <a:ea typeface="Sora"/>
                <a:cs typeface="Sora"/>
                <a:sym typeface="Sora"/>
              </a:defRPr>
            </a:lvl7pPr>
            <a:lvl8pPr lvl="7" algn="ctr">
              <a:spcBef>
                <a:spcPts val="0"/>
              </a:spcBef>
              <a:spcAft>
                <a:spcPts val="0"/>
              </a:spcAft>
              <a:buClr>
                <a:schemeClr val="lt1"/>
              </a:buClr>
              <a:buSzPts val="3000"/>
              <a:buFont typeface="Sora"/>
              <a:buNone/>
              <a:defRPr>
                <a:solidFill>
                  <a:schemeClr val="lt1"/>
                </a:solidFill>
                <a:latin typeface="Sora"/>
                <a:ea typeface="Sora"/>
                <a:cs typeface="Sora"/>
                <a:sym typeface="Sora"/>
              </a:defRPr>
            </a:lvl8pPr>
            <a:lvl9pPr lvl="8" algn="ctr">
              <a:spcBef>
                <a:spcPts val="0"/>
              </a:spcBef>
              <a:spcAft>
                <a:spcPts val="0"/>
              </a:spcAft>
              <a:buClr>
                <a:schemeClr val="lt1"/>
              </a:buClr>
              <a:buSzPts val="3000"/>
              <a:buFont typeface="Sora"/>
              <a:buNone/>
              <a:defRPr>
                <a:solidFill>
                  <a:schemeClr val="lt1"/>
                </a:solidFill>
                <a:latin typeface="Sora"/>
                <a:ea typeface="Sora"/>
                <a:cs typeface="Sora"/>
                <a:sym typeface="Sora"/>
              </a:defRPr>
            </a:lvl9pPr>
          </a:lstStyle>
          <a:p/>
        </p:txBody>
      </p:sp>
      <p:sp>
        <p:nvSpPr>
          <p:cNvPr id="349" name="Google Shape;349;p24"/>
          <p:cNvSpPr txBox="1"/>
          <p:nvPr>
            <p:ph idx="15"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
        <p:nvSpPr>
          <p:cNvPr id="350" name="Google Shape;350;p24"/>
          <p:cNvSpPr txBox="1"/>
          <p:nvPr>
            <p:ph idx="16" type="title"/>
          </p:nvPr>
        </p:nvSpPr>
        <p:spPr>
          <a:xfrm>
            <a:off x="228600" y="3914967"/>
            <a:ext cx="739800" cy="559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000"/>
              <a:buFont typeface="Sora"/>
              <a:buNone/>
              <a:defRPr sz="1000">
                <a:latin typeface="Sora"/>
                <a:ea typeface="Sora"/>
                <a:cs typeface="Sora"/>
                <a:sym typeface="Sora"/>
              </a:defRPr>
            </a:lvl1pPr>
            <a:lvl2pPr lvl="1" algn="ctr">
              <a:spcBef>
                <a:spcPts val="0"/>
              </a:spcBef>
              <a:spcAft>
                <a:spcPts val="0"/>
              </a:spcAft>
              <a:buClr>
                <a:schemeClr val="lt1"/>
              </a:buClr>
              <a:buSzPts val="3000"/>
              <a:buFont typeface="Sora"/>
              <a:buNone/>
              <a:defRPr>
                <a:solidFill>
                  <a:schemeClr val="lt1"/>
                </a:solidFill>
                <a:latin typeface="Sora"/>
                <a:ea typeface="Sora"/>
                <a:cs typeface="Sora"/>
                <a:sym typeface="Sora"/>
              </a:defRPr>
            </a:lvl2pPr>
            <a:lvl3pPr lvl="2" algn="ctr">
              <a:spcBef>
                <a:spcPts val="0"/>
              </a:spcBef>
              <a:spcAft>
                <a:spcPts val="0"/>
              </a:spcAft>
              <a:buClr>
                <a:schemeClr val="lt1"/>
              </a:buClr>
              <a:buSzPts val="3000"/>
              <a:buFont typeface="Sora"/>
              <a:buNone/>
              <a:defRPr>
                <a:solidFill>
                  <a:schemeClr val="lt1"/>
                </a:solidFill>
                <a:latin typeface="Sora"/>
                <a:ea typeface="Sora"/>
                <a:cs typeface="Sora"/>
                <a:sym typeface="Sora"/>
              </a:defRPr>
            </a:lvl3pPr>
            <a:lvl4pPr lvl="3" algn="ctr">
              <a:spcBef>
                <a:spcPts val="0"/>
              </a:spcBef>
              <a:spcAft>
                <a:spcPts val="0"/>
              </a:spcAft>
              <a:buClr>
                <a:schemeClr val="lt1"/>
              </a:buClr>
              <a:buSzPts val="3000"/>
              <a:buFont typeface="Sora"/>
              <a:buNone/>
              <a:defRPr>
                <a:solidFill>
                  <a:schemeClr val="lt1"/>
                </a:solidFill>
                <a:latin typeface="Sora"/>
                <a:ea typeface="Sora"/>
                <a:cs typeface="Sora"/>
                <a:sym typeface="Sora"/>
              </a:defRPr>
            </a:lvl4pPr>
            <a:lvl5pPr lvl="4" algn="ctr">
              <a:spcBef>
                <a:spcPts val="0"/>
              </a:spcBef>
              <a:spcAft>
                <a:spcPts val="0"/>
              </a:spcAft>
              <a:buClr>
                <a:schemeClr val="lt1"/>
              </a:buClr>
              <a:buSzPts val="3000"/>
              <a:buFont typeface="Sora"/>
              <a:buNone/>
              <a:defRPr>
                <a:solidFill>
                  <a:schemeClr val="lt1"/>
                </a:solidFill>
                <a:latin typeface="Sora"/>
                <a:ea typeface="Sora"/>
                <a:cs typeface="Sora"/>
                <a:sym typeface="Sora"/>
              </a:defRPr>
            </a:lvl5pPr>
            <a:lvl6pPr lvl="5" algn="ctr">
              <a:spcBef>
                <a:spcPts val="0"/>
              </a:spcBef>
              <a:spcAft>
                <a:spcPts val="0"/>
              </a:spcAft>
              <a:buClr>
                <a:schemeClr val="lt1"/>
              </a:buClr>
              <a:buSzPts val="3000"/>
              <a:buFont typeface="Sora"/>
              <a:buNone/>
              <a:defRPr>
                <a:solidFill>
                  <a:schemeClr val="lt1"/>
                </a:solidFill>
                <a:latin typeface="Sora"/>
                <a:ea typeface="Sora"/>
                <a:cs typeface="Sora"/>
                <a:sym typeface="Sora"/>
              </a:defRPr>
            </a:lvl6pPr>
            <a:lvl7pPr lvl="6" algn="ctr">
              <a:spcBef>
                <a:spcPts val="0"/>
              </a:spcBef>
              <a:spcAft>
                <a:spcPts val="0"/>
              </a:spcAft>
              <a:buClr>
                <a:schemeClr val="lt1"/>
              </a:buClr>
              <a:buSzPts val="3000"/>
              <a:buFont typeface="Sora"/>
              <a:buNone/>
              <a:defRPr>
                <a:solidFill>
                  <a:schemeClr val="lt1"/>
                </a:solidFill>
                <a:latin typeface="Sora"/>
                <a:ea typeface="Sora"/>
                <a:cs typeface="Sora"/>
                <a:sym typeface="Sora"/>
              </a:defRPr>
            </a:lvl7pPr>
            <a:lvl8pPr lvl="7" algn="ctr">
              <a:spcBef>
                <a:spcPts val="0"/>
              </a:spcBef>
              <a:spcAft>
                <a:spcPts val="0"/>
              </a:spcAft>
              <a:buClr>
                <a:schemeClr val="lt1"/>
              </a:buClr>
              <a:buSzPts val="3000"/>
              <a:buFont typeface="Sora"/>
              <a:buNone/>
              <a:defRPr>
                <a:solidFill>
                  <a:schemeClr val="lt1"/>
                </a:solidFill>
                <a:latin typeface="Sora"/>
                <a:ea typeface="Sora"/>
                <a:cs typeface="Sora"/>
                <a:sym typeface="Sora"/>
              </a:defRPr>
            </a:lvl8pPr>
            <a:lvl9pPr lvl="8" algn="ctr">
              <a:spcBef>
                <a:spcPts val="0"/>
              </a:spcBef>
              <a:spcAft>
                <a:spcPts val="0"/>
              </a:spcAft>
              <a:buClr>
                <a:schemeClr val="lt1"/>
              </a:buClr>
              <a:buSzPts val="3000"/>
              <a:buFont typeface="Sora"/>
              <a:buNone/>
              <a:defRPr>
                <a:solidFill>
                  <a:schemeClr val="lt1"/>
                </a:solidFill>
                <a:latin typeface="Sora"/>
                <a:ea typeface="Sora"/>
                <a:cs typeface="Sora"/>
                <a:sym typeface="Sora"/>
              </a:defRPr>
            </a:lvl9pPr>
          </a:lstStyle>
          <a:p/>
        </p:txBody>
      </p:sp>
      <p:sp>
        <p:nvSpPr>
          <p:cNvPr id="351" name="Google Shape;351;p24"/>
          <p:cNvSpPr txBox="1"/>
          <p:nvPr>
            <p:ph idx="17" type="title"/>
          </p:nvPr>
        </p:nvSpPr>
        <p:spPr>
          <a:xfrm>
            <a:off x="228600" y="4993500"/>
            <a:ext cx="739800" cy="5592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000"/>
              <a:buFont typeface="Sora"/>
              <a:buNone/>
              <a:defRPr sz="1000">
                <a:latin typeface="Sora"/>
                <a:ea typeface="Sora"/>
                <a:cs typeface="Sora"/>
                <a:sym typeface="Sora"/>
              </a:defRPr>
            </a:lvl1pPr>
            <a:lvl2pPr lvl="1" algn="ctr">
              <a:spcBef>
                <a:spcPts val="0"/>
              </a:spcBef>
              <a:spcAft>
                <a:spcPts val="0"/>
              </a:spcAft>
              <a:buClr>
                <a:schemeClr val="lt1"/>
              </a:buClr>
              <a:buSzPts val="3000"/>
              <a:buFont typeface="Sora"/>
              <a:buNone/>
              <a:defRPr>
                <a:solidFill>
                  <a:schemeClr val="lt1"/>
                </a:solidFill>
                <a:latin typeface="Sora"/>
                <a:ea typeface="Sora"/>
                <a:cs typeface="Sora"/>
                <a:sym typeface="Sora"/>
              </a:defRPr>
            </a:lvl2pPr>
            <a:lvl3pPr lvl="2" algn="ctr">
              <a:spcBef>
                <a:spcPts val="0"/>
              </a:spcBef>
              <a:spcAft>
                <a:spcPts val="0"/>
              </a:spcAft>
              <a:buClr>
                <a:schemeClr val="lt1"/>
              </a:buClr>
              <a:buSzPts val="3000"/>
              <a:buFont typeface="Sora"/>
              <a:buNone/>
              <a:defRPr>
                <a:solidFill>
                  <a:schemeClr val="lt1"/>
                </a:solidFill>
                <a:latin typeface="Sora"/>
                <a:ea typeface="Sora"/>
                <a:cs typeface="Sora"/>
                <a:sym typeface="Sora"/>
              </a:defRPr>
            </a:lvl3pPr>
            <a:lvl4pPr lvl="3" algn="ctr">
              <a:spcBef>
                <a:spcPts val="0"/>
              </a:spcBef>
              <a:spcAft>
                <a:spcPts val="0"/>
              </a:spcAft>
              <a:buClr>
                <a:schemeClr val="lt1"/>
              </a:buClr>
              <a:buSzPts val="3000"/>
              <a:buFont typeface="Sora"/>
              <a:buNone/>
              <a:defRPr>
                <a:solidFill>
                  <a:schemeClr val="lt1"/>
                </a:solidFill>
                <a:latin typeface="Sora"/>
                <a:ea typeface="Sora"/>
                <a:cs typeface="Sora"/>
                <a:sym typeface="Sora"/>
              </a:defRPr>
            </a:lvl4pPr>
            <a:lvl5pPr lvl="4" algn="ctr">
              <a:spcBef>
                <a:spcPts val="0"/>
              </a:spcBef>
              <a:spcAft>
                <a:spcPts val="0"/>
              </a:spcAft>
              <a:buClr>
                <a:schemeClr val="lt1"/>
              </a:buClr>
              <a:buSzPts val="3000"/>
              <a:buFont typeface="Sora"/>
              <a:buNone/>
              <a:defRPr>
                <a:solidFill>
                  <a:schemeClr val="lt1"/>
                </a:solidFill>
                <a:latin typeface="Sora"/>
                <a:ea typeface="Sora"/>
                <a:cs typeface="Sora"/>
                <a:sym typeface="Sora"/>
              </a:defRPr>
            </a:lvl5pPr>
            <a:lvl6pPr lvl="5" algn="ctr">
              <a:spcBef>
                <a:spcPts val="0"/>
              </a:spcBef>
              <a:spcAft>
                <a:spcPts val="0"/>
              </a:spcAft>
              <a:buClr>
                <a:schemeClr val="lt1"/>
              </a:buClr>
              <a:buSzPts val="3000"/>
              <a:buFont typeface="Sora"/>
              <a:buNone/>
              <a:defRPr>
                <a:solidFill>
                  <a:schemeClr val="lt1"/>
                </a:solidFill>
                <a:latin typeface="Sora"/>
                <a:ea typeface="Sora"/>
                <a:cs typeface="Sora"/>
                <a:sym typeface="Sora"/>
              </a:defRPr>
            </a:lvl6pPr>
            <a:lvl7pPr lvl="6" algn="ctr">
              <a:spcBef>
                <a:spcPts val="0"/>
              </a:spcBef>
              <a:spcAft>
                <a:spcPts val="0"/>
              </a:spcAft>
              <a:buClr>
                <a:schemeClr val="lt1"/>
              </a:buClr>
              <a:buSzPts val="3000"/>
              <a:buFont typeface="Sora"/>
              <a:buNone/>
              <a:defRPr>
                <a:solidFill>
                  <a:schemeClr val="lt1"/>
                </a:solidFill>
                <a:latin typeface="Sora"/>
                <a:ea typeface="Sora"/>
                <a:cs typeface="Sora"/>
                <a:sym typeface="Sora"/>
              </a:defRPr>
            </a:lvl7pPr>
            <a:lvl8pPr lvl="7" algn="ctr">
              <a:spcBef>
                <a:spcPts val="0"/>
              </a:spcBef>
              <a:spcAft>
                <a:spcPts val="0"/>
              </a:spcAft>
              <a:buClr>
                <a:schemeClr val="lt1"/>
              </a:buClr>
              <a:buSzPts val="3000"/>
              <a:buFont typeface="Sora"/>
              <a:buNone/>
              <a:defRPr>
                <a:solidFill>
                  <a:schemeClr val="lt1"/>
                </a:solidFill>
                <a:latin typeface="Sora"/>
                <a:ea typeface="Sora"/>
                <a:cs typeface="Sora"/>
                <a:sym typeface="Sora"/>
              </a:defRPr>
            </a:lvl8pPr>
            <a:lvl9pPr lvl="8" algn="ctr">
              <a:spcBef>
                <a:spcPts val="0"/>
              </a:spcBef>
              <a:spcAft>
                <a:spcPts val="0"/>
              </a:spcAft>
              <a:buClr>
                <a:schemeClr val="lt1"/>
              </a:buClr>
              <a:buSzPts val="3000"/>
              <a:buFont typeface="Sora"/>
              <a:buNone/>
              <a:defRPr>
                <a:solidFill>
                  <a:schemeClr val="lt1"/>
                </a:solidFill>
                <a:latin typeface="Sora"/>
                <a:ea typeface="Sora"/>
                <a:cs typeface="Sora"/>
                <a:sym typeface="Sora"/>
              </a:defRPr>
            </a:lvl9pPr>
          </a:lstStyle>
          <a:p/>
        </p:txBody>
      </p:sp>
    </p:spTree>
  </p:cSld>
  <p:clrMapOvr>
    <a:masterClrMapping/>
  </p:clrMapOvr>
  <p:extLst>
    <p:ext uri="{DCECCB84-F9BA-43D5-87BE-67443E8EF086}">
      <p15:sldGuideLst>
        <p15:guide id="1" orient="horz" pos="1655">
          <p15:clr>
            <a:srgbClr val="E46962"/>
          </p15:clr>
        </p15:guide>
        <p15:guide id="2" orient="horz" pos="2340">
          <p15:clr>
            <a:srgbClr val="E46962"/>
          </p15:clr>
        </p15:guide>
        <p15:guide id="3" orient="horz" pos="3023">
          <p15:clr>
            <a:srgbClr val="E46962"/>
          </p15:clr>
        </p15:guide>
        <p15:guide id="4" orient="horz" pos="3704">
          <p15:clr>
            <a:srgbClr val="E46962"/>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hart">
  <p:cSld name="BLANK_1_1_1_1_1_1_1_1_1_1_7_1">
    <p:spTree>
      <p:nvGrpSpPr>
        <p:cNvPr id="352" name="Shape 352"/>
        <p:cNvGrpSpPr/>
        <p:nvPr/>
      </p:nvGrpSpPr>
      <p:grpSpPr>
        <a:xfrm>
          <a:off x="0" y="0"/>
          <a:ext cx="0" cy="0"/>
          <a:chOff x="0" y="0"/>
          <a:chExt cx="0" cy="0"/>
        </a:xfrm>
      </p:grpSpPr>
      <p:sp>
        <p:nvSpPr>
          <p:cNvPr id="353" name="Google Shape;353;p25"/>
          <p:cNvSpPr/>
          <p:nvPr/>
        </p:nvSpPr>
        <p:spPr>
          <a:xfrm flipH="1" rot="-1404376">
            <a:off x="-2091740" y="5678156"/>
            <a:ext cx="4640676" cy="1050756"/>
          </a:xfrm>
          <a:prstGeom prst="chord">
            <a:avLst>
              <a:gd fmla="val 2752926" name="adj1"/>
              <a:gd fmla="val 17193540"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354" name="Google Shape;354;p25"/>
          <p:cNvGrpSpPr/>
          <p:nvPr/>
        </p:nvGrpSpPr>
        <p:grpSpPr>
          <a:xfrm rot="-5400000">
            <a:off x="3858980" y="1589269"/>
            <a:ext cx="1368366" cy="9201675"/>
            <a:chOff x="670045" y="-5692564"/>
            <a:chExt cx="1026300" cy="9201675"/>
          </a:xfrm>
        </p:grpSpPr>
        <p:sp>
          <p:nvSpPr>
            <p:cNvPr id="355" name="Google Shape;355;p25"/>
            <p:cNvSpPr/>
            <p:nvPr/>
          </p:nvSpPr>
          <p:spPr>
            <a:xfrm>
              <a:off x="675320" y="-5692564"/>
              <a:ext cx="1010925" cy="7239975"/>
            </a:xfrm>
            <a:custGeom>
              <a:rect b="b" l="l" r="r" t="t"/>
              <a:pathLst>
                <a:path extrusionOk="0" h="289599" w="40437">
                  <a:moveTo>
                    <a:pt x="40437" y="287489"/>
                  </a:moveTo>
                  <a:lnTo>
                    <a:pt x="0" y="0"/>
                  </a:lnTo>
                  <a:lnTo>
                    <a:pt x="242" y="276278"/>
                  </a:lnTo>
                  <a:lnTo>
                    <a:pt x="238" y="289599"/>
                  </a:lnTo>
                  <a:close/>
                </a:path>
              </a:pathLst>
            </a:custGeom>
            <a:solidFill>
              <a:schemeClr val="lt1"/>
            </a:solidFill>
            <a:ln>
              <a:noFill/>
            </a:ln>
          </p:spPr>
        </p:sp>
        <p:sp>
          <p:nvSpPr>
            <p:cNvPr id="356" name="Google Shape;356;p25"/>
            <p:cNvSpPr/>
            <p:nvPr/>
          </p:nvSpPr>
          <p:spPr>
            <a:xfrm>
              <a:off x="670045" y="1494661"/>
              <a:ext cx="1026300" cy="2014450"/>
            </a:xfrm>
            <a:custGeom>
              <a:rect b="b" l="l" r="r" t="t"/>
              <a:pathLst>
                <a:path extrusionOk="0" h="80578" w="41052">
                  <a:moveTo>
                    <a:pt x="499" y="80578"/>
                  </a:moveTo>
                  <a:lnTo>
                    <a:pt x="15982" y="73724"/>
                  </a:lnTo>
                  <a:lnTo>
                    <a:pt x="41052" y="0"/>
                  </a:lnTo>
                  <a:lnTo>
                    <a:pt x="472" y="1824"/>
                  </a:lnTo>
                  <a:lnTo>
                    <a:pt x="0" y="39674"/>
                  </a:lnTo>
                  <a:close/>
                </a:path>
              </a:pathLst>
            </a:custGeom>
            <a:gradFill>
              <a:gsLst>
                <a:gs pos="0">
                  <a:schemeClr val="accent2"/>
                </a:gs>
                <a:gs pos="37000">
                  <a:schemeClr val="lt2"/>
                </a:gs>
                <a:gs pos="92000">
                  <a:schemeClr val="accent1"/>
                </a:gs>
                <a:gs pos="100000">
                  <a:schemeClr val="accent1"/>
                </a:gs>
              </a:gsLst>
              <a:lin ang="13500032" scaled="0"/>
            </a:gradFill>
            <a:ln>
              <a:noFill/>
            </a:ln>
          </p:spPr>
        </p:sp>
      </p:grpSp>
      <p:sp>
        <p:nvSpPr>
          <p:cNvPr id="357" name="Google Shape;357;p25"/>
          <p:cNvSpPr txBox="1"/>
          <p:nvPr>
            <p:ph type="title"/>
          </p:nvPr>
        </p:nvSpPr>
        <p:spPr>
          <a:xfrm>
            <a:off x="3720025" y="2278767"/>
            <a:ext cx="1665300" cy="2583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atin typeface="Sora"/>
                <a:ea typeface="Sora"/>
                <a:cs typeface="Sora"/>
                <a:sym typeface="Sora"/>
              </a:defRPr>
            </a:lvl1pPr>
            <a:lvl2pPr lvl="1">
              <a:spcBef>
                <a:spcPts val="0"/>
              </a:spcBef>
              <a:spcAft>
                <a:spcPts val="0"/>
              </a:spcAft>
              <a:buClr>
                <a:schemeClr val="lt1"/>
              </a:buClr>
              <a:buSzPts val="1000"/>
              <a:buFont typeface="Sora"/>
              <a:buNone/>
              <a:defRPr sz="1000">
                <a:latin typeface="Sora"/>
                <a:ea typeface="Sora"/>
                <a:cs typeface="Sora"/>
                <a:sym typeface="Sora"/>
              </a:defRPr>
            </a:lvl2pPr>
            <a:lvl3pPr lvl="2">
              <a:spcBef>
                <a:spcPts val="0"/>
              </a:spcBef>
              <a:spcAft>
                <a:spcPts val="0"/>
              </a:spcAft>
              <a:buClr>
                <a:schemeClr val="lt1"/>
              </a:buClr>
              <a:buSzPts val="1000"/>
              <a:buFont typeface="Sora"/>
              <a:buNone/>
              <a:defRPr sz="1000">
                <a:latin typeface="Sora"/>
                <a:ea typeface="Sora"/>
                <a:cs typeface="Sora"/>
                <a:sym typeface="Sora"/>
              </a:defRPr>
            </a:lvl3pPr>
            <a:lvl4pPr lvl="3">
              <a:spcBef>
                <a:spcPts val="0"/>
              </a:spcBef>
              <a:spcAft>
                <a:spcPts val="0"/>
              </a:spcAft>
              <a:buClr>
                <a:schemeClr val="lt1"/>
              </a:buClr>
              <a:buSzPts val="1000"/>
              <a:buFont typeface="Sora"/>
              <a:buNone/>
              <a:defRPr sz="1000">
                <a:latin typeface="Sora"/>
                <a:ea typeface="Sora"/>
                <a:cs typeface="Sora"/>
                <a:sym typeface="Sora"/>
              </a:defRPr>
            </a:lvl4pPr>
            <a:lvl5pPr lvl="4">
              <a:spcBef>
                <a:spcPts val="0"/>
              </a:spcBef>
              <a:spcAft>
                <a:spcPts val="0"/>
              </a:spcAft>
              <a:buClr>
                <a:schemeClr val="lt1"/>
              </a:buClr>
              <a:buSzPts val="1000"/>
              <a:buFont typeface="Sora"/>
              <a:buNone/>
              <a:defRPr sz="1000">
                <a:latin typeface="Sora"/>
                <a:ea typeface="Sora"/>
                <a:cs typeface="Sora"/>
                <a:sym typeface="Sora"/>
              </a:defRPr>
            </a:lvl5pPr>
            <a:lvl6pPr lvl="5">
              <a:spcBef>
                <a:spcPts val="0"/>
              </a:spcBef>
              <a:spcAft>
                <a:spcPts val="0"/>
              </a:spcAft>
              <a:buClr>
                <a:schemeClr val="lt1"/>
              </a:buClr>
              <a:buSzPts val="1000"/>
              <a:buFont typeface="Sora"/>
              <a:buNone/>
              <a:defRPr sz="1000">
                <a:latin typeface="Sora"/>
                <a:ea typeface="Sora"/>
                <a:cs typeface="Sora"/>
                <a:sym typeface="Sora"/>
              </a:defRPr>
            </a:lvl6pPr>
            <a:lvl7pPr lvl="6">
              <a:spcBef>
                <a:spcPts val="0"/>
              </a:spcBef>
              <a:spcAft>
                <a:spcPts val="0"/>
              </a:spcAft>
              <a:buClr>
                <a:schemeClr val="lt1"/>
              </a:buClr>
              <a:buSzPts val="1000"/>
              <a:buFont typeface="Sora"/>
              <a:buNone/>
              <a:defRPr sz="1000">
                <a:latin typeface="Sora"/>
                <a:ea typeface="Sora"/>
                <a:cs typeface="Sora"/>
                <a:sym typeface="Sora"/>
              </a:defRPr>
            </a:lvl7pPr>
            <a:lvl8pPr lvl="7">
              <a:spcBef>
                <a:spcPts val="0"/>
              </a:spcBef>
              <a:spcAft>
                <a:spcPts val="0"/>
              </a:spcAft>
              <a:buClr>
                <a:schemeClr val="lt1"/>
              </a:buClr>
              <a:buSzPts val="1000"/>
              <a:buFont typeface="Sora"/>
              <a:buNone/>
              <a:defRPr sz="1000">
                <a:latin typeface="Sora"/>
                <a:ea typeface="Sora"/>
                <a:cs typeface="Sora"/>
                <a:sym typeface="Sora"/>
              </a:defRPr>
            </a:lvl8pPr>
            <a:lvl9pPr lvl="8">
              <a:spcBef>
                <a:spcPts val="0"/>
              </a:spcBef>
              <a:spcAft>
                <a:spcPts val="0"/>
              </a:spcAft>
              <a:buClr>
                <a:schemeClr val="lt1"/>
              </a:buClr>
              <a:buSzPts val="1000"/>
              <a:buFont typeface="Sora"/>
              <a:buNone/>
              <a:defRPr sz="1000">
                <a:latin typeface="Sora"/>
                <a:ea typeface="Sora"/>
                <a:cs typeface="Sora"/>
                <a:sym typeface="Sora"/>
              </a:defRPr>
            </a:lvl9pPr>
          </a:lstStyle>
          <a:p/>
        </p:txBody>
      </p:sp>
      <p:sp>
        <p:nvSpPr>
          <p:cNvPr id="358" name="Google Shape;358;p25"/>
          <p:cNvSpPr txBox="1"/>
          <p:nvPr>
            <p:ph idx="2" type="title"/>
          </p:nvPr>
        </p:nvSpPr>
        <p:spPr>
          <a:xfrm>
            <a:off x="7148925" y="2278767"/>
            <a:ext cx="1665300" cy="2583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atin typeface="Sora"/>
                <a:ea typeface="Sora"/>
                <a:cs typeface="Sora"/>
                <a:sym typeface="Sora"/>
              </a:defRPr>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359" name="Google Shape;359;p25"/>
          <p:cNvSpPr txBox="1"/>
          <p:nvPr>
            <p:ph idx="3" type="title"/>
          </p:nvPr>
        </p:nvSpPr>
        <p:spPr>
          <a:xfrm>
            <a:off x="5434475" y="2278767"/>
            <a:ext cx="1665300" cy="2583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latin typeface="Sora"/>
                <a:ea typeface="Sora"/>
                <a:cs typeface="Sora"/>
                <a:sym typeface="Sora"/>
              </a:defRPr>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360" name="Google Shape;360;p25"/>
          <p:cNvSpPr txBox="1"/>
          <p:nvPr>
            <p:ph idx="4"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61" name="Google Shape;361;p25"/>
          <p:cNvSpPr txBox="1"/>
          <p:nvPr>
            <p:ph idx="5" type="title"/>
          </p:nvPr>
        </p:nvSpPr>
        <p:spPr>
          <a:xfrm>
            <a:off x="108300" y="1557433"/>
            <a:ext cx="3544500" cy="3033600"/>
          </a:xfrm>
          <a:prstGeom prst="rect">
            <a:avLst/>
          </a:prstGeom>
        </p:spPr>
        <p:txBody>
          <a:bodyPr anchorCtr="0" anchor="t" bIns="91425" lIns="91425" spcFirstLastPara="1" rIns="91425" wrap="square" tIns="0">
            <a:norm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a:latin typeface="IBM Plex Sans SemiBold"/>
                <a:ea typeface="IBM Plex Sans SemiBold"/>
                <a:cs typeface="IBM Plex Sans SemiBold"/>
                <a:sym typeface="IBM Plex Sans SemiBold"/>
              </a:defRPr>
            </a:lvl2pPr>
            <a:lvl3pPr lvl="2">
              <a:lnSpc>
                <a:spcPct val="115000"/>
              </a:lnSpc>
              <a:spcBef>
                <a:spcPts val="0"/>
              </a:spcBef>
              <a:spcAft>
                <a:spcPts val="0"/>
              </a:spcAft>
              <a:buNone/>
              <a:defRPr>
                <a:latin typeface="IBM Plex Sans SemiBold"/>
                <a:ea typeface="IBM Plex Sans SemiBold"/>
                <a:cs typeface="IBM Plex Sans SemiBold"/>
                <a:sym typeface="IBM Plex Sans SemiBold"/>
              </a:defRPr>
            </a:lvl3pPr>
            <a:lvl4pPr lvl="3">
              <a:lnSpc>
                <a:spcPct val="115000"/>
              </a:lnSpc>
              <a:spcBef>
                <a:spcPts val="0"/>
              </a:spcBef>
              <a:spcAft>
                <a:spcPts val="0"/>
              </a:spcAft>
              <a:buNone/>
              <a:defRPr>
                <a:latin typeface="IBM Plex Sans SemiBold"/>
                <a:ea typeface="IBM Plex Sans SemiBold"/>
                <a:cs typeface="IBM Plex Sans SemiBold"/>
                <a:sym typeface="IBM Plex Sans SemiBold"/>
              </a:defRPr>
            </a:lvl4pPr>
            <a:lvl5pPr lvl="4">
              <a:lnSpc>
                <a:spcPct val="115000"/>
              </a:lnSpc>
              <a:spcBef>
                <a:spcPts val="0"/>
              </a:spcBef>
              <a:spcAft>
                <a:spcPts val="0"/>
              </a:spcAft>
              <a:buNone/>
              <a:defRPr>
                <a:latin typeface="IBM Plex Sans SemiBold"/>
                <a:ea typeface="IBM Plex Sans SemiBold"/>
                <a:cs typeface="IBM Plex Sans SemiBold"/>
                <a:sym typeface="IBM Plex Sans SemiBold"/>
              </a:defRPr>
            </a:lvl5pPr>
            <a:lvl6pPr lvl="5">
              <a:lnSpc>
                <a:spcPct val="115000"/>
              </a:lnSpc>
              <a:spcBef>
                <a:spcPts val="0"/>
              </a:spcBef>
              <a:spcAft>
                <a:spcPts val="0"/>
              </a:spcAft>
              <a:buNone/>
              <a:defRPr>
                <a:latin typeface="IBM Plex Sans SemiBold"/>
                <a:ea typeface="IBM Plex Sans SemiBold"/>
                <a:cs typeface="IBM Plex Sans SemiBold"/>
                <a:sym typeface="IBM Plex Sans SemiBold"/>
              </a:defRPr>
            </a:lvl6pPr>
            <a:lvl7pPr lvl="6">
              <a:lnSpc>
                <a:spcPct val="115000"/>
              </a:lnSpc>
              <a:spcBef>
                <a:spcPts val="0"/>
              </a:spcBef>
              <a:spcAft>
                <a:spcPts val="0"/>
              </a:spcAft>
              <a:buNone/>
              <a:defRPr>
                <a:latin typeface="IBM Plex Sans SemiBold"/>
                <a:ea typeface="IBM Plex Sans SemiBold"/>
                <a:cs typeface="IBM Plex Sans SemiBold"/>
                <a:sym typeface="IBM Plex Sans SemiBold"/>
              </a:defRPr>
            </a:lvl7pPr>
            <a:lvl8pPr lvl="7">
              <a:lnSpc>
                <a:spcPct val="115000"/>
              </a:lnSpc>
              <a:spcBef>
                <a:spcPts val="0"/>
              </a:spcBef>
              <a:spcAft>
                <a:spcPts val="0"/>
              </a:spcAft>
              <a:buNone/>
              <a:defRPr>
                <a:latin typeface="IBM Plex Sans SemiBold"/>
                <a:ea typeface="IBM Plex Sans SemiBold"/>
                <a:cs typeface="IBM Plex Sans SemiBold"/>
                <a:sym typeface="IBM Plex Sans SemiBold"/>
              </a:defRPr>
            </a:lvl8pPr>
            <a:lvl9pPr lvl="8">
              <a:lnSpc>
                <a:spcPct val="115000"/>
              </a:lnSpc>
              <a:spcBef>
                <a:spcPts val="0"/>
              </a:spcBef>
              <a:spcAft>
                <a:spcPts val="0"/>
              </a:spcAft>
              <a:buNone/>
              <a:defRPr>
                <a:latin typeface="IBM Plex Sans SemiBold"/>
                <a:ea typeface="IBM Plex Sans SemiBold"/>
                <a:cs typeface="IBM Plex Sans SemiBold"/>
                <a:sym typeface="IBM Plex Sans SemiBold"/>
              </a:defRPr>
            </a:lvl9pPr>
          </a:lstStyle>
          <a:p/>
        </p:txBody>
      </p:sp>
      <p:sp>
        <p:nvSpPr>
          <p:cNvPr id="362" name="Google Shape;362;p25"/>
          <p:cNvSpPr txBox="1"/>
          <p:nvPr>
            <p:ph idx="6" type="title"/>
          </p:nvPr>
        </p:nvSpPr>
        <p:spPr>
          <a:xfrm>
            <a:off x="3720025" y="1717167"/>
            <a:ext cx="4295400" cy="3696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a:buNone/>
              <a:defRPr sz="1200">
                <a:solidFill>
                  <a:schemeClr val="lt1"/>
                </a:solidFill>
                <a:latin typeface="Sora"/>
                <a:ea typeface="Sora"/>
                <a:cs typeface="Sora"/>
                <a:sym typeface="Sora"/>
              </a:defRPr>
            </a:lvl2pPr>
            <a:lvl3pPr lvl="2">
              <a:spcBef>
                <a:spcPts val="0"/>
              </a:spcBef>
              <a:spcAft>
                <a:spcPts val="0"/>
              </a:spcAft>
              <a:buClr>
                <a:schemeClr val="lt1"/>
              </a:buClr>
              <a:buSzPts val="1200"/>
              <a:buFont typeface="Sora"/>
              <a:buNone/>
              <a:defRPr sz="1200">
                <a:solidFill>
                  <a:schemeClr val="lt1"/>
                </a:solidFill>
                <a:latin typeface="Sora"/>
                <a:ea typeface="Sora"/>
                <a:cs typeface="Sora"/>
                <a:sym typeface="Sora"/>
              </a:defRPr>
            </a:lvl3pPr>
            <a:lvl4pPr lvl="3">
              <a:spcBef>
                <a:spcPts val="0"/>
              </a:spcBef>
              <a:spcAft>
                <a:spcPts val="0"/>
              </a:spcAft>
              <a:buClr>
                <a:schemeClr val="lt1"/>
              </a:buClr>
              <a:buSzPts val="1200"/>
              <a:buFont typeface="Sora"/>
              <a:buNone/>
              <a:defRPr sz="1200">
                <a:solidFill>
                  <a:schemeClr val="lt1"/>
                </a:solidFill>
                <a:latin typeface="Sora"/>
                <a:ea typeface="Sora"/>
                <a:cs typeface="Sora"/>
                <a:sym typeface="Sora"/>
              </a:defRPr>
            </a:lvl4pPr>
            <a:lvl5pPr lvl="4">
              <a:spcBef>
                <a:spcPts val="0"/>
              </a:spcBef>
              <a:spcAft>
                <a:spcPts val="0"/>
              </a:spcAft>
              <a:buClr>
                <a:schemeClr val="lt1"/>
              </a:buClr>
              <a:buSzPts val="1200"/>
              <a:buFont typeface="Sora"/>
              <a:buNone/>
              <a:defRPr sz="1200">
                <a:solidFill>
                  <a:schemeClr val="lt1"/>
                </a:solidFill>
                <a:latin typeface="Sora"/>
                <a:ea typeface="Sora"/>
                <a:cs typeface="Sora"/>
                <a:sym typeface="Sora"/>
              </a:defRPr>
            </a:lvl5pPr>
            <a:lvl6pPr lvl="5">
              <a:spcBef>
                <a:spcPts val="0"/>
              </a:spcBef>
              <a:spcAft>
                <a:spcPts val="0"/>
              </a:spcAft>
              <a:buClr>
                <a:schemeClr val="lt1"/>
              </a:buClr>
              <a:buSzPts val="1200"/>
              <a:buFont typeface="Sora"/>
              <a:buNone/>
              <a:defRPr sz="1200">
                <a:solidFill>
                  <a:schemeClr val="lt1"/>
                </a:solidFill>
                <a:latin typeface="Sora"/>
                <a:ea typeface="Sora"/>
                <a:cs typeface="Sora"/>
                <a:sym typeface="Sora"/>
              </a:defRPr>
            </a:lvl6pPr>
            <a:lvl7pPr lvl="6">
              <a:spcBef>
                <a:spcPts val="0"/>
              </a:spcBef>
              <a:spcAft>
                <a:spcPts val="0"/>
              </a:spcAft>
              <a:buClr>
                <a:schemeClr val="lt1"/>
              </a:buClr>
              <a:buSzPts val="1200"/>
              <a:buFont typeface="Sora"/>
              <a:buNone/>
              <a:defRPr sz="1200">
                <a:solidFill>
                  <a:schemeClr val="lt1"/>
                </a:solidFill>
                <a:latin typeface="Sora"/>
                <a:ea typeface="Sora"/>
                <a:cs typeface="Sora"/>
                <a:sym typeface="Sora"/>
              </a:defRPr>
            </a:lvl7pPr>
            <a:lvl8pPr lvl="7">
              <a:spcBef>
                <a:spcPts val="0"/>
              </a:spcBef>
              <a:spcAft>
                <a:spcPts val="0"/>
              </a:spcAft>
              <a:buClr>
                <a:schemeClr val="lt1"/>
              </a:buClr>
              <a:buSzPts val="1200"/>
              <a:buFont typeface="Sora"/>
              <a:buNone/>
              <a:defRPr sz="1200">
                <a:solidFill>
                  <a:schemeClr val="lt1"/>
                </a:solidFill>
                <a:latin typeface="Sora"/>
                <a:ea typeface="Sora"/>
                <a:cs typeface="Sora"/>
                <a:sym typeface="Sora"/>
              </a:defRPr>
            </a:lvl8pPr>
            <a:lvl9pPr lvl="8">
              <a:spcBef>
                <a:spcPts val="0"/>
              </a:spcBef>
              <a:spcAft>
                <a:spcPts val="0"/>
              </a:spcAft>
              <a:buClr>
                <a:schemeClr val="lt1"/>
              </a:buClr>
              <a:buSzPts val="1200"/>
              <a:buFont typeface="Sora"/>
              <a:buNone/>
              <a:defRPr sz="1200">
                <a:solidFill>
                  <a:schemeClr val="lt1"/>
                </a:solidFill>
                <a:latin typeface="Sora"/>
                <a:ea typeface="Sora"/>
                <a:cs typeface="Sora"/>
                <a:sym typeface="Sora"/>
              </a:defRPr>
            </a:lvl9pPr>
          </a:lstStyle>
          <a:p/>
        </p:txBody>
      </p:sp>
      <p:sp>
        <p:nvSpPr>
          <p:cNvPr id="363" name="Google Shape;363;p25"/>
          <p:cNvSpPr txBox="1"/>
          <p:nvPr>
            <p:ph idx="7"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ubtitle">
  <p:cSld name="BLANK_1_1_1_1_1_1_1_1_1_1_6">
    <p:spTree>
      <p:nvGrpSpPr>
        <p:cNvPr id="364" name="Shape 364"/>
        <p:cNvGrpSpPr/>
        <p:nvPr/>
      </p:nvGrpSpPr>
      <p:grpSpPr>
        <a:xfrm>
          <a:off x="0" y="0"/>
          <a:ext cx="0" cy="0"/>
          <a:chOff x="0" y="0"/>
          <a:chExt cx="0" cy="0"/>
        </a:xfrm>
      </p:grpSpPr>
      <p:sp>
        <p:nvSpPr>
          <p:cNvPr id="365" name="Google Shape;365;p26"/>
          <p:cNvSpPr/>
          <p:nvPr/>
        </p:nvSpPr>
        <p:spPr>
          <a:xfrm rot="47584">
            <a:off x="3841996" y="2924225"/>
            <a:ext cx="4855065" cy="2643381"/>
          </a:xfrm>
          <a:prstGeom prst="flowChartConnector">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66" name="Google Shape;366;p26"/>
          <p:cNvSpPr/>
          <p:nvPr/>
        </p:nvSpPr>
        <p:spPr>
          <a:xfrm rot="-1342665">
            <a:off x="3396538" y="3411564"/>
            <a:ext cx="5898168" cy="2090002"/>
          </a:xfrm>
          <a:prstGeom prst="flowChartConnector">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367" name="Google Shape;367;p26"/>
          <p:cNvGrpSpPr/>
          <p:nvPr/>
        </p:nvGrpSpPr>
        <p:grpSpPr>
          <a:xfrm rot="10800000">
            <a:off x="9" y="0"/>
            <a:ext cx="1889320" cy="1999307"/>
            <a:chOff x="461225" y="3249175"/>
            <a:chExt cx="1399496" cy="1110726"/>
          </a:xfrm>
        </p:grpSpPr>
        <p:grpSp>
          <p:nvGrpSpPr>
            <p:cNvPr id="368" name="Google Shape;368;p26"/>
            <p:cNvGrpSpPr/>
            <p:nvPr/>
          </p:nvGrpSpPr>
          <p:grpSpPr>
            <a:xfrm>
              <a:off x="461225" y="3249175"/>
              <a:ext cx="1399496" cy="370204"/>
              <a:chOff x="461225" y="3249175"/>
              <a:chExt cx="1399496" cy="370204"/>
            </a:xfrm>
          </p:grpSpPr>
          <p:sp>
            <p:nvSpPr>
              <p:cNvPr id="369" name="Google Shape;369;p2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0" name="Google Shape;370;p2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1" name="Google Shape;371;p2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2" name="Google Shape;372;p26"/>
              <p:cNvSpPr/>
              <p:nvPr/>
            </p:nvSpPr>
            <p:spPr>
              <a:xfrm>
                <a:off x="1571821" y="3249179"/>
                <a:ext cx="2889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373" name="Google Shape;373;p26"/>
            <p:cNvGrpSpPr/>
            <p:nvPr/>
          </p:nvGrpSpPr>
          <p:grpSpPr>
            <a:xfrm>
              <a:off x="461225" y="3619500"/>
              <a:ext cx="1399496" cy="370202"/>
              <a:chOff x="461225" y="3249175"/>
              <a:chExt cx="1399496" cy="370202"/>
            </a:xfrm>
          </p:grpSpPr>
          <p:sp>
            <p:nvSpPr>
              <p:cNvPr id="374" name="Google Shape;374;p2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5" name="Google Shape;375;p2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6" name="Google Shape;376;p2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77" name="Google Shape;377;p26"/>
              <p:cNvSpPr/>
              <p:nvPr/>
            </p:nvSpPr>
            <p:spPr>
              <a:xfrm>
                <a:off x="1571821" y="3249177"/>
                <a:ext cx="2889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378" name="Google Shape;378;p26"/>
            <p:cNvGrpSpPr/>
            <p:nvPr/>
          </p:nvGrpSpPr>
          <p:grpSpPr>
            <a:xfrm>
              <a:off x="461225" y="3989700"/>
              <a:ext cx="1399496" cy="370201"/>
              <a:chOff x="461225" y="3249175"/>
              <a:chExt cx="1399496" cy="370201"/>
            </a:xfrm>
          </p:grpSpPr>
          <p:sp>
            <p:nvSpPr>
              <p:cNvPr id="379" name="Google Shape;379;p26"/>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80" name="Google Shape;380;p26"/>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81" name="Google Shape;381;p26"/>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82" name="Google Shape;382;p26"/>
              <p:cNvSpPr/>
              <p:nvPr/>
            </p:nvSpPr>
            <p:spPr>
              <a:xfrm>
                <a:off x="1571821" y="3249176"/>
                <a:ext cx="2889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383" name="Google Shape;383;p26"/>
          <p:cNvSpPr/>
          <p:nvPr/>
        </p:nvSpPr>
        <p:spPr>
          <a:xfrm>
            <a:off x="5909401" y="-4466"/>
            <a:ext cx="3234589" cy="2315645"/>
          </a:xfrm>
          <a:custGeom>
            <a:rect b="b" l="l" r="r" t="t"/>
            <a:pathLst>
              <a:path extrusionOk="0" h="141435" w="263403">
                <a:moveTo>
                  <a:pt x="0" y="277"/>
                </a:moveTo>
                <a:lnTo>
                  <a:pt x="193747" y="141435"/>
                </a:lnTo>
                <a:lnTo>
                  <a:pt x="263403" y="7658"/>
                </a:lnTo>
                <a:lnTo>
                  <a:pt x="263403" y="0"/>
                </a:lnTo>
                <a:close/>
              </a:path>
            </a:pathLst>
          </a:custGeom>
          <a:gradFill>
            <a:gsLst>
              <a:gs pos="0">
                <a:schemeClr val="accent2"/>
              </a:gs>
              <a:gs pos="21000">
                <a:schemeClr val="lt2"/>
              </a:gs>
              <a:gs pos="51000">
                <a:schemeClr val="accent1"/>
              </a:gs>
              <a:gs pos="79000">
                <a:schemeClr val="accent1"/>
              </a:gs>
              <a:gs pos="91000">
                <a:schemeClr val="accent3"/>
              </a:gs>
              <a:gs pos="100000">
                <a:schemeClr val="accent4"/>
              </a:gs>
            </a:gsLst>
            <a:lin ang="5400012" scaled="0"/>
          </a:gradFill>
          <a:ln>
            <a:noFill/>
          </a:ln>
          <a:effectLst>
            <a:outerShdw blurRad="1042988" rotWithShape="0" algn="bl" dir="5400000" dist="19050">
              <a:schemeClr val="lt2">
                <a:alpha val="49000"/>
              </a:schemeClr>
            </a:outerShdw>
          </a:effectLst>
        </p:spPr>
      </p:sp>
      <p:sp>
        <p:nvSpPr>
          <p:cNvPr id="384" name="Google Shape;384;p26"/>
          <p:cNvSpPr/>
          <p:nvPr/>
        </p:nvSpPr>
        <p:spPr>
          <a:xfrm>
            <a:off x="8299949" y="97714"/>
            <a:ext cx="844041" cy="2175168"/>
          </a:xfrm>
          <a:custGeom>
            <a:rect b="b" l="l" r="r" t="t"/>
            <a:pathLst>
              <a:path extrusionOk="0" h="132855" w="68733">
                <a:moveTo>
                  <a:pt x="0" y="132855"/>
                </a:moveTo>
                <a:lnTo>
                  <a:pt x="68733" y="58124"/>
                </a:lnTo>
                <a:lnTo>
                  <a:pt x="68733" y="0"/>
                </a:lnTo>
                <a:close/>
              </a:path>
            </a:pathLst>
          </a:custGeom>
          <a:solidFill>
            <a:schemeClr val="accent5"/>
          </a:solidFill>
          <a:ln>
            <a:noFill/>
          </a:ln>
        </p:spPr>
      </p:sp>
      <p:sp>
        <p:nvSpPr>
          <p:cNvPr id="385" name="Google Shape;385;p26"/>
          <p:cNvSpPr txBox="1"/>
          <p:nvPr>
            <p:ph type="title"/>
          </p:nvPr>
        </p:nvSpPr>
        <p:spPr>
          <a:xfrm>
            <a:off x="163725" y="3930433"/>
            <a:ext cx="6637500" cy="19992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5500"/>
              <a:buFont typeface="IBM Plex Sans"/>
              <a:buNone/>
              <a:defRPr sz="5500"/>
            </a:lvl1pPr>
            <a:lvl2pPr lvl="1">
              <a:spcBef>
                <a:spcPts val="0"/>
              </a:spcBef>
              <a:spcAft>
                <a:spcPts val="0"/>
              </a:spcAft>
              <a:buClr>
                <a:schemeClr val="lt1"/>
              </a:buClr>
              <a:buSzPts val="3000"/>
              <a:buNone/>
              <a:defRPr>
                <a:solidFill>
                  <a:schemeClr val="lt1"/>
                </a:solidFill>
              </a:defRPr>
            </a:lvl2pPr>
            <a:lvl3pPr lvl="2">
              <a:spcBef>
                <a:spcPts val="0"/>
              </a:spcBef>
              <a:spcAft>
                <a:spcPts val="0"/>
              </a:spcAft>
              <a:buClr>
                <a:schemeClr val="lt1"/>
              </a:buClr>
              <a:buSzPts val="3000"/>
              <a:buNone/>
              <a:defRPr>
                <a:solidFill>
                  <a:schemeClr val="lt1"/>
                </a:solidFill>
              </a:defRPr>
            </a:lvl3pPr>
            <a:lvl4pPr lvl="3">
              <a:spcBef>
                <a:spcPts val="0"/>
              </a:spcBef>
              <a:spcAft>
                <a:spcPts val="0"/>
              </a:spcAft>
              <a:buClr>
                <a:schemeClr val="lt1"/>
              </a:buClr>
              <a:buSzPts val="3000"/>
              <a:buNone/>
              <a:defRPr>
                <a:solidFill>
                  <a:schemeClr val="lt1"/>
                </a:solidFill>
              </a:defRPr>
            </a:lvl4pPr>
            <a:lvl5pPr lvl="4">
              <a:spcBef>
                <a:spcPts val="0"/>
              </a:spcBef>
              <a:spcAft>
                <a:spcPts val="0"/>
              </a:spcAft>
              <a:buClr>
                <a:schemeClr val="lt1"/>
              </a:buClr>
              <a:buSzPts val="3000"/>
              <a:buNone/>
              <a:defRPr>
                <a:solidFill>
                  <a:schemeClr val="lt1"/>
                </a:solidFill>
              </a:defRPr>
            </a:lvl5pPr>
            <a:lvl6pPr lvl="5">
              <a:spcBef>
                <a:spcPts val="0"/>
              </a:spcBef>
              <a:spcAft>
                <a:spcPts val="0"/>
              </a:spcAft>
              <a:buClr>
                <a:schemeClr val="lt1"/>
              </a:buClr>
              <a:buSzPts val="3000"/>
              <a:buNone/>
              <a:defRPr>
                <a:solidFill>
                  <a:schemeClr val="lt1"/>
                </a:solidFill>
              </a:defRPr>
            </a:lvl6pPr>
            <a:lvl7pPr lvl="6">
              <a:spcBef>
                <a:spcPts val="0"/>
              </a:spcBef>
              <a:spcAft>
                <a:spcPts val="0"/>
              </a:spcAft>
              <a:buClr>
                <a:schemeClr val="lt1"/>
              </a:buClr>
              <a:buSzPts val="3000"/>
              <a:buNone/>
              <a:defRPr>
                <a:solidFill>
                  <a:schemeClr val="lt1"/>
                </a:solidFill>
              </a:defRPr>
            </a:lvl7pPr>
            <a:lvl8pPr lvl="7">
              <a:spcBef>
                <a:spcPts val="0"/>
              </a:spcBef>
              <a:spcAft>
                <a:spcPts val="0"/>
              </a:spcAft>
              <a:buClr>
                <a:schemeClr val="lt1"/>
              </a:buClr>
              <a:buSzPts val="3000"/>
              <a:buNone/>
              <a:defRPr>
                <a:solidFill>
                  <a:schemeClr val="lt1"/>
                </a:solidFill>
              </a:defRPr>
            </a:lvl8pPr>
            <a:lvl9pPr lvl="8">
              <a:spcBef>
                <a:spcPts val="0"/>
              </a:spcBef>
              <a:spcAft>
                <a:spcPts val="0"/>
              </a:spcAft>
              <a:buClr>
                <a:schemeClr val="lt1"/>
              </a:buClr>
              <a:buSzPts val="3000"/>
              <a:buNone/>
              <a:defRPr>
                <a:solidFill>
                  <a:schemeClr val="lt1"/>
                </a:solidFill>
              </a:defRPr>
            </a:lvl9pPr>
          </a:lstStyle>
          <a:p/>
        </p:txBody>
      </p:sp>
      <p:sp>
        <p:nvSpPr>
          <p:cNvPr id="386" name="Google Shape;386;p26"/>
          <p:cNvSpPr txBox="1"/>
          <p:nvPr>
            <p:ph idx="1" type="subTitle"/>
          </p:nvPr>
        </p:nvSpPr>
        <p:spPr>
          <a:xfrm>
            <a:off x="163725" y="1579133"/>
            <a:ext cx="3336600" cy="2109600"/>
          </a:xfrm>
          <a:prstGeom prst="rect">
            <a:avLst/>
          </a:prstGeom>
        </p:spPr>
        <p:txBody>
          <a:bodyPr anchorCtr="0" anchor="b" bIns="0" lIns="91425" spcFirstLastPara="1" rIns="91425" wrap="square" tIns="91425">
            <a:noAutofit/>
          </a:bodyPr>
          <a:lstStyle>
            <a:lvl1pPr lvl="0">
              <a:lnSpc>
                <a:spcPct val="115000"/>
              </a:lnSpc>
              <a:spcBef>
                <a:spcPts val="0"/>
              </a:spcBef>
              <a:spcAft>
                <a:spcPts val="0"/>
              </a:spcAft>
              <a:buClr>
                <a:schemeClr val="lt1"/>
              </a:buClr>
              <a:buSzPts val="1200"/>
              <a:buFont typeface="Sora"/>
              <a:buNone/>
              <a:defRPr sz="1200"/>
            </a:lvl1pPr>
            <a:lvl2pPr lvl="1">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2pPr>
            <a:lvl3pPr lvl="2">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3pPr>
            <a:lvl4pPr lvl="3">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4pPr>
            <a:lvl5pPr lvl="4">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5pPr>
            <a:lvl6pPr lvl="5">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6pPr>
            <a:lvl7pPr lvl="6">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7pPr>
            <a:lvl8pPr lvl="7">
              <a:lnSpc>
                <a:spcPct val="115000"/>
              </a:lnSpc>
              <a:spcBef>
                <a:spcPts val="1000"/>
              </a:spcBef>
              <a:spcAft>
                <a:spcPts val="0"/>
              </a:spcAft>
              <a:buClr>
                <a:schemeClr val="lt1"/>
              </a:buClr>
              <a:buSzPts val="1200"/>
              <a:buFont typeface="Sora"/>
              <a:buNone/>
              <a:defRPr sz="1200">
                <a:solidFill>
                  <a:schemeClr val="lt1"/>
                </a:solidFill>
                <a:latin typeface="Sora"/>
                <a:ea typeface="Sora"/>
                <a:cs typeface="Sora"/>
                <a:sym typeface="Sora"/>
              </a:defRPr>
            </a:lvl8pPr>
            <a:lvl9pPr lvl="8">
              <a:lnSpc>
                <a:spcPct val="115000"/>
              </a:lnSpc>
              <a:spcBef>
                <a:spcPts val="1000"/>
              </a:spcBef>
              <a:spcAft>
                <a:spcPts val="1000"/>
              </a:spcAft>
              <a:buClr>
                <a:schemeClr val="lt1"/>
              </a:buClr>
              <a:buSzPts val="1200"/>
              <a:buFont typeface="Sora"/>
              <a:buNone/>
              <a:defRPr sz="1200">
                <a:solidFill>
                  <a:schemeClr val="lt1"/>
                </a:solidFill>
                <a:latin typeface="Sora"/>
                <a:ea typeface="Sora"/>
                <a:cs typeface="Sora"/>
                <a:sym typeface="Sora"/>
              </a:defRPr>
            </a:lvl9pPr>
          </a:lstStyle>
          <a:p/>
        </p:txBody>
      </p:sp>
      <p:sp>
        <p:nvSpPr>
          <p:cNvPr id="387" name="Google Shape;387;p26"/>
          <p:cNvSpPr txBox="1"/>
          <p:nvPr>
            <p:ph idx="2"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88" name="Google Shape;388;p26"/>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3">
  <p:cSld name="BLANK_1_1_1_1_1_1_1_1_1_1_5">
    <p:spTree>
      <p:nvGrpSpPr>
        <p:cNvPr id="389" name="Shape 389"/>
        <p:cNvGrpSpPr/>
        <p:nvPr/>
      </p:nvGrpSpPr>
      <p:grpSpPr>
        <a:xfrm>
          <a:off x="0" y="0"/>
          <a:ext cx="0" cy="0"/>
          <a:chOff x="0" y="0"/>
          <a:chExt cx="0" cy="0"/>
        </a:xfrm>
      </p:grpSpPr>
      <p:sp>
        <p:nvSpPr>
          <p:cNvPr id="390" name="Google Shape;390;p27"/>
          <p:cNvSpPr/>
          <p:nvPr/>
        </p:nvSpPr>
        <p:spPr>
          <a:xfrm>
            <a:off x="1347300" y="5803967"/>
            <a:ext cx="6752827" cy="1054059"/>
          </a:xfrm>
          <a:custGeom>
            <a:rect b="b" l="l" r="r" t="t"/>
            <a:pathLst>
              <a:path extrusionOk="0" h="14771" w="86243">
                <a:moveTo>
                  <a:pt x="61203" y="1"/>
                </a:moveTo>
                <a:lnTo>
                  <a:pt x="59656" y="20"/>
                </a:lnTo>
                <a:lnTo>
                  <a:pt x="58090" y="60"/>
                </a:lnTo>
                <a:lnTo>
                  <a:pt x="56504" y="119"/>
                </a:lnTo>
                <a:lnTo>
                  <a:pt x="54898" y="199"/>
                </a:lnTo>
                <a:lnTo>
                  <a:pt x="53272" y="298"/>
                </a:lnTo>
                <a:lnTo>
                  <a:pt x="51627" y="417"/>
                </a:lnTo>
                <a:lnTo>
                  <a:pt x="49961" y="575"/>
                </a:lnTo>
                <a:lnTo>
                  <a:pt x="48276" y="734"/>
                </a:lnTo>
                <a:lnTo>
                  <a:pt x="46591" y="932"/>
                </a:lnTo>
                <a:lnTo>
                  <a:pt x="44886" y="1150"/>
                </a:lnTo>
                <a:lnTo>
                  <a:pt x="43161" y="1388"/>
                </a:lnTo>
                <a:lnTo>
                  <a:pt x="41436" y="1646"/>
                </a:lnTo>
                <a:lnTo>
                  <a:pt x="39711" y="1924"/>
                </a:lnTo>
                <a:lnTo>
                  <a:pt x="37967" y="2221"/>
                </a:lnTo>
                <a:lnTo>
                  <a:pt x="36202" y="2538"/>
                </a:lnTo>
                <a:lnTo>
                  <a:pt x="34458" y="2875"/>
                </a:lnTo>
                <a:lnTo>
                  <a:pt x="31900" y="3411"/>
                </a:lnTo>
                <a:lnTo>
                  <a:pt x="29382" y="3986"/>
                </a:lnTo>
                <a:lnTo>
                  <a:pt x="26884" y="4600"/>
                </a:lnTo>
                <a:lnTo>
                  <a:pt x="24426" y="5235"/>
                </a:lnTo>
                <a:lnTo>
                  <a:pt x="22007" y="5909"/>
                </a:lnTo>
                <a:lnTo>
                  <a:pt x="19628" y="6622"/>
                </a:lnTo>
                <a:lnTo>
                  <a:pt x="17288" y="7356"/>
                </a:lnTo>
                <a:lnTo>
                  <a:pt x="15008" y="8129"/>
                </a:lnTo>
                <a:lnTo>
                  <a:pt x="12867" y="8902"/>
                </a:lnTo>
                <a:lnTo>
                  <a:pt x="10805" y="9695"/>
                </a:lnTo>
                <a:lnTo>
                  <a:pt x="8823" y="10488"/>
                </a:lnTo>
                <a:lnTo>
                  <a:pt x="6900" y="11321"/>
                </a:lnTo>
                <a:lnTo>
                  <a:pt x="5056" y="12154"/>
                </a:lnTo>
                <a:lnTo>
                  <a:pt x="4164" y="12590"/>
                </a:lnTo>
                <a:lnTo>
                  <a:pt x="3291" y="13006"/>
                </a:lnTo>
                <a:lnTo>
                  <a:pt x="2439" y="13442"/>
                </a:lnTo>
                <a:lnTo>
                  <a:pt x="1606" y="13879"/>
                </a:lnTo>
                <a:lnTo>
                  <a:pt x="793" y="14335"/>
                </a:lnTo>
                <a:lnTo>
                  <a:pt x="0" y="14771"/>
                </a:lnTo>
                <a:lnTo>
                  <a:pt x="83665" y="14771"/>
                </a:lnTo>
                <a:lnTo>
                  <a:pt x="84042" y="14335"/>
                </a:lnTo>
                <a:lnTo>
                  <a:pt x="84379" y="13918"/>
                </a:lnTo>
                <a:lnTo>
                  <a:pt x="84696" y="13482"/>
                </a:lnTo>
                <a:lnTo>
                  <a:pt x="84974" y="13066"/>
                </a:lnTo>
                <a:lnTo>
                  <a:pt x="85232" y="12649"/>
                </a:lnTo>
                <a:lnTo>
                  <a:pt x="85450" y="12233"/>
                </a:lnTo>
                <a:lnTo>
                  <a:pt x="85648" y="11817"/>
                </a:lnTo>
                <a:lnTo>
                  <a:pt x="85826" y="11400"/>
                </a:lnTo>
                <a:lnTo>
                  <a:pt x="85965" y="11004"/>
                </a:lnTo>
                <a:lnTo>
                  <a:pt x="86084" y="10607"/>
                </a:lnTo>
                <a:lnTo>
                  <a:pt x="86163" y="10211"/>
                </a:lnTo>
                <a:lnTo>
                  <a:pt x="86223" y="9814"/>
                </a:lnTo>
                <a:lnTo>
                  <a:pt x="86243" y="9438"/>
                </a:lnTo>
                <a:lnTo>
                  <a:pt x="86243" y="9041"/>
                </a:lnTo>
                <a:lnTo>
                  <a:pt x="86203" y="8664"/>
                </a:lnTo>
                <a:lnTo>
                  <a:pt x="86144" y="8288"/>
                </a:lnTo>
                <a:lnTo>
                  <a:pt x="86084" y="8050"/>
                </a:lnTo>
                <a:lnTo>
                  <a:pt x="86025" y="7812"/>
                </a:lnTo>
                <a:lnTo>
                  <a:pt x="85945" y="7574"/>
                </a:lnTo>
                <a:lnTo>
                  <a:pt x="85846" y="7336"/>
                </a:lnTo>
                <a:lnTo>
                  <a:pt x="85747" y="7118"/>
                </a:lnTo>
                <a:lnTo>
                  <a:pt x="85628" y="6880"/>
                </a:lnTo>
                <a:lnTo>
                  <a:pt x="85370" y="6444"/>
                </a:lnTo>
                <a:lnTo>
                  <a:pt x="85053" y="6008"/>
                </a:lnTo>
                <a:lnTo>
                  <a:pt x="84676" y="5591"/>
                </a:lnTo>
                <a:lnTo>
                  <a:pt x="84280" y="5175"/>
                </a:lnTo>
                <a:lnTo>
                  <a:pt x="83824" y="4798"/>
                </a:lnTo>
                <a:lnTo>
                  <a:pt x="83309" y="4402"/>
                </a:lnTo>
                <a:lnTo>
                  <a:pt x="82773" y="4045"/>
                </a:lnTo>
                <a:lnTo>
                  <a:pt x="82178" y="3688"/>
                </a:lnTo>
                <a:lnTo>
                  <a:pt x="81524" y="3351"/>
                </a:lnTo>
                <a:lnTo>
                  <a:pt x="80850" y="3034"/>
                </a:lnTo>
                <a:lnTo>
                  <a:pt x="80117" y="2717"/>
                </a:lnTo>
                <a:lnTo>
                  <a:pt x="79343" y="2419"/>
                </a:lnTo>
                <a:lnTo>
                  <a:pt x="78530" y="2142"/>
                </a:lnTo>
                <a:lnTo>
                  <a:pt x="77698" y="1884"/>
                </a:lnTo>
                <a:lnTo>
                  <a:pt x="76825" y="1646"/>
                </a:lnTo>
                <a:lnTo>
                  <a:pt x="75933" y="1428"/>
                </a:lnTo>
                <a:lnTo>
                  <a:pt x="74982" y="1230"/>
                </a:lnTo>
                <a:lnTo>
                  <a:pt x="74010" y="1031"/>
                </a:lnTo>
                <a:lnTo>
                  <a:pt x="72999" y="853"/>
                </a:lnTo>
                <a:lnTo>
                  <a:pt x="71948" y="694"/>
                </a:lnTo>
                <a:lnTo>
                  <a:pt x="70878" y="556"/>
                </a:lnTo>
                <a:lnTo>
                  <a:pt x="69767" y="437"/>
                </a:lnTo>
                <a:lnTo>
                  <a:pt x="68618" y="318"/>
                </a:lnTo>
                <a:lnTo>
                  <a:pt x="67448" y="219"/>
                </a:lnTo>
                <a:lnTo>
                  <a:pt x="66258" y="139"/>
                </a:lnTo>
                <a:lnTo>
                  <a:pt x="65029" y="80"/>
                </a:lnTo>
                <a:lnTo>
                  <a:pt x="63780" y="40"/>
                </a:lnTo>
                <a:lnTo>
                  <a:pt x="62511" y="20"/>
                </a:lnTo>
                <a:lnTo>
                  <a:pt x="61203" y="1"/>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391" name="Google Shape;391;p27"/>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392" name="Google Shape;392;p27"/>
          <p:cNvSpPr txBox="1"/>
          <p:nvPr>
            <p:ph idx="2" type="title"/>
          </p:nvPr>
        </p:nvSpPr>
        <p:spPr>
          <a:xfrm>
            <a:off x="115025" y="670367"/>
            <a:ext cx="5829000" cy="1600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393" name="Google Shape;393;p27"/>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BLANK_1_1_1_1_1_1_1_1_1_1_4">
    <p:spTree>
      <p:nvGrpSpPr>
        <p:cNvPr id="394" name="Shape 394"/>
        <p:cNvGrpSpPr/>
        <p:nvPr/>
      </p:nvGrpSpPr>
      <p:grpSpPr>
        <a:xfrm>
          <a:off x="0" y="0"/>
          <a:ext cx="0" cy="0"/>
          <a:chOff x="0" y="0"/>
          <a:chExt cx="0" cy="0"/>
        </a:xfrm>
      </p:grpSpPr>
      <p:sp>
        <p:nvSpPr>
          <p:cNvPr id="395" name="Google Shape;395;p28"/>
          <p:cNvSpPr/>
          <p:nvPr/>
        </p:nvSpPr>
        <p:spPr>
          <a:xfrm rot="-971632">
            <a:off x="5039497" y="-121664"/>
            <a:ext cx="3430406" cy="1500116"/>
          </a:xfrm>
          <a:prstGeom prst="chord">
            <a:avLst>
              <a:gd fmla="val 21353619" name="adj1"/>
              <a:gd fmla="val 14210633"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396" name="Google Shape;396;p28"/>
          <p:cNvSpPr txBox="1"/>
          <p:nvPr>
            <p:ph type="title"/>
          </p:nvPr>
        </p:nvSpPr>
        <p:spPr>
          <a:xfrm>
            <a:off x="134550" y="2032300"/>
            <a:ext cx="1119600" cy="396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2pPr>
            <a:lvl3pPr lvl="2">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3pPr>
            <a:lvl4pPr lvl="3">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4pPr>
            <a:lvl5pPr lvl="4">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5pPr>
            <a:lvl6pPr lvl="5">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6pPr>
            <a:lvl7pPr lvl="6">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7pPr>
            <a:lvl8pPr lvl="7">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8pPr>
            <a:lvl9pPr lvl="8">
              <a:spcBef>
                <a:spcPts val="0"/>
              </a:spcBef>
              <a:spcAft>
                <a:spcPts val="0"/>
              </a:spcAft>
              <a:buClr>
                <a:schemeClr val="lt1"/>
              </a:buClr>
              <a:buSzPts val="1000"/>
              <a:buFont typeface="IBM Plex Sans Medium"/>
              <a:buNone/>
              <a:defRPr sz="1000">
                <a:latin typeface="IBM Plex Sans Medium"/>
                <a:ea typeface="IBM Plex Sans Medium"/>
                <a:cs typeface="IBM Plex Sans Medium"/>
                <a:sym typeface="IBM Plex Sans Medium"/>
              </a:defRPr>
            </a:lvl9pPr>
          </a:lstStyle>
          <a:p/>
        </p:txBody>
      </p:sp>
      <p:sp>
        <p:nvSpPr>
          <p:cNvPr id="397" name="Google Shape;397;p28"/>
          <p:cNvSpPr txBox="1"/>
          <p:nvPr>
            <p:ph idx="2" type="title"/>
          </p:nvPr>
        </p:nvSpPr>
        <p:spPr>
          <a:xfrm>
            <a:off x="1326150" y="1311600"/>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398" name="Google Shape;398;p28"/>
          <p:cNvSpPr txBox="1"/>
          <p:nvPr>
            <p:ph idx="3" type="title"/>
          </p:nvPr>
        </p:nvSpPr>
        <p:spPr>
          <a:xfrm>
            <a:off x="3808925" y="1311600"/>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399" name="Google Shape;399;p28"/>
          <p:cNvSpPr txBox="1"/>
          <p:nvPr>
            <p:ph idx="4" type="title"/>
          </p:nvPr>
        </p:nvSpPr>
        <p:spPr>
          <a:xfrm>
            <a:off x="6291700" y="1311600"/>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00" name="Google Shape;400;p28"/>
          <p:cNvSpPr txBox="1"/>
          <p:nvPr>
            <p:ph idx="5" type="title"/>
          </p:nvPr>
        </p:nvSpPr>
        <p:spPr>
          <a:xfrm>
            <a:off x="134550" y="3474933"/>
            <a:ext cx="11196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9pPr>
          </a:lstStyle>
          <a:p/>
        </p:txBody>
      </p:sp>
      <p:sp>
        <p:nvSpPr>
          <p:cNvPr id="401" name="Google Shape;401;p28"/>
          <p:cNvSpPr txBox="1"/>
          <p:nvPr>
            <p:ph idx="6" type="title"/>
          </p:nvPr>
        </p:nvSpPr>
        <p:spPr>
          <a:xfrm>
            <a:off x="134550" y="4879667"/>
            <a:ext cx="11196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2pPr>
            <a:lvl3pPr lvl="2">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3pPr>
            <a:lvl4pPr lvl="3">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4pPr>
            <a:lvl5pPr lvl="4">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5pPr>
            <a:lvl6pPr lvl="5">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6pPr>
            <a:lvl7pPr lvl="6">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7pPr>
            <a:lvl8pPr lvl="7">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8pPr>
            <a:lvl9pPr lvl="8">
              <a:spcBef>
                <a:spcPts val="0"/>
              </a:spcBef>
              <a:spcAft>
                <a:spcPts val="0"/>
              </a:spcAft>
              <a:buClr>
                <a:schemeClr val="lt1"/>
              </a:buClr>
              <a:buSzPts val="1000"/>
              <a:buFont typeface="IBM Plex Sans Medium"/>
              <a:buNone/>
              <a:defRPr sz="1000">
                <a:solidFill>
                  <a:schemeClr val="lt1"/>
                </a:solidFill>
                <a:latin typeface="IBM Plex Sans Medium"/>
                <a:ea typeface="IBM Plex Sans Medium"/>
                <a:cs typeface="IBM Plex Sans Medium"/>
                <a:sym typeface="IBM Plex Sans Medium"/>
              </a:defRPr>
            </a:lvl9pPr>
          </a:lstStyle>
          <a:p/>
        </p:txBody>
      </p:sp>
      <p:sp>
        <p:nvSpPr>
          <p:cNvPr id="402" name="Google Shape;402;p28"/>
          <p:cNvSpPr txBox="1"/>
          <p:nvPr>
            <p:ph idx="7"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403" name="Google Shape;403;p28"/>
          <p:cNvSpPr/>
          <p:nvPr/>
        </p:nvSpPr>
        <p:spPr>
          <a:xfrm flipH="1" rot="-5931354">
            <a:off x="4076462" y="4712277"/>
            <a:ext cx="2036376" cy="4807525"/>
          </a:xfrm>
          <a:prstGeom prst="chord">
            <a:avLst>
              <a:gd fmla="val 4994308" name="adj1"/>
              <a:gd fmla="val 15114049"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04" name="Google Shape;404;p28"/>
          <p:cNvSpPr/>
          <p:nvPr/>
        </p:nvSpPr>
        <p:spPr>
          <a:xfrm rot="5655502">
            <a:off x="4003682" y="4652654"/>
            <a:ext cx="1906964" cy="5511348"/>
          </a:xfrm>
          <a:prstGeom prst="chord">
            <a:avLst>
              <a:gd fmla="val 5592353" name="adj1"/>
              <a:gd fmla="val 15024063" name="adj2"/>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05" name="Google Shape;405;p28"/>
          <p:cNvSpPr txBox="1"/>
          <p:nvPr>
            <p:ph idx="1" type="body"/>
          </p:nvPr>
        </p:nvSpPr>
        <p:spPr>
          <a:xfrm>
            <a:off x="1326025" y="4820067"/>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06" name="Google Shape;406;p28"/>
          <p:cNvSpPr txBox="1"/>
          <p:nvPr>
            <p:ph idx="8" type="body"/>
          </p:nvPr>
        </p:nvSpPr>
        <p:spPr>
          <a:xfrm>
            <a:off x="3808863" y="4820067"/>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800"/>
              </a:spcBef>
              <a:spcAft>
                <a:spcPts val="0"/>
              </a:spcAft>
              <a:buSzPts val="1000"/>
              <a:buFont typeface="Sora"/>
              <a:buChar char="○"/>
              <a:defRPr sz="1000"/>
            </a:lvl2pPr>
            <a:lvl3pPr indent="-292100" lvl="2" marL="1371600">
              <a:spcBef>
                <a:spcPts val="800"/>
              </a:spcBef>
              <a:spcAft>
                <a:spcPts val="0"/>
              </a:spcAft>
              <a:buSzPts val="1000"/>
              <a:buFont typeface="Sora"/>
              <a:buChar char="■"/>
              <a:defRPr sz="1000"/>
            </a:lvl3pPr>
            <a:lvl4pPr indent="-292100" lvl="3" marL="1828800">
              <a:spcBef>
                <a:spcPts val="800"/>
              </a:spcBef>
              <a:spcAft>
                <a:spcPts val="0"/>
              </a:spcAft>
              <a:buSzPts val="1000"/>
              <a:buFont typeface="Sora"/>
              <a:buChar char="●"/>
              <a:defRPr sz="1000"/>
            </a:lvl4pPr>
            <a:lvl5pPr indent="-292100" lvl="4" marL="2286000">
              <a:spcBef>
                <a:spcPts val="800"/>
              </a:spcBef>
              <a:spcAft>
                <a:spcPts val="0"/>
              </a:spcAft>
              <a:buSzPts val="1000"/>
              <a:buFont typeface="Sora"/>
              <a:buChar char="○"/>
              <a:defRPr sz="1000"/>
            </a:lvl5pPr>
            <a:lvl6pPr indent="-292100" lvl="5" marL="2743200">
              <a:spcBef>
                <a:spcPts val="800"/>
              </a:spcBef>
              <a:spcAft>
                <a:spcPts val="0"/>
              </a:spcAft>
              <a:buSzPts val="1000"/>
              <a:buFont typeface="Sora"/>
              <a:buChar char="■"/>
              <a:defRPr sz="1000"/>
            </a:lvl6pPr>
            <a:lvl7pPr indent="-292100" lvl="6" marL="3200400">
              <a:spcBef>
                <a:spcPts val="800"/>
              </a:spcBef>
              <a:spcAft>
                <a:spcPts val="0"/>
              </a:spcAft>
              <a:buSzPts val="1000"/>
              <a:buFont typeface="Sora"/>
              <a:buChar char="●"/>
              <a:defRPr sz="1000"/>
            </a:lvl7pPr>
            <a:lvl8pPr indent="-292100" lvl="7" marL="3657600">
              <a:spcBef>
                <a:spcPts val="800"/>
              </a:spcBef>
              <a:spcAft>
                <a:spcPts val="0"/>
              </a:spcAft>
              <a:buSzPts val="1000"/>
              <a:buFont typeface="Sora"/>
              <a:buChar char="○"/>
              <a:defRPr sz="1000"/>
            </a:lvl8pPr>
            <a:lvl9pPr indent="-292100" lvl="8" marL="4114800">
              <a:spcBef>
                <a:spcPts val="800"/>
              </a:spcBef>
              <a:spcAft>
                <a:spcPts val="800"/>
              </a:spcAft>
              <a:buSzPts val="1000"/>
              <a:buFont typeface="Sora"/>
              <a:buChar char="■"/>
              <a:defRPr sz="1000"/>
            </a:lvl9pPr>
          </a:lstStyle>
          <a:p/>
        </p:txBody>
      </p:sp>
      <p:sp>
        <p:nvSpPr>
          <p:cNvPr id="407" name="Google Shape;407;p28"/>
          <p:cNvSpPr txBox="1"/>
          <p:nvPr>
            <p:ph idx="9" type="body"/>
          </p:nvPr>
        </p:nvSpPr>
        <p:spPr>
          <a:xfrm>
            <a:off x="6291713" y="4820067"/>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08" name="Google Shape;408;p28"/>
          <p:cNvSpPr txBox="1"/>
          <p:nvPr>
            <p:ph idx="13" type="body"/>
          </p:nvPr>
        </p:nvSpPr>
        <p:spPr>
          <a:xfrm>
            <a:off x="1326025" y="3474933"/>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09" name="Google Shape;409;p28"/>
          <p:cNvSpPr txBox="1"/>
          <p:nvPr>
            <p:ph idx="14" type="body"/>
          </p:nvPr>
        </p:nvSpPr>
        <p:spPr>
          <a:xfrm>
            <a:off x="3808863" y="3474933"/>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10" name="Google Shape;410;p28"/>
          <p:cNvSpPr txBox="1"/>
          <p:nvPr>
            <p:ph idx="15" type="body"/>
          </p:nvPr>
        </p:nvSpPr>
        <p:spPr>
          <a:xfrm>
            <a:off x="6291713" y="3474933"/>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2"/>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11" name="Google Shape;411;p28"/>
          <p:cNvSpPr txBox="1"/>
          <p:nvPr>
            <p:ph idx="16" type="body"/>
          </p:nvPr>
        </p:nvSpPr>
        <p:spPr>
          <a:xfrm>
            <a:off x="1326025" y="2032300"/>
            <a:ext cx="2296500" cy="11100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lt1"/>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12" name="Google Shape;412;p28"/>
          <p:cNvSpPr txBox="1"/>
          <p:nvPr>
            <p:ph idx="17" type="body"/>
          </p:nvPr>
        </p:nvSpPr>
        <p:spPr>
          <a:xfrm>
            <a:off x="3808867" y="2032300"/>
            <a:ext cx="2296500" cy="11100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lt1"/>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13" name="Google Shape;413;p28"/>
          <p:cNvSpPr txBox="1"/>
          <p:nvPr>
            <p:ph idx="18" type="body"/>
          </p:nvPr>
        </p:nvSpPr>
        <p:spPr>
          <a:xfrm>
            <a:off x="6291721" y="2032300"/>
            <a:ext cx="2296500" cy="11100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lt1"/>
              </a:buClr>
              <a:buSzPts val="1000"/>
              <a:buFont typeface="Sora"/>
              <a:buChar char="➔"/>
              <a:defRPr sz="1000"/>
            </a:lvl1pPr>
            <a:lvl2pPr indent="-292100" lvl="1" marL="914400">
              <a:spcBef>
                <a:spcPts val="0"/>
              </a:spcBef>
              <a:spcAft>
                <a:spcPts val="0"/>
              </a:spcAft>
              <a:buClr>
                <a:schemeClr val="lt1"/>
              </a:buClr>
              <a:buSzPts val="1000"/>
              <a:buFont typeface="Sora"/>
              <a:buChar char="◆"/>
              <a:defRPr sz="1000"/>
            </a:lvl2pPr>
            <a:lvl3pPr indent="-292100" lvl="2" marL="1371600">
              <a:spcBef>
                <a:spcPts val="0"/>
              </a:spcBef>
              <a:spcAft>
                <a:spcPts val="0"/>
              </a:spcAft>
              <a:buClr>
                <a:schemeClr val="lt1"/>
              </a:buClr>
              <a:buSzPts val="1000"/>
              <a:buFont typeface="Sora"/>
              <a:buChar char="●"/>
              <a:defRPr sz="1000"/>
            </a:lvl3pPr>
            <a:lvl4pPr indent="-292100" lvl="3" marL="1828800">
              <a:spcBef>
                <a:spcPts val="0"/>
              </a:spcBef>
              <a:spcAft>
                <a:spcPts val="0"/>
              </a:spcAft>
              <a:buClr>
                <a:schemeClr val="lt1"/>
              </a:buClr>
              <a:buSzPts val="1000"/>
              <a:buFont typeface="Sora"/>
              <a:buChar char="○"/>
              <a:defRPr sz="1000"/>
            </a:lvl4pPr>
            <a:lvl5pPr indent="-292100" lvl="4" marL="2286000">
              <a:spcBef>
                <a:spcPts val="0"/>
              </a:spcBef>
              <a:spcAft>
                <a:spcPts val="0"/>
              </a:spcAft>
              <a:buClr>
                <a:schemeClr val="lt1"/>
              </a:buClr>
              <a:buSzPts val="1000"/>
              <a:buFont typeface="Sora"/>
              <a:buChar char="◆"/>
              <a:defRPr sz="1000"/>
            </a:lvl5pPr>
            <a:lvl6pPr indent="-292100" lvl="5" marL="2743200">
              <a:spcBef>
                <a:spcPts val="0"/>
              </a:spcBef>
              <a:spcAft>
                <a:spcPts val="0"/>
              </a:spcAft>
              <a:buClr>
                <a:schemeClr val="lt1"/>
              </a:buClr>
              <a:buSzPts val="1000"/>
              <a:buFont typeface="Sora"/>
              <a:buChar char="●"/>
              <a:defRPr sz="1000"/>
            </a:lvl6pPr>
            <a:lvl7pPr indent="-292100" lvl="6" marL="3200400">
              <a:spcBef>
                <a:spcPts val="0"/>
              </a:spcBef>
              <a:spcAft>
                <a:spcPts val="0"/>
              </a:spcAft>
              <a:buClr>
                <a:schemeClr val="lt1"/>
              </a:buClr>
              <a:buSzPts val="1000"/>
              <a:buFont typeface="Sora"/>
              <a:buChar char="○"/>
              <a:defRPr sz="1000"/>
            </a:lvl7pPr>
            <a:lvl8pPr indent="-292100" lvl="7" marL="3657600">
              <a:spcBef>
                <a:spcPts val="0"/>
              </a:spcBef>
              <a:spcAft>
                <a:spcPts val="0"/>
              </a:spcAft>
              <a:buClr>
                <a:schemeClr val="lt1"/>
              </a:buClr>
              <a:buSzPts val="1000"/>
              <a:buFont typeface="Sora"/>
              <a:buChar char="◆"/>
              <a:defRPr sz="1000"/>
            </a:lvl8pPr>
            <a:lvl9pPr indent="-292100" lvl="8" marL="4114800">
              <a:spcBef>
                <a:spcPts val="0"/>
              </a:spcBef>
              <a:spcAft>
                <a:spcPts val="0"/>
              </a:spcAft>
              <a:buClr>
                <a:schemeClr val="lt1"/>
              </a:buClr>
              <a:buSzPts val="1000"/>
              <a:buFont typeface="Sora"/>
              <a:buChar char="●"/>
              <a:defRPr sz="1000"/>
            </a:lvl9pPr>
          </a:lstStyle>
          <a:p/>
        </p:txBody>
      </p:sp>
      <p:sp>
        <p:nvSpPr>
          <p:cNvPr id="414" name="Google Shape;414;p28"/>
          <p:cNvSpPr txBox="1"/>
          <p:nvPr>
            <p:ph idx="19" type="title"/>
          </p:nvPr>
        </p:nvSpPr>
        <p:spPr>
          <a:xfrm>
            <a:off x="38100" y="426200"/>
            <a:ext cx="3116700" cy="693600"/>
          </a:xfrm>
          <a:prstGeom prst="rect">
            <a:avLst/>
          </a:prstGeom>
        </p:spPr>
        <p:txBody>
          <a:bodyPr anchorCtr="0" anchor="t" bIns="91425" lIns="182875" spcFirstLastPara="1" rIns="91425" wrap="square" tIns="91425">
            <a:spAutoFit/>
          </a:bodyPr>
          <a:lstStyle>
            <a:lvl1pPr lvl="0">
              <a:spcBef>
                <a:spcPts val="0"/>
              </a:spcBef>
              <a:spcAft>
                <a:spcPts val="0"/>
              </a:spcAft>
              <a:buNone/>
              <a:defRPr sz="1600">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lvl2pPr>
            <a:lvl3pPr lvl="2">
              <a:lnSpc>
                <a:spcPct val="115000"/>
              </a:lnSpc>
              <a:spcBef>
                <a:spcPts val="0"/>
              </a:spcBef>
              <a:spcAft>
                <a:spcPts val="0"/>
              </a:spcAft>
              <a:buNone/>
              <a:defRPr sz="1800"/>
            </a:lvl3pPr>
            <a:lvl4pPr lvl="3">
              <a:lnSpc>
                <a:spcPct val="115000"/>
              </a:lnSpc>
              <a:spcBef>
                <a:spcPts val="0"/>
              </a:spcBef>
              <a:spcAft>
                <a:spcPts val="0"/>
              </a:spcAft>
              <a:buNone/>
              <a:defRPr sz="1800"/>
            </a:lvl4pPr>
            <a:lvl5pPr lvl="4">
              <a:lnSpc>
                <a:spcPct val="115000"/>
              </a:lnSpc>
              <a:spcBef>
                <a:spcPts val="0"/>
              </a:spcBef>
              <a:spcAft>
                <a:spcPts val="0"/>
              </a:spcAft>
              <a:buNone/>
              <a:defRPr sz="1800"/>
            </a:lvl5pPr>
            <a:lvl6pPr lvl="5">
              <a:lnSpc>
                <a:spcPct val="115000"/>
              </a:lnSpc>
              <a:spcBef>
                <a:spcPts val="0"/>
              </a:spcBef>
              <a:spcAft>
                <a:spcPts val="0"/>
              </a:spcAft>
              <a:buNone/>
              <a:defRPr sz="1800"/>
            </a:lvl6pPr>
            <a:lvl7pPr lvl="6">
              <a:lnSpc>
                <a:spcPct val="115000"/>
              </a:lnSpc>
              <a:spcBef>
                <a:spcPts val="0"/>
              </a:spcBef>
              <a:spcAft>
                <a:spcPts val="0"/>
              </a:spcAft>
              <a:buNone/>
              <a:defRPr sz="1800"/>
            </a:lvl7pPr>
            <a:lvl8pPr lvl="7">
              <a:lnSpc>
                <a:spcPct val="115000"/>
              </a:lnSpc>
              <a:spcBef>
                <a:spcPts val="0"/>
              </a:spcBef>
              <a:spcAft>
                <a:spcPts val="0"/>
              </a:spcAft>
              <a:buNone/>
              <a:defRPr sz="1800"/>
            </a:lvl8pPr>
            <a:lvl9pPr lvl="8">
              <a:lnSpc>
                <a:spcPct val="115000"/>
              </a:lnSpc>
              <a:spcBef>
                <a:spcPts val="0"/>
              </a:spcBef>
              <a:spcAft>
                <a:spcPts val="0"/>
              </a:spcAft>
              <a:buNone/>
              <a:defRPr sz="1800"/>
            </a:lvl9pPr>
          </a:lstStyle>
          <a:p/>
        </p:txBody>
      </p:sp>
      <p:sp>
        <p:nvSpPr>
          <p:cNvPr id="415" name="Google Shape;415;p28"/>
          <p:cNvSpPr txBox="1"/>
          <p:nvPr>
            <p:ph idx="20"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 Dark">
  <p:cSld name="BLANK_1_1_1_1_1_1_1_1_1_1_4_1">
    <p:bg>
      <p:bgPr>
        <a:solidFill>
          <a:schemeClr val="lt1"/>
        </a:solidFill>
      </p:bgPr>
    </p:bg>
    <p:spTree>
      <p:nvGrpSpPr>
        <p:cNvPr id="416" name="Shape 416"/>
        <p:cNvGrpSpPr/>
        <p:nvPr/>
      </p:nvGrpSpPr>
      <p:grpSpPr>
        <a:xfrm>
          <a:off x="0" y="0"/>
          <a:ext cx="0" cy="0"/>
          <a:chOff x="0" y="0"/>
          <a:chExt cx="0" cy="0"/>
        </a:xfrm>
      </p:grpSpPr>
      <p:sp>
        <p:nvSpPr>
          <p:cNvPr id="417" name="Google Shape;417;p29"/>
          <p:cNvSpPr/>
          <p:nvPr/>
        </p:nvSpPr>
        <p:spPr>
          <a:xfrm rot="-971632">
            <a:off x="5039497" y="-121664"/>
            <a:ext cx="3430406" cy="1500116"/>
          </a:xfrm>
          <a:prstGeom prst="chord">
            <a:avLst>
              <a:gd fmla="val 21353619" name="adj1"/>
              <a:gd fmla="val 14210633"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accent5"/>
              </a:solidFill>
              <a:latin typeface="Sora"/>
              <a:ea typeface="Sora"/>
              <a:cs typeface="Sora"/>
              <a:sym typeface="Sora"/>
            </a:endParaRPr>
          </a:p>
        </p:txBody>
      </p:sp>
      <p:sp>
        <p:nvSpPr>
          <p:cNvPr id="418" name="Google Shape;418;p29"/>
          <p:cNvSpPr txBox="1"/>
          <p:nvPr>
            <p:ph type="title"/>
          </p:nvPr>
        </p:nvSpPr>
        <p:spPr>
          <a:xfrm>
            <a:off x="134550" y="2032300"/>
            <a:ext cx="1119600" cy="396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accent3"/>
              </a:buClr>
              <a:buSzPts val="1200"/>
              <a:buFont typeface="IBM Plex Sans Medium"/>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2pPr>
            <a:lvl3pPr lvl="2">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3pPr>
            <a:lvl4pPr lvl="3">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4pPr>
            <a:lvl5pPr lvl="4">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5pPr>
            <a:lvl6pPr lvl="5">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6pPr>
            <a:lvl7pPr lvl="6">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7pPr>
            <a:lvl8pPr lvl="7">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8pPr>
            <a:lvl9pPr lvl="8">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9pPr>
          </a:lstStyle>
          <a:p/>
        </p:txBody>
      </p:sp>
      <p:sp>
        <p:nvSpPr>
          <p:cNvPr id="419" name="Google Shape;419;p29"/>
          <p:cNvSpPr txBox="1"/>
          <p:nvPr>
            <p:ph idx="2" type="title"/>
          </p:nvPr>
        </p:nvSpPr>
        <p:spPr>
          <a:xfrm>
            <a:off x="134550" y="3474933"/>
            <a:ext cx="11196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200"/>
              <a:buFont typeface="IBM Plex Sans Medium"/>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2pPr>
            <a:lvl3pPr lvl="2">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3pPr>
            <a:lvl4pPr lvl="3">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4pPr>
            <a:lvl5pPr lvl="4">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5pPr>
            <a:lvl6pPr lvl="5">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6pPr>
            <a:lvl7pPr lvl="6">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7pPr>
            <a:lvl8pPr lvl="7">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8pPr>
            <a:lvl9pPr lvl="8">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9pPr>
          </a:lstStyle>
          <a:p/>
        </p:txBody>
      </p:sp>
      <p:sp>
        <p:nvSpPr>
          <p:cNvPr id="420" name="Google Shape;420;p29"/>
          <p:cNvSpPr txBox="1"/>
          <p:nvPr>
            <p:ph idx="3" type="title"/>
          </p:nvPr>
        </p:nvSpPr>
        <p:spPr>
          <a:xfrm>
            <a:off x="134550" y="4879667"/>
            <a:ext cx="11196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200"/>
              <a:buFont typeface="IBM Plex Sans Medium"/>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2pPr>
            <a:lvl3pPr lvl="2">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3pPr>
            <a:lvl4pPr lvl="3">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4pPr>
            <a:lvl5pPr lvl="4">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5pPr>
            <a:lvl6pPr lvl="5">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6pPr>
            <a:lvl7pPr lvl="6">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7pPr>
            <a:lvl8pPr lvl="7">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8pPr>
            <a:lvl9pPr lvl="8">
              <a:spcBef>
                <a:spcPts val="0"/>
              </a:spcBef>
              <a:spcAft>
                <a:spcPts val="0"/>
              </a:spcAft>
              <a:buClr>
                <a:schemeClr val="accent3"/>
              </a:buClr>
              <a:buSzPts val="1000"/>
              <a:buFont typeface="IBM Plex Sans Medium"/>
              <a:buNone/>
              <a:defRPr sz="1000">
                <a:solidFill>
                  <a:schemeClr val="accent3"/>
                </a:solidFill>
                <a:latin typeface="IBM Plex Sans Medium"/>
                <a:ea typeface="IBM Plex Sans Medium"/>
                <a:cs typeface="IBM Plex Sans Medium"/>
                <a:sym typeface="IBM Plex Sans Medium"/>
              </a:defRPr>
            </a:lvl9pPr>
          </a:lstStyle>
          <a:p/>
        </p:txBody>
      </p:sp>
      <p:sp>
        <p:nvSpPr>
          <p:cNvPr id="421" name="Google Shape;421;p29"/>
          <p:cNvSpPr txBox="1"/>
          <p:nvPr>
            <p:ph idx="4" type="title"/>
          </p:nvPr>
        </p:nvSpPr>
        <p:spPr>
          <a:xfrm>
            <a:off x="38100" y="426200"/>
            <a:ext cx="3116700" cy="693600"/>
          </a:xfrm>
          <a:prstGeom prst="rect">
            <a:avLst/>
          </a:prstGeom>
        </p:spPr>
        <p:txBody>
          <a:bodyPr anchorCtr="0" anchor="t" bIns="91425" lIns="182875" spcFirstLastPara="1" rIns="91425" wrap="square" tIns="91425">
            <a:spAutoFit/>
          </a:bodyPr>
          <a:lstStyle>
            <a:lvl1pPr lvl="0">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422" name="Google Shape;422;p29"/>
          <p:cNvSpPr txBox="1"/>
          <p:nvPr>
            <p:ph idx="5" type="title"/>
          </p:nvPr>
        </p:nvSpPr>
        <p:spPr>
          <a:xfrm>
            <a:off x="1326150" y="1311600"/>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1pPr>
            <a:lvl2pPr lvl="1">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2pPr>
            <a:lvl3pPr lvl="2">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3pPr>
            <a:lvl4pPr lvl="3">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4pPr>
            <a:lvl5pPr lvl="4">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5pPr>
            <a:lvl6pPr lvl="5">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6pPr>
            <a:lvl7pPr lvl="6">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7pPr>
            <a:lvl8pPr lvl="7">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8pPr>
            <a:lvl9pPr lvl="8">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9pPr>
          </a:lstStyle>
          <a:p/>
        </p:txBody>
      </p:sp>
      <p:sp>
        <p:nvSpPr>
          <p:cNvPr id="423" name="Google Shape;423;p29"/>
          <p:cNvSpPr txBox="1"/>
          <p:nvPr>
            <p:ph idx="6" type="title"/>
          </p:nvPr>
        </p:nvSpPr>
        <p:spPr>
          <a:xfrm>
            <a:off x="3808925" y="1311600"/>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1pPr>
            <a:lvl2pPr lvl="1">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2pPr>
            <a:lvl3pPr lvl="2">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3pPr>
            <a:lvl4pPr lvl="3">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4pPr>
            <a:lvl5pPr lvl="4">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5pPr>
            <a:lvl6pPr lvl="5">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6pPr>
            <a:lvl7pPr lvl="6">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7pPr>
            <a:lvl8pPr lvl="7">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8pPr>
            <a:lvl9pPr lvl="8">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9pPr>
          </a:lstStyle>
          <a:p/>
        </p:txBody>
      </p:sp>
      <p:sp>
        <p:nvSpPr>
          <p:cNvPr id="424" name="Google Shape;424;p29"/>
          <p:cNvSpPr txBox="1"/>
          <p:nvPr>
            <p:ph idx="7" type="title"/>
          </p:nvPr>
        </p:nvSpPr>
        <p:spPr>
          <a:xfrm>
            <a:off x="6291700" y="1311600"/>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1pPr>
            <a:lvl2pPr lvl="1">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2pPr>
            <a:lvl3pPr lvl="2">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3pPr>
            <a:lvl4pPr lvl="3">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4pPr>
            <a:lvl5pPr lvl="4">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5pPr>
            <a:lvl6pPr lvl="5">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6pPr>
            <a:lvl7pPr lvl="6">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7pPr>
            <a:lvl8pPr lvl="7">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8pPr>
            <a:lvl9pPr lvl="8">
              <a:spcBef>
                <a:spcPts val="0"/>
              </a:spcBef>
              <a:spcAft>
                <a:spcPts val="0"/>
              </a:spcAft>
              <a:buClr>
                <a:schemeClr val="accent1"/>
              </a:buClr>
              <a:buSzPts val="1200"/>
              <a:buFont typeface="IBM Plex Sans Medium"/>
              <a:buNone/>
              <a:defRPr sz="1200">
                <a:solidFill>
                  <a:schemeClr val="accent1"/>
                </a:solidFill>
                <a:latin typeface="IBM Plex Sans Medium"/>
                <a:ea typeface="IBM Plex Sans Medium"/>
                <a:cs typeface="IBM Plex Sans Medium"/>
                <a:sym typeface="IBM Plex Sans Medium"/>
              </a:defRPr>
            </a:lvl9pPr>
          </a:lstStyle>
          <a:p/>
        </p:txBody>
      </p:sp>
      <p:sp>
        <p:nvSpPr>
          <p:cNvPr id="425" name="Google Shape;425;p29"/>
          <p:cNvSpPr/>
          <p:nvPr/>
        </p:nvSpPr>
        <p:spPr>
          <a:xfrm flipH="1" rot="-5931354">
            <a:off x="4076462" y="4712277"/>
            <a:ext cx="2036376" cy="4807525"/>
          </a:xfrm>
          <a:prstGeom prst="chord">
            <a:avLst>
              <a:gd fmla="val 4994308" name="adj1"/>
              <a:gd fmla="val 15114049"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6" name="Google Shape;426;p29"/>
          <p:cNvSpPr/>
          <p:nvPr/>
        </p:nvSpPr>
        <p:spPr>
          <a:xfrm rot="5655502">
            <a:off x="4003682" y="4652654"/>
            <a:ext cx="1906964" cy="5511348"/>
          </a:xfrm>
          <a:prstGeom prst="chord">
            <a:avLst>
              <a:gd fmla="val 5592353" name="adj1"/>
              <a:gd fmla="val 15024063" name="adj2"/>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27" name="Google Shape;427;p29"/>
          <p:cNvSpPr txBox="1"/>
          <p:nvPr>
            <p:ph idx="8"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428" name="Google Shape;428;p29"/>
          <p:cNvSpPr txBox="1"/>
          <p:nvPr>
            <p:ph idx="1" type="body"/>
          </p:nvPr>
        </p:nvSpPr>
        <p:spPr>
          <a:xfrm>
            <a:off x="1326025" y="4820067"/>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29" name="Google Shape;429;p29"/>
          <p:cNvSpPr txBox="1"/>
          <p:nvPr>
            <p:ph idx="9" type="body"/>
          </p:nvPr>
        </p:nvSpPr>
        <p:spPr>
          <a:xfrm>
            <a:off x="3808863" y="4820067"/>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800"/>
              </a:spcBef>
              <a:spcAft>
                <a:spcPts val="0"/>
              </a:spcAft>
              <a:buClr>
                <a:schemeClr val="dk1"/>
              </a:buClr>
              <a:buSzPts val="1000"/>
              <a:buFont typeface="Sora"/>
              <a:buChar char="◆"/>
              <a:defRPr sz="1000">
                <a:solidFill>
                  <a:schemeClr val="dk1"/>
                </a:solidFill>
              </a:defRPr>
            </a:lvl2pPr>
            <a:lvl3pPr indent="-292100" lvl="2" marL="1371600">
              <a:spcBef>
                <a:spcPts val="800"/>
              </a:spcBef>
              <a:spcAft>
                <a:spcPts val="0"/>
              </a:spcAft>
              <a:buClr>
                <a:schemeClr val="dk1"/>
              </a:buClr>
              <a:buSzPts val="1000"/>
              <a:buFont typeface="Sora"/>
              <a:buChar char="●"/>
              <a:defRPr sz="1000">
                <a:solidFill>
                  <a:schemeClr val="dk1"/>
                </a:solidFill>
              </a:defRPr>
            </a:lvl3pPr>
            <a:lvl4pPr indent="-292100" lvl="3" marL="1828800">
              <a:spcBef>
                <a:spcPts val="800"/>
              </a:spcBef>
              <a:spcAft>
                <a:spcPts val="0"/>
              </a:spcAft>
              <a:buClr>
                <a:schemeClr val="dk1"/>
              </a:buClr>
              <a:buSzPts val="1000"/>
              <a:buFont typeface="Sora"/>
              <a:buChar char="○"/>
              <a:defRPr sz="1000">
                <a:solidFill>
                  <a:schemeClr val="dk1"/>
                </a:solidFill>
              </a:defRPr>
            </a:lvl4pPr>
            <a:lvl5pPr indent="-292100" lvl="4" marL="2286000">
              <a:spcBef>
                <a:spcPts val="800"/>
              </a:spcBef>
              <a:spcAft>
                <a:spcPts val="0"/>
              </a:spcAft>
              <a:buClr>
                <a:schemeClr val="dk1"/>
              </a:buClr>
              <a:buSzPts val="1000"/>
              <a:buFont typeface="Sora"/>
              <a:buChar char="◆"/>
              <a:defRPr sz="1000">
                <a:solidFill>
                  <a:schemeClr val="dk1"/>
                </a:solidFill>
              </a:defRPr>
            </a:lvl5pPr>
            <a:lvl6pPr indent="-292100" lvl="5" marL="2743200">
              <a:spcBef>
                <a:spcPts val="800"/>
              </a:spcBef>
              <a:spcAft>
                <a:spcPts val="0"/>
              </a:spcAft>
              <a:buClr>
                <a:schemeClr val="dk1"/>
              </a:buClr>
              <a:buSzPts val="1000"/>
              <a:buFont typeface="Sora"/>
              <a:buChar char="●"/>
              <a:defRPr sz="1000">
                <a:solidFill>
                  <a:schemeClr val="dk1"/>
                </a:solidFill>
              </a:defRPr>
            </a:lvl6pPr>
            <a:lvl7pPr indent="-292100" lvl="6" marL="3200400">
              <a:spcBef>
                <a:spcPts val="800"/>
              </a:spcBef>
              <a:spcAft>
                <a:spcPts val="0"/>
              </a:spcAft>
              <a:buClr>
                <a:schemeClr val="dk1"/>
              </a:buClr>
              <a:buSzPts val="1000"/>
              <a:buFont typeface="Sora"/>
              <a:buChar char="○"/>
              <a:defRPr sz="1000">
                <a:solidFill>
                  <a:schemeClr val="dk1"/>
                </a:solidFill>
              </a:defRPr>
            </a:lvl7pPr>
            <a:lvl8pPr indent="-292100" lvl="7" marL="3657600">
              <a:spcBef>
                <a:spcPts val="800"/>
              </a:spcBef>
              <a:spcAft>
                <a:spcPts val="0"/>
              </a:spcAft>
              <a:buClr>
                <a:schemeClr val="dk1"/>
              </a:buClr>
              <a:buSzPts val="1000"/>
              <a:buFont typeface="Sora"/>
              <a:buChar char="◆"/>
              <a:defRPr sz="1000">
                <a:solidFill>
                  <a:schemeClr val="dk1"/>
                </a:solidFill>
              </a:defRPr>
            </a:lvl8pPr>
            <a:lvl9pPr indent="-292100" lvl="8" marL="4114800">
              <a:spcBef>
                <a:spcPts val="800"/>
              </a:spcBef>
              <a:spcAft>
                <a:spcPts val="800"/>
              </a:spcAft>
              <a:buClr>
                <a:schemeClr val="dk1"/>
              </a:buClr>
              <a:buSzPts val="1000"/>
              <a:buFont typeface="Sora"/>
              <a:buChar char="●"/>
              <a:defRPr sz="1000">
                <a:solidFill>
                  <a:schemeClr val="dk1"/>
                </a:solidFill>
              </a:defRPr>
            </a:lvl9pPr>
          </a:lstStyle>
          <a:p/>
        </p:txBody>
      </p:sp>
      <p:sp>
        <p:nvSpPr>
          <p:cNvPr id="430" name="Google Shape;430;p29"/>
          <p:cNvSpPr txBox="1"/>
          <p:nvPr>
            <p:ph idx="13" type="body"/>
          </p:nvPr>
        </p:nvSpPr>
        <p:spPr>
          <a:xfrm>
            <a:off x="6291713" y="4820067"/>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31" name="Google Shape;431;p29"/>
          <p:cNvSpPr txBox="1"/>
          <p:nvPr>
            <p:ph idx="14" type="body"/>
          </p:nvPr>
        </p:nvSpPr>
        <p:spPr>
          <a:xfrm>
            <a:off x="1326025" y="3474933"/>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32" name="Google Shape;432;p29"/>
          <p:cNvSpPr txBox="1"/>
          <p:nvPr>
            <p:ph idx="15" type="body"/>
          </p:nvPr>
        </p:nvSpPr>
        <p:spPr>
          <a:xfrm>
            <a:off x="3808863" y="3474933"/>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33" name="Google Shape;433;p29"/>
          <p:cNvSpPr txBox="1"/>
          <p:nvPr>
            <p:ph idx="16" type="body"/>
          </p:nvPr>
        </p:nvSpPr>
        <p:spPr>
          <a:xfrm>
            <a:off x="6291713" y="3474933"/>
            <a:ext cx="2296500" cy="1333200"/>
          </a:xfrm>
          <a:prstGeom prst="rect">
            <a:avLst/>
          </a:prstGeom>
        </p:spPr>
        <p:txBody>
          <a:bodyPr anchorCtr="0" anchor="t" bIns="91425" lIns="91425" spcFirstLastPara="1" rIns="91425" wrap="square" tIns="91425">
            <a:normAutofit/>
          </a:bodyPr>
          <a:lstStyle>
            <a:lvl1pPr indent="-292100" lvl="0" marL="457200">
              <a:spcBef>
                <a:spcPts val="0"/>
              </a:spcBef>
              <a:spcAft>
                <a:spcPts val="0"/>
              </a:spcAft>
              <a:buClr>
                <a:schemeClr val="accent1"/>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34" name="Google Shape;434;p29"/>
          <p:cNvSpPr txBox="1"/>
          <p:nvPr>
            <p:ph idx="17" type="body"/>
          </p:nvPr>
        </p:nvSpPr>
        <p:spPr>
          <a:xfrm>
            <a:off x="1326025" y="2032300"/>
            <a:ext cx="2296500" cy="11100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accent3"/>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35" name="Google Shape;435;p29"/>
          <p:cNvSpPr txBox="1"/>
          <p:nvPr>
            <p:ph idx="18" type="body"/>
          </p:nvPr>
        </p:nvSpPr>
        <p:spPr>
          <a:xfrm>
            <a:off x="3808867" y="2032300"/>
            <a:ext cx="2296500" cy="11100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accent3"/>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36" name="Google Shape;436;p29"/>
          <p:cNvSpPr txBox="1"/>
          <p:nvPr>
            <p:ph idx="19" type="body"/>
          </p:nvPr>
        </p:nvSpPr>
        <p:spPr>
          <a:xfrm>
            <a:off x="6291721" y="2032300"/>
            <a:ext cx="2296500" cy="11100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Clr>
                <a:schemeClr val="accent3"/>
              </a:buClr>
              <a:buSzPts val="1000"/>
              <a:buFont typeface="Sora"/>
              <a:buChar char="➔"/>
              <a:defRPr sz="1000">
                <a:solidFill>
                  <a:schemeClr val="dk1"/>
                </a:solidFill>
              </a:defRPr>
            </a:lvl1pPr>
            <a:lvl2pPr indent="-292100" lvl="1" marL="914400">
              <a:spcBef>
                <a:spcPts val="0"/>
              </a:spcBef>
              <a:spcAft>
                <a:spcPts val="0"/>
              </a:spcAft>
              <a:buClr>
                <a:schemeClr val="dk1"/>
              </a:buClr>
              <a:buSzPts val="1000"/>
              <a:buFont typeface="Sora"/>
              <a:buChar char="◆"/>
              <a:defRPr sz="1000">
                <a:solidFill>
                  <a:schemeClr val="dk1"/>
                </a:solidFill>
              </a:defRPr>
            </a:lvl2pPr>
            <a:lvl3pPr indent="-292100" lvl="2" marL="1371600">
              <a:spcBef>
                <a:spcPts val="0"/>
              </a:spcBef>
              <a:spcAft>
                <a:spcPts val="0"/>
              </a:spcAft>
              <a:buClr>
                <a:schemeClr val="dk1"/>
              </a:buClr>
              <a:buSzPts val="1000"/>
              <a:buFont typeface="Sora"/>
              <a:buChar char="●"/>
              <a:defRPr sz="1000">
                <a:solidFill>
                  <a:schemeClr val="dk1"/>
                </a:solidFill>
              </a:defRPr>
            </a:lvl3pPr>
            <a:lvl4pPr indent="-292100" lvl="3" marL="1828800">
              <a:spcBef>
                <a:spcPts val="0"/>
              </a:spcBef>
              <a:spcAft>
                <a:spcPts val="0"/>
              </a:spcAft>
              <a:buClr>
                <a:schemeClr val="dk1"/>
              </a:buClr>
              <a:buSzPts val="1000"/>
              <a:buFont typeface="Sora"/>
              <a:buChar char="○"/>
              <a:defRPr sz="1000">
                <a:solidFill>
                  <a:schemeClr val="dk1"/>
                </a:solidFill>
              </a:defRPr>
            </a:lvl4pPr>
            <a:lvl5pPr indent="-292100" lvl="4" marL="2286000">
              <a:spcBef>
                <a:spcPts val="0"/>
              </a:spcBef>
              <a:spcAft>
                <a:spcPts val="0"/>
              </a:spcAft>
              <a:buClr>
                <a:schemeClr val="dk1"/>
              </a:buClr>
              <a:buSzPts val="1000"/>
              <a:buFont typeface="Sora"/>
              <a:buChar char="◆"/>
              <a:defRPr sz="1000">
                <a:solidFill>
                  <a:schemeClr val="dk1"/>
                </a:solidFill>
              </a:defRPr>
            </a:lvl5pPr>
            <a:lvl6pPr indent="-292100" lvl="5" marL="2743200">
              <a:spcBef>
                <a:spcPts val="0"/>
              </a:spcBef>
              <a:spcAft>
                <a:spcPts val="0"/>
              </a:spcAft>
              <a:buClr>
                <a:schemeClr val="dk1"/>
              </a:buClr>
              <a:buSzPts val="1000"/>
              <a:buFont typeface="Sora"/>
              <a:buChar char="●"/>
              <a:defRPr sz="1000">
                <a:solidFill>
                  <a:schemeClr val="dk1"/>
                </a:solidFill>
              </a:defRPr>
            </a:lvl6pPr>
            <a:lvl7pPr indent="-292100" lvl="6" marL="3200400">
              <a:spcBef>
                <a:spcPts val="0"/>
              </a:spcBef>
              <a:spcAft>
                <a:spcPts val="0"/>
              </a:spcAft>
              <a:buClr>
                <a:schemeClr val="dk1"/>
              </a:buClr>
              <a:buSzPts val="1000"/>
              <a:buFont typeface="Sora"/>
              <a:buChar char="○"/>
              <a:defRPr sz="1000">
                <a:solidFill>
                  <a:schemeClr val="dk1"/>
                </a:solidFill>
              </a:defRPr>
            </a:lvl7pPr>
            <a:lvl8pPr indent="-292100" lvl="7" marL="3657600">
              <a:spcBef>
                <a:spcPts val="0"/>
              </a:spcBef>
              <a:spcAft>
                <a:spcPts val="0"/>
              </a:spcAft>
              <a:buClr>
                <a:schemeClr val="dk1"/>
              </a:buClr>
              <a:buSzPts val="1000"/>
              <a:buFont typeface="Sora"/>
              <a:buChar char="◆"/>
              <a:defRPr sz="1000">
                <a:solidFill>
                  <a:schemeClr val="dk1"/>
                </a:solidFill>
              </a:defRPr>
            </a:lvl8pPr>
            <a:lvl9pPr indent="-292100" lvl="8" marL="4114800">
              <a:spcBef>
                <a:spcPts val="0"/>
              </a:spcBef>
              <a:spcAft>
                <a:spcPts val="0"/>
              </a:spcAft>
              <a:buClr>
                <a:schemeClr val="dk1"/>
              </a:buClr>
              <a:buSzPts val="1000"/>
              <a:buFont typeface="Sora"/>
              <a:buChar char="●"/>
              <a:defRPr sz="1000">
                <a:solidFill>
                  <a:schemeClr val="dk1"/>
                </a:solidFill>
              </a:defRPr>
            </a:lvl9pPr>
          </a:lstStyle>
          <a:p/>
        </p:txBody>
      </p:sp>
      <p:sp>
        <p:nvSpPr>
          <p:cNvPr id="437" name="Google Shape;437;p29"/>
          <p:cNvSpPr txBox="1"/>
          <p:nvPr>
            <p:ph idx="20"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and two bodies">
  <p:cSld name="BLANK_1_1_1_1_1_1_1_1_1_1_3_2">
    <p:bg>
      <p:bgPr>
        <a:solidFill>
          <a:schemeClr val="lt1"/>
        </a:solidFill>
      </p:bgPr>
    </p:bg>
    <p:spTree>
      <p:nvGrpSpPr>
        <p:cNvPr id="438" name="Shape 438"/>
        <p:cNvGrpSpPr/>
        <p:nvPr/>
      </p:nvGrpSpPr>
      <p:grpSpPr>
        <a:xfrm>
          <a:off x="0" y="0"/>
          <a:ext cx="0" cy="0"/>
          <a:chOff x="0" y="0"/>
          <a:chExt cx="0" cy="0"/>
        </a:xfrm>
      </p:grpSpPr>
      <p:sp>
        <p:nvSpPr>
          <p:cNvPr id="439" name="Google Shape;439;p30"/>
          <p:cNvSpPr/>
          <p:nvPr/>
        </p:nvSpPr>
        <p:spPr>
          <a:xfrm flipH="1" rot="-5400000">
            <a:off x="1067595" y="4225438"/>
            <a:ext cx="1565127" cy="3700317"/>
          </a:xfrm>
          <a:custGeom>
            <a:rect b="b" l="l" r="r" t="t"/>
            <a:pathLst>
              <a:path extrusionOk="0" fill="none" h="93762" w="39886">
                <a:moveTo>
                  <a:pt x="39886" y="0"/>
                </a:moveTo>
                <a:lnTo>
                  <a:pt x="7330" y="0"/>
                </a:lnTo>
                <a:lnTo>
                  <a:pt x="7330" y="0"/>
                </a:lnTo>
                <a:lnTo>
                  <a:pt x="6362" y="3051"/>
                </a:lnTo>
                <a:lnTo>
                  <a:pt x="5470" y="6176"/>
                </a:lnTo>
                <a:lnTo>
                  <a:pt x="4614" y="9413"/>
                </a:lnTo>
                <a:lnTo>
                  <a:pt x="3832" y="12725"/>
                </a:lnTo>
                <a:lnTo>
                  <a:pt x="3088" y="16148"/>
                </a:lnTo>
                <a:lnTo>
                  <a:pt x="2456" y="19608"/>
                </a:lnTo>
                <a:lnTo>
                  <a:pt x="1860" y="23143"/>
                </a:lnTo>
                <a:lnTo>
                  <a:pt x="1340" y="26715"/>
                </a:lnTo>
                <a:lnTo>
                  <a:pt x="1340" y="26715"/>
                </a:lnTo>
                <a:lnTo>
                  <a:pt x="930" y="29989"/>
                </a:lnTo>
                <a:lnTo>
                  <a:pt x="633" y="33263"/>
                </a:lnTo>
                <a:lnTo>
                  <a:pt x="372" y="36463"/>
                </a:lnTo>
                <a:lnTo>
                  <a:pt x="186" y="39625"/>
                </a:lnTo>
                <a:lnTo>
                  <a:pt x="37" y="42714"/>
                </a:lnTo>
                <a:lnTo>
                  <a:pt x="0" y="45802"/>
                </a:lnTo>
                <a:lnTo>
                  <a:pt x="0" y="48778"/>
                </a:lnTo>
                <a:lnTo>
                  <a:pt x="112" y="51755"/>
                </a:lnTo>
                <a:lnTo>
                  <a:pt x="223" y="54620"/>
                </a:lnTo>
                <a:lnTo>
                  <a:pt x="447" y="57448"/>
                </a:lnTo>
                <a:lnTo>
                  <a:pt x="707" y="60201"/>
                </a:lnTo>
                <a:lnTo>
                  <a:pt x="1042" y="62843"/>
                </a:lnTo>
                <a:lnTo>
                  <a:pt x="1414" y="65447"/>
                </a:lnTo>
                <a:lnTo>
                  <a:pt x="1860" y="67940"/>
                </a:lnTo>
                <a:lnTo>
                  <a:pt x="2381" y="70358"/>
                </a:lnTo>
                <a:lnTo>
                  <a:pt x="2939" y="72665"/>
                </a:lnTo>
                <a:lnTo>
                  <a:pt x="3535" y="74898"/>
                </a:lnTo>
                <a:lnTo>
                  <a:pt x="4204" y="77018"/>
                </a:lnTo>
                <a:lnTo>
                  <a:pt x="4949" y="79028"/>
                </a:lnTo>
                <a:lnTo>
                  <a:pt x="5321" y="79995"/>
                </a:lnTo>
                <a:lnTo>
                  <a:pt x="5693" y="80925"/>
                </a:lnTo>
                <a:lnTo>
                  <a:pt x="6102" y="81855"/>
                </a:lnTo>
                <a:lnTo>
                  <a:pt x="6549" y="82748"/>
                </a:lnTo>
                <a:lnTo>
                  <a:pt x="6958" y="83567"/>
                </a:lnTo>
                <a:lnTo>
                  <a:pt x="7404" y="84385"/>
                </a:lnTo>
                <a:lnTo>
                  <a:pt x="7851" y="85204"/>
                </a:lnTo>
                <a:lnTo>
                  <a:pt x="8334" y="85948"/>
                </a:lnTo>
                <a:lnTo>
                  <a:pt x="8818" y="86692"/>
                </a:lnTo>
                <a:lnTo>
                  <a:pt x="9302" y="87362"/>
                </a:lnTo>
                <a:lnTo>
                  <a:pt x="9786" y="88032"/>
                </a:lnTo>
                <a:lnTo>
                  <a:pt x="10306" y="88664"/>
                </a:lnTo>
                <a:lnTo>
                  <a:pt x="10827" y="89259"/>
                </a:lnTo>
                <a:lnTo>
                  <a:pt x="11385" y="89818"/>
                </a:lnTo>
                <a:lnTo>
                  <a:pt x="11906" y="90338"/>
                </a:lnTo>
                <a:lnTo>
                  <a:pt x="12464" y="90822"/>
                </a:lnTo>
                <a:lnTo>
                  <a:pt x="13060" y="91306"/>
                </a:lnTo>
                <a:lnTo>
                  <a:pt x="13618" y="91715"/>
                </a:lnTo>
                <a:lnTo>
                  <a:pt x="14213" y="92087"/>
                </a:lnTo>
                <a:lnTo>
                  <a:pt x="14808" y="92422"/>
                </a:lnTo>
                <a:lnTo>
                  <a:pt x="15404" y="92757"/>
                </a:lnTo>
                <a:lnTo>
                  <a:pt x="16036" y="93017"/>
                </a:lnTo>
                <a:lnTo>
                  <a:pt x="16669" y="93241"/>
                </a:lnTo>
                <a:lnTo>
                  <a:pt x="17301" y="93427"/>
                </a:lnTo>
                <a:lnTo>
                  <a:pt x="17971" y="93575"/>
                </a:lnTo>
                <a:lnTo>
                  <a:pt x="18604" y="93687"/>
                </a:lnTo>
                <a:lnTo>
                  <a:pt x="18604" y="93687"/>
                </a:lnTo>
                <a:lnTo>
                  <a:pt x="19311" y="93762"/>
                </a:lnTo>
                <a:lnTo>
                  <a:pt x="20017" y="93762"/>
                </a:lnTo>
                <a:lnTo>
                  <a:pt x="20017" y="93762"/>
                </a:lnTo>
                <a:lnTo>
                  <a:pt x="20650" y="93762"/>
                </a:lnTo>
                <a:lnTo>
                  <a:pt x="21320" y="93687"/>
                </a:lnTo>
                <a:lnTo>
                  <a:pt x="21952" y="93613"/>
                </a:lnTo>
                <a:lnTo>
                  <a:pt x="22622" y="93464"/>
                </a:lnTo>
                <a:lnTo>
                  <a:pt x="23254" y="93315"/>
                </a:lnTo>
                <a:lnTo>
                  <a:pt x="23924" y="93092"/>
                </a:lnTo>
                <a:lnTo>
                  <a:pt x="24557" y="92831"/>
                </a:lnTo>
                <a:lnTo>
                  <a:pt x="25189" y="92571"/>
                </a:lnTo>
                <a:lnTo>
                  <a:pt x="25859" y="92236"/>
                </a:lnTo>
                <a:lnTo>
                  <a:pt x="26491" y="91901"/>
                </a:lnTo>
                <a:lnTo>
                  <a:pt x="27124" y="91529"/>
                </a:lnTo>
                <a:lnTo>
                  <a:pt x="27794" y="91083"/>
                </a:lnTo>
                <a:lnTo>
                  <a:pt x="28426" y="90636"/>
                </a:lnTo>
                <a:lnTo>
                  <a:pt x="29059" y="90152"/>
                </a:lnTo>
                <a:lnTo>
                  <a:pt x="29691" y="89632"/>
                </a:lnTo>
                <a:lnTo>
                  <a:pt x="30324" y="89073"/>
                </a:lnTo>
                <a:lnTo>
                  <a:pt x="30956" y="88515"/>
                </a:lnTo>
                <a:lnTo>
                  <a:pt x="31589" y="87883"/>
                </a:lnTo>
                <a:lnTo>
                  <a:pt x="32221" y="87250"/>
                </a:lnTo>
                <a:lnTo>
                  <a:pt x="32817" y="86581"/>
                </a:lnTo>
                <a:lnTo>
                  <a:pt x="33449" y="85874"/>
                </a:lnTo>
                <a:lnTo>
                  <a:pt x="34045" y="85129"/>
                </a:lnTo>
                <a:lnTo>
                  <a:pt x="35272" y="83567"/>
                </a:lnTo>
                <a:lnTo>
                  <a:pt x="36463" y="81892"/>
                </a:lnTo>
                <a:lnTo>
                  <a:pt x="37616" y="80107"/>
                </a:lnTo>
                <a:lnTo>
                  <a:pt x="38770" y="78209"/>
                </a:lnTo>
                <a:lnTo>
                  <a:pt x="39886" y="76200"/>
                </a:lnTo>
                <a:lnTo>
                  <a:pt x="39886" y="0"/>
                </a:lnTo>
                <a:lnTo>
                  <a:pt x="39886" y="0"/>
                </a:lnTo>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440" name="Google Shape;440;p30"/>
          <p:cNvSpPr/>
          <p:nvPr/>
        </p:nvSpPr>
        <p:spPr>
          <a:xfrm flipH="1">
            <a:off x="228605" y="4828415"/>
            <a:ext cx="3534079" cy="2029548"/>
          </a:xfrm>
          <a:custGeom>
            <a:rect b="b" l="l" r="r" t="t"/>
            <a:pathLst>
              <a:path extrusionOk="0" h="47273" w="109754">
                <a:moveTo>
                  <a:pt x="93188" y="0"/>
                </a:moveTo>
                <a:lnTo>
                  <a:pt x="91918" y="29"/>
                </a:lnTo>
                <a:lnTo>
                  <a:pt x="90619" y="87"/>
                </a:lnTo>
                <a:lnTo>
                  <a:pt x="89292" y="144"/>
                </a:lnTo>
                <a:lnTo>
                  <a:pt x="87906" y="260"/>
                </a:lnTo>
                <a:lnTo>
                  <a:pt x="86521" y="404"/>
                </a:lnTo>
                <a:lnTo>
                  <a:pt x="85107" y="606"/>
                </a:lnTo>
                <a:lnTo>
                  <a:pt x="83664" y="808"/>
                </a:lnTo>
                <a:lnTo>
                  <a:pt x="82163" y="1039"/>
                </a:lnTo>
                <a:lnTo>
                  <a:pt x="80663" y="1328"/>
                </a:lnTo>
                <a:lnTo>
                  <a:pt x="79162" y="1616"/>
                </a:lnTo>
                <a:lnTo>
                  <a:pt x="77604" y="1963"/>
                </a:lnTo>
                <a:lnTo>
                  <a:pt x="76045" y="2309"/>
                </a:lnTo>
                <a:lnTo>
                  <a:pt x="74458" y="2713"/>
                </a:lnTo>
                <a:lnTo>
                  <a:pt x="72842" y="3146"/>
                </a:lnTo>
                <a:lnTo>
                  <a:pt x="71226" y="3579"/>
                </a:lnTo>
                <a:lnTo>
                  <a:pt x="69581" y="4069"/>
                </a:lnTo>
                <a:lnTo>
                  <a:pt x="67907" y="4560"/>
                </a:lnTo>
                <a:lnTo>
                  <a:pt x="66233" y="5108"/>
                </a:lnTo>
                <a:lnTo>
                  <a:pt x="64559" y="5657"/>
                </a:lnTo>
                <a:lnTo>
                  <a:pt x="62856" y="6263"/>
                </a:lnTo>
                <a:lnTo>
                  <a:pt x="61154" y="6869"/>
                </a:lnTo>
                <a:lnTo>
                  <a:pt x="59422" y="7504"/>
                </a:lnTo>
                <a:lnTo>
                  <a:pt x="57690" y="8167"/>
                </a:lnTo>
                <a:lnTo>
                  <a:pt x="55959" y="8860"/>
                </a:lnTo>
                <a:lnTo>
                  <a:pt x="54227" y="9582"/>
                </a:lnTo>
                <a:lnTo>
                  <a:pt x="52467" y="10332"/>
                </a:lnTo>
                <a:lnTo>
                  <a:pt x="50735" y="11082"/>
                </a:lnTo>
                <a:lnTo>
                  <a:pt x="48975" y="11890"/>
                </a:lnTo>
                <a:lnTo>
                  <a:pt x="47214" y="12698"/>
                </a:lnTo>
                <a:lnTo>
                  <a:pt x="45454" y="13535"/>
                </a:lnTo>
                <a:lnTo>
                  <a:pt x="43694" y="14401"/>
                </a:lnTo>
                <a:lnTo>
                  <a:pt x="41933" y="15296"/>
                </a:lnTo>
                <a:lnTo>
                  <a:pt x="40230" y="16190"/>
                </a:lnTo>
                <a:lnTo>
                  <a:pt x="38528" y="17085"/>
                </a:lnTo>
                <a:lnTo>
                  <a:pt x="36825" y="18009"/>
                </a:lnTo>
                <a:lnTo>
                  <a:pt x="35122" y="18961"/>
                </a:lnTo>
                <a:lnTo>
                  <a:pt x="33477" y="19913"/>
                </a:lnTo>
                <a:lnTo>
                  <a:pt x="31832" y="20895"/>
                </a:lnTo>
                <a:lnTo>
                  <a:pt x="30187" y="21876"/>
                </a:lnTo>
                <a:lnTo>
                  <a:pt x="28600" y="22857"/>
                </a:lnTo>
                <a:lnTo>
                  <a:pt x="27013" y="23867"/>
                </a:lnTo>
                <a:lnTo>
                  <a:pt x="25454" y="24877"/>
                </a:lnTo>
                <a:lnTo>
                  <a:pt x="23925" y="25887"/>
                </a:lnTo>
                <a:lnTo>
                  <a:pt x="22395" y="26926"/>
                </a:lnTo>
                <a:lnTo>
                  <a:pt x="20923" y="27965"/>
                </a:lnTo>
                <a:lnTo>
                  <a:pt x="19480" y="29004"/>
                </a:lnTo>
                <a:lnTo>
                  <a:pt x="18037" y="30072"/>
                </a:lnTo>
                <a:lnTo>
                  <a:pt x="16652" y="31111"/>
                </a:lnTo>
                <a:lnTo>
                  <a:pt x="15354" y="32150"/>
                </a:lnTo>
                <a:lnTo>
                  <a:pt x="14084" y="33160"/>
                </a:lnTo>
                <a:lnTo>
                  <a:pt x="12843" y="34199"/>
                </a:lnTo>
                <a:lnTo>
                  <a:pt x="11631" y="35209"/>
                </a:lnTo>
                <a:lnTo>
                  <a:pt x="10447" y="36248"/>
                </a:lnTo>
                <a:lnTo>
                  <a:pt x="9293" y="37258"/>
                </a:lnTo>
                <a:lnTo>
                  <a:pt x="8196" y="38297"/>
                </a:lnTo>
                <a:lnTo>
                  <a:pt x="7129" y="39307"/>
                </a:lnTo>
                <a:lnTo>
                  <a:pt x="6090" y="40317"/>
                </a:lnTo>
                <a:lnTo>
                  <a:pt x="5108" y="41327"/>
                </a:lnTo>
                <a:lnTo>
                  <a:pt x="4156" y="42337"/>
                </a:lnTo>
                <a:lnTo>
                  <a:pt x="3233" y="43347"/>
                </a:lnTo>
                <a:lnTo>
                  <a:pt x="2367" y="44357"/>
                </a:lnTo>
                <a:lnTo>
                  <a:pt x="1530" y="45339"/>
                </a:lnTo>
                <a:lnTo>
                  <a:pt x="751" y="46320"/>
                </a:lnTo>
                <a:lnTo>
                  <a:pt x="0" y="47272"/>
                </a:lnTo>
                <a:lnTo>
                  <a:pt x="76016" y="47272"/>
                </a:lnTo>
                <a:lnTo>
                  <a:pt x="78152" y="45916"/>
                </a:lnTo>
                <a:lnTo>
                  <a:pt x="80230" y="44531"/>
                </a:lnTo>
                <a:lnTo>
                  <a:pt x="82250" y="43145"/>
                </a:lnTo>
                <a:lnTo>
                  <a:pt x="84241" y="41731"/>
                </a:lnTo>
                <a:lnTo>
                  <a:pt x="86146" y="40317"/>
                </a:lnTo>
                <a:lnTo>
                  <a:pt x="88022" y="38903"/>
                </a:lnTo>
                <a:lnTo>
                  <a:pt x="89840" y="37460"/>
                </a:lnTo>
                <a:lnTo>
                  <a:pt x="91572" y="36046"/>
                </a:lnTo>
                <a:lnTo>
                  <a:pt x="93245" y="34603"/>
                </a:lnTo>
                <a:lnTo>
                  <a:pt x="94862" y="33160"/>
                </a:lnTo>
                <a:lnTo>
                  <a:pt x="96420" y="31717"/>
                </a:lnTo>
                <a:lnTo>
                  <a:pt x="97892" y="30303"/>
                </a:lnTo>
                <a:lnTo>
                  <a:pt x="99277" y="28860"/>
                </a:lnTo>
                <a:lnTo>
                  <a:pt x="100605" y="27446"/>
                </a:lnTo>
                <a:lnTo>
                  <a:pt x="101846" y="26060"/>
                </a:lnTo>
                <a:lnTo>
                  <a:pt x="103000" y="24646"/>
                </a:lnTo>
                <a:lnTo>
                  <a:pt x="104068" y="23290"/>
                </a:lnTo>
                <a:lnTo>
                  <a:pt x="105049" y="21934"/>
                </a:lnTo>
                <a:lnTo>
                  <a:pt x="105944" y="20606"/>
                </a:lnTo>
                <a:lnTo>
                  <a:pt x="106752" y="19307"/>
                </a:lnTo>
                <a:lnTo>
                  <a:pt x="107444" y="18037"/>
                </a:lnTo>
                <a:lnTo>
                  <a:pt x="107791" y="17431"/>
                </a:lnTo>
                <a:lnTo>
                  <a:pt x="108079" y="16796"/>
                </a:lnTo>
                <a:lnTo>
                  <a:pt x="108339" y="16190"/>
                </a:lnTo>
                <a:lnTo>
                  <a:pt x="108599" y="15584"/>
                </a:lnTo>
                <a:lnTo>
                  <a:pt x="108830" y="15007"/>
                </a:lnTo>
                <a:lnTo>
                  <a:pt x="109032" y="14401"/>
                </a:lnTo>
                <a:lnTo>
                  <a:pt x="109205" y="13824"/>
                </a:lnTo>
                <a:lnTo>
                  <a:pt x="109349" y="13218"/>
                </a:lnTo>
                <a:lnTo>
                  <a:pt x="109493" y="12670"/>
                </a:lnTo>
                <a:lnTo>
                  <a:pt x="109609" y="12092"/>
                </a:lnTo>
                <a:lnTo>
                  <a:pt x="109667" y="11544"/>
                </a:lnTo>
                <a:lnTo>
                  <a:pt x="109724" y="10996"/>
                </a:lnTo>
                <a:lnTo>
                  <a:pt x="109753" y="10447"/>
                </a:lnTo>
                <a:lnTo>
                  <a:pt x="109753" y="9928"/>
                </a:lnTo>
                <a:lnTo>
                  <a:pt x="109753" y="9437"/>
                </a:lnTo>
                <a:lnTo>
                  <a:pt x="109695" y="8918"/>
                </a:lnTo>
                <a:lnTo>
                  <a:pt x="109609" y="8427"/>
                </a:lnTo>
                <a:lnTo>
                  <a:pt x="109522" y="7965"/>
                </a:lnTo>
                <a:lnTo>
                  <a:pt x="109378" y="7504"/>
                </a:lnTo>
                <a:lnTo>
                  <a:pt x="109234" y="7042"/>
                </a:lnTo>
                <a:lnTo>
                  <a:pt x="109060" y="6609"/>
                </a:lnTo>
                <a:lnTo>
                  <a:pt x="108858" y="6176"/>
                </a:lnTo>
                <a:lnTo>
                  <a:pt x="108656" y="5801"/>
                </a:lnTo>
                <a:lnTo>
                  <a:pt x="108426" y="5426"/>
                </a:lnTo>
                <a:lnTo>
                  <a:pt x="108195" y="5079"/>
                </a:lnTo>
                <a:lnTo>
                  <a:pt x="107935" y="4733"/>
                </a:lnTo>
                <a:lnTo>
                  <a:pt x="107646" y="4416"/>
                </a:lnTo>
                <a:lnTo>
                  <a:pt x="107358" y="4098"/>
                </a:lnTo>
                <a:lnTo>
                  <a:pt x="107011" y="3810"/>
                </a:lnTo>
                <a:lnTo>
                  <a:pt x="106694" y="3492"/>
                </a:lnTo>
                <a:lnTo>
                  <a:pt x="106319" y="3232"/>
                </a:lnTo>
                <a:lnTo>
                  <a:pt x="105944" y="2944"/>
                </a:lnTo>
                <a:lnTo>
                  <a:pt x="105568" y="2684"/>
                </a:lnTo>
                <a:lnTo>
                  <a:pt x="105164" y="2453"/>
                </a:lnTo>
                <a:lnTo>
                  <a:pt x="104732" y="2222"/>
                </a:lnTo>
                <a:lnTo>
                  <a:pt x="104270" y="1991"/>
                </a:lnTo>
                <a:lnTo>
                  <a:pt x="103808" y="1789"/>
                </a:lnTo>
                <a:lnTo>
                  <a:pt x="103317" y="1587"/>
                </a:lnTo>
                <a:lnTo>
                  <a:pt x="102307" y="1212"/>
                </a:lnTo>
                <a:lnTo>
                  <a:pt x="101211" y="895"/>
                </a:lnTo>
                <a:lnTo>
                  <a:pt x="100027" y="635"/>
                </a:lnTo>
                <a:lnTo>
                  <a:pt x="98815" y="404"/>
                </a:lnTo>
                <a:lnTo>
                  <a:pt x="97517" y="231"/>
                </a:lnTo>
                <a:lnTo>
                  <a:pt x="96131" y="116"/>
                </a:lnTo>
                <a:lnTo>
                  <a:pt x="94688" y="29"/>
                </a:lnTo>
                <a:lnTo>
                  <a:pt x="93188" y="0"/>
                </a:lnTo>
                <a:close/>
              </a:path>
            </a:pathLst>
          </a:cu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441" name="Google Shape;441;p30"/>
          <p:cNvSpPr/>
          <p:nvPr/>
        </p:nvSpPr>
        <p:spPr>
          <a:xfrm flipH="1">
            <a:off x="234700" y="2180733"/>
            <a:ext cx="332100" cy="25200"/>
          </a:xfrm>
          <a:prstGeom prst="rect">
            <a:avLst/>
          </a:prstGeom>
          <a:gradFill>
            <a:gsLst>
              <a:gs pos="0">
                <a:schemeClr val="accent2"/>
              </a:gs>
              <a:gs pos="21000">
                <a:schemeClr val="lt2"/>
              </a:gs>
              <a:gs pos="49000">
                <a:schemeClr val="accent1"/>
              </a:gs>
              <a:gs pos="75000">
                <a:schemeClr val="accent3"/>
              </a:gs>
              <a:gs pos="100000">
                <a:schemeClr val="accent4"/>
              </a:gs>
            </a:gsLst>
            <a:lin ang="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442" name="Google Shape;442;p30"/>
          <p:cNvGrpSpPr/>
          <p:nvPr/>
        </p:nvGrpSpPr>
        <p:grpSpPr>
          <a:xfrm flipH="1">
            <a:off x="7293000" y="-129"/>
            <a:ext cx="1851000" cy="1633726"/>
            <a:chOff x="461225" y="3875100"/>
            <a:chExt cx="1851000" cy="1225325"/>
          </a:xfrm>
        </p:grpSpPr>
        <p:grpSp>
          <p:nvGrpSpPr>
            <p:cNvPr id="443" name="Google Shape;443;p30"/>
            <p:cNvGrpSpPr/>
            <p:nvPr/>
          </p:nvGrpSpPr>
          <p:grpSpPr>
            <a:xfrm>
              <a:off x="461225" y="3875100"/>
              <a:ext cx="1851000" cy="114600"/>
              <a:chOff x="461225" y="3504775"/>
              <a:chExt cx="1851000" cy="114600"/>
            </a:xfrm>
          </p:grpSpPr>
          <p:sp>
            <p:nvSpPr>
              <p:cNvPr id="444" name="Google Shape;444;p30"/>
              <p:cNvSpPr/>
              <p:nvPr/>
            </p:nvSpPr>
            <p:spPr>
              <a:xfrm>
                <a:off x="4612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45" name="Google Shape;445;p30"/>
              <p:cNvSpPr/>
              <p:nvPr/>
            </p:nvSpPr>
            <p:spPr>
              <a:xfrm>
                <a:off x="8314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46" name="Google Shape;446;p30"/>
              <p:cNvSpPr/>
              <p:nvPr/>
            </p:nvSpPr>
            <p:spPr>
              <a:xfrm>
                <a:off x="12016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47" name="Google Shape;447;p30"/>
              <p:cNvSpPr/>
              <p:nvPr/>
            </p:nvSpPr>
            <p:spPr>
              <a:xfrm>
                <a:off x="15718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48" name="Google Shape;448;p30"/>
              <p:cNvSpPr/>
              <p:nvPr/>
            </p:nvSpPr>
            <p:spPr>
              <a:xfrm>
                <a:off x="1942025" y="3504775"/>
                <a:ext cx="370200" cy="1146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449" name="Google Shape;449;p30"/>
            <p:cNvGrpSpPr/>
            <p:nvPr/>
          </p:nvGrpSpPr>
          <p:grpSpPr>
            <a:xfrm>
              <a:off x="461225" y="3989700"/>
              <a:ext cx="1480800" cy="1110725"/>
              <a:chOff x="461225" y="3249175"/>
              <a:chExt cx="1480800" cy="1110725"/>
            </a:xfrm>
          </p:grpSpPr>
          <p:sp>
            <p:nvSpPr>
              <p:cNvPr id="450" name="Google Shape;450;p30"/>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51" name="Google Shape;451;p3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52" name="Google Shape;452;p3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53" name="Google Shape;453;p30"/>
              <p:cNvSpPr/>
              <p:nvPr/>
            </p:nvSpPr>
            <p:spPr>
              <a:xfrm>
                <a:off x="1201625" y="39897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454" name="Google Shape;454;p30"/>
            <p:cNvGrpSpPr/>
            <p:nvPr/>
          </p:nvGrpSpPr>
          <p:grpSpPr>
            <a:xfrm>
              <a:off x="831425" y="4360025"/>
              <a:ext cx="1480800" cy="370200"/>
              <a:chOff x="831425" y="3249175"/>
              <a:chExt cx="1480800" cy="370200"/>
            </a:xfrm>
          </p:grpSpPr>
          <p:sp>
            <p:nvSpPr>
              <p:cNvPr id="455" name="Google Shape;455;p3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56" name="Google Shape;456;p3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57" name="Google Shape;457;p3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458" name="Google Shape;458;p30"/>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459" name="Google Shape;459;p30"/>
          <p:cNvSpPr txBox="1"/>
          <p:nvPr>
            <p:ph type="title"/>
          </p:nvPr>
        </p:nvSpPr>
        <p:spPr>
          <a:xfrm>
            <a:off x="3822450" y="1717167"/>
            <a:ext cx="4295400" cy="369600"/>
          </a:xfrm>
          <a:prstGeom prst="rect">
            <a:avLst/>
          </a:prstGeom>
        </p:spPr>
        <p:txBody>
          <a:bodyPr anchorCtr="0" anchor="t" bIns="91425" lIns="0" spcFirstLastPara="1" rIns="0" wrap="square" tIns="91425">
            <a:noAutofit/>
          </a:bodyPr>
          <a:lstStyle>
            <a:lvl1pPr lvl="0">
              <a:spcBef>
                <a:spcPts val="0"/>
              </a:spcBef>
              <a:spcAft>
                <a:spcPts val="0"/>
              </a:spcAft>
              <a:buClr>
                <a:schemeClr val="dk2"/>
              </a:buClr>
              <a:buSzPts val="1200"/>
              <a:buFont typeface="Sora Medium"/>
              <a:buNone/>
              <a:defRPr sz="1200">
                <a:solidFill>
                  <a:schemeClr val="dk2"/>
                </a:solidFill>
                <a:latin typeface="Sora Medium"/>
                <a:ea typeface="Sora Medium"/>
                <a:cs typeface="Sora Medium"/>
                <a:sym typeface="Sora Medium"/>
              </a:defRPr>
            </a:lvl1pPr>
            <a:lvl2pPr lvl="1">
              <a:spcBef>
                <a:spcPts val="0"/>
              </a:spcBef>
              <a:spcAft>
                <a:spcPts val="0"/>
              </a:spcAft>
              <a:buClr>
                <a:schemeClr val="dk2"/>
              </a:buClr>
              <a:buSzPts val="1200"/>
              <a:buFont typeface="Sora"/>
              <a:buNone/>
              <a:defRPr sz="1200">
                <a:solidFill>
                  <a:schemeClr val="dk2"/>
                </a:solidFill>
                <a:latin typeface="Sora"/>
                <a:ea typeface="Sora"/>
                <a:cs typeface="Sora"/>
                <a:sym typeface="Sora"/>
              </a:defRPr>
            </a:lvl2pPr>
            <a:lvl3pPr lvl="2">
              <a:spcBef>
                <a:spcPts val="0"/>
              </a:spcBef>
              <a:spcAft>
                <a:spcPts val="0"/>
              </a:spcAft>
              <a:buClr>
                <a:schemeClr val="dk2"/>
              </a:buClr>
              <a:buSzPts val="1200"/>
              <a:buFont typeface="Sora"/>
              <a:buNone/>
              <a:defRPr sz="1200">
                <a:solidFill>
                  <a:schemeClr val="dk2"/>
                </a:solidFill>
                <a:latin typeface="Sora"/>
                <a:ea typeface="Sora"/>
                <a:cs typeface="Sora"/>
                <a:sym typeface="Sora"/>
              </a:defRPr>
            </a:lvl3pPr>
            <a:lvl4pPr lvl="3">
              <a:spcBef>
                <a:spcPts val="0"/>
              </a:spcBef>
              <a:spcAft>
                <a:spcPts val="0"/>
              </a:spcAft>
              <a:buClr>
                <a:schemeClr val="dk2"/>
              </a:buClr>
              <a:buSzPts val="1200"/>
              <a:buFont typeface="Sora"/>
              <a:buNone/>
              <a:defRPr sz="1200">
                <a:solidFill>
                  <a:schemeClr val="dk2"/>
                </a:solidFill>
                <a:latin typeface="Sora"/>
                <a:ea typeface="Sora"/>
                <a:cs typeface="Sora"/>
                <a:sym typeface="Sora"/>
              </a:defRPr>
            </a:lvl4pPr>
            <a:lvl5pPr lvl="4">
              <a:spcBef>
                <a:spcPts val="0"/>
              </a:spcBef>
              <a:spcAft>
                <a:spcPts val="0"/>
              </a:spcAft>
              <a:buClr>
                <a:schemeClr val="dk2"/>
              </a:buClr>
              <a:buSzPts val="1200"/>
              <a:buFont typeface="Sora"/>
              <a:buNone/>
              <a:defRPr sz="1200">
                <a:solidFill>
                  <a:schemeClr val="dk2"/>
                </a:solidFill>
                <a:latin typeface="Sora"/>
                <a:ea typeface="Sora"/>
                <a:cs typeface="Sora"/>
                <a:sym typeface="Sora"/>
              </a:defRPr>
            </a:lvl5pPr>
            <a:lvl6pPr lvl="5">
              <a:spcBef>
                <a:spcPts val="0"/>
              </a:spcBef>
              <a:spcAft>
                <a:spcPts val="0"/>
              </a:spcAft>
              <a:buClr>
                <a:schemeClr val="dk2"/>
              </a:buClr>
              <a:buSzPts val="1200"/>
              <a:buFont typeface="Sora"/>
              <a:buNone/>
              <a:defRPr sz="1200">
                <a:solidFill>
                  <a:schemeClr val="dk2"/>
                </a:solidFill>
                <a:latin typeface="Sora"/>
                <a:ea typeface="Sora"/>
                <a:cs typeface="Sora"/>
                <a:sym typeface="Sora"/>
              </a:defRPr>
            </a:lvl6pPr>
            <a:lvl7pPr lvl="6">
              <a:spcBef>
                <a:spcPts val="0"/>
              </a:spcBef>
              <a:spcAft>
                <a:spcPts val="0"/>
              </a:spcAft>
              <a:buClr>
                <a:schemeClr val="dk2"/>
              </a:buClr>
              <a:buSzPts val="1200"/>
              <a:buFont typeface="Sora"/>
              <a:buNone/>
              <a:defRPr sz="1200">
                <a:solidFill>
                  <a:schemeClr val="dk2"/>
                </a:solidFill>
                <a:latin typeface="Sora"/>
                <a:ea typeface="Sora"/>
                <a:cs typeface="Sora"/>
                <a:sym typeface="Sora"/>
              </a:defRPr>
            </a:lvl7pPr>
            <a:lvl8pPr lvl="7">
              <a:spcBef>
                <a:spcPts val="0"/>
              </a:spcBef>
              <a:spcAft>
                <a:spcPts val="0"/>
              </a:spcAft>
              <a:buClr>
                <a:schemeClr val="dk2"/>
              </a:buClr>
              <a:buSzPts val="1200"/>
              <a:buFont typeface="Sora"/>
              <a:buNone/>
              <a:defRPr sz="1200">
                <a:solidFill>
                  <a:schemeClr val="dk2"/>
                </a:solidFill>
                <a:latin typeface="Sora"/>
                <a:ea typeface="Sora"/>
                <a:cs typeface="Sora"/>
                <a:sym typeface="Sora"/>
              </a:defRPr>
            </a:lvl8pPr>
            <a:lvl9pPr lvl="8">
              <a:spcBef>
                <a:spcPts val="0"/>
              </a:spcBef>
              <a:spcAft>
                <a:spcPts val="0"/>
              </a:spcAft>
              <a:buClr>
                <a:schemeClr val="dk2"/>
              </a:buClr>
              <a:buSzPts val="1200"/>
              <a:buFont typeface="Sora"/>
              <a:buNone/>
              <a:defRPr sz="1200">
                <a:solidFill>
                  <a:schemeClr val="dk2"/>
                </a:solidFill>
                <a:latin typeface="Sora"/>
                <a:ea typeface="Sora"/>
                <a:cs typeface="Sora"/>
                <a:sym typeface="Sora"/>
              </a:defRPr>
            </a:lvl9pPr>
          </a:lstStyle>
          <a:p/>
        </p:txBody>
      </p:sp>
      <p:sp>
        <p:nvSpPr>
          <p:cNvPr id="460" name="Google Shape;460;p30"/>
          <p:cNvSpPr txBox="1"/>
          <p:nvPr>
            <p:ph idx="2" type="title"/>
          </p:nvPr>
        </p:nvSpPr>
        <p:spPr>
          <a:xfrm>
            <a:off x="85725" y="1717167"/>
            <a:ext cx="3347400" cy="3696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Sora Medium"/>
              <a:buNone/>
              <a:defRPr sz="1200">
                <a:solidFill>
                  <a:schemeClr val="dk2"/>
                </a:solidFill>
                <a:latin typeface="Sora Medium"/>
                <a:ea typeface="Sora Medium"/>
                <a:cs typeface="Sora Medium"/>
                <a:sym typeface="Sora Medium"/>
              </a:defRPr>
            </a:lvl1pPr>
            <a:lvl2pPr lvl="1">
              <a:spcBef>
                <a:spcPts val="0"/>
              </a:spcBef>
              <a:spcAft>
                <a:spcPts val="0"/>
              </a:spcAft>
              <a:buClr>
                <a:schemeClr val="dk2"/>
              </a:buClr>
              <a:buSzPts val="1200"/>
              <a:buFont typeface="Sora"/>
              <a:buNone/>
              <a:defRPr sz="1200">
                <a:solidFill>
                  <a:schemeClr val="dk2"/>
                </a:solidFill>
                <a:latin typeface="Sora"/>
                <a:ea typeface="Sora"/>
                <a:cs typeface="Sora"/>
                <a:sym typeface="Sora"/>
              </a:defRPr>
            </a:lvl2pPr>
            <a:lvl3pPr lvl="2">
              <a:spcBef>
                <a:spcPts val="0"/>
              </a:spcBef>
              <a:spcAft>
                <a:spcPts val="0"/>
              </a:spcAft>
              <a:buClr>
                <a:schemeClr val="dk2"/>
              </a:buClr>
              <a:buSzPts val="1200"/>
              <a:buFont typeface="Sora"/>
              <a:buNone/>
              <a:defRPr sz="1200">
                <a:solidFill>
                  <a:schemeClr val="dk2"/>
                </a:solidFill>
                <a:latin typeface="Sora"/>
                <a:ea typeface="Sora"/>
                <a:cs typeface="Sora"/>
                <a:sym typeface="Sora"/>
              </a:defRPr>
            </a:lvl3pPr>
            <a:lvl4pPr lvl="3">
              <a:spcBef>
                <a:spcPts val="0"/>
              </a:spcBef>
              <a:spcAft>
                <a:spcPts val="0"/>
              </a:spcAft>
              <a:buClr>
                <a:schemeClr val="dk2"/>
              </a:buClr>
              <a:buSzPts val="1200"/>
              <a:buFont typeface="Sora"/>
              <a:buNone/>
              <a:defRPr sz="1200">
                <a:solidFill>
                  <a:schemeClr val="dk2"/>
                </a:solidFill>
                <a:latin typeface="Sora"/>
                <a:ea typeface="Sora"/>
                <a:cs typeface="Sora"/>
                <a:sym typeface="Sora"/>
              </a:defRPr>
            </a:lvl4pPr>
            <a:lvl5pPr lvl="4">
              <a:spcBef>
                <a:spcPts val="0"/>
              </a:spcBef>
              <a:spcAft>
                <a:spcPts val="0"/>
              </a:spcAft>
              <a:buClr>
                <a:schemeClr val="dk2"/>
              </a:buClr>
              <a:buSzPts val="1200"/>
              <a:buFont typeface="Sora"/>
              <a:buNone/>
              <a:defRPr sz="1200">
                <a:solidFill>
                  <a:schemeClr val="dk2"/>
                </a:solidFill>
                <a:latin typeface="Sora"/>
                <a:ea typeface="Sora"/>
                <a:cs typeface="Sora"/>
                <a:sym typeface="Sora"/>
              </a:defRPr>
            </a:lvl5pPr>
            <a:lvl6pPr lvl="5">
              <a:spcBef>
                <a:spcPts val="0"/>
              </a:spcBef>
              <a:spcAft>
                <a:spcPts val="0"/>
              </a:spcAft>
              <a:buClr>
                <a:schemeClr val="dk2"/>
              </a:buClr>
              <a:buSzPts val="1200"/>
              <a:buFont typeface="Sora"/>
              <a:buNone/>
              <a:defRPr sz="1200">
                <a:solidFill>
                  <a:schemeClr val="dk2"/>
                </a:solidFill>
                <a:latin typeface="Sora"/>
                <a:ea typeface="Sora"/>
                <a:cs typeface="Sora"/>
                <a:sym typeface="Sora"/>
              </a:defRPr>
            </a:lvl6pPr>
            <a:lvl7pPr lvl="6">
              <a:spcBef>
                <a:spcPts val="0"/>
              </a:spcBef>
              <a:spcAft>
                <a:spcPts val="0"/>
              </a:spcAft>
              <a:buClr>
                <a:schemeClr val="dk2"/>
              </a:buClr>
              <a:buSzPts val="1200"/>
              <a:buFont typeface="Sora"/>
              <a:buNone/>
              <a:defRPr sz="1200">
                <a:solidFill>
                  <a:schemeClr val="dk2"/>
                </a:solidFill>
                <a:latin typeface="Sora"/>
                <a:ea typeface="Sora"/>
                <a:cs typeface="Sora"/>
                <a:sym typeface="Sora"/>
              </a:defRPr>
            </a:lvl7pPr>
            <a:lvl8pPr lvl="7">
              <a:spcBef>
                <a:spcPts val="0"/>
              </a:spcBef>
              <a:spcAft>
                <a:spcPts val="0"/>
              </a:spcAft>
              <a:buClr>
                <a:schemeClr val="dk2"/>
              </a:buClr>
              <a:buSzPts val="1200"/>
              <a:buFont typeface="Sora"/>
              <a:buNone/>
              <a:defRPr sz="1200">
                <a:solidFill>
                  <a:schemeClr val="dk2"/>
                </a:solidFill>
                <a:latin typeface="Sora"/>
                <a:ea typeface="Sora"/>
                <a:cs typeface="Sora"/>
                <a:sym typeface="Sora"/>
              </a:defRPr>
            </a:lvl8pPr>
            <a:lvl9pPr lvl="8">
              <a:spcBef>
                <a:spcPts val="0"/>
              </a:spcBef>
              <a:spcAft>
                <a:spcPts val="0"/>
              </a:spcAft>
              <a:buClr>
                <a:schemeClr val="dk2"/>
              </a:buClr>
              <a:buSzPts val="1200"/>
              <a:buFont typeface="Sora"/>
              <a:buNone/>
              <a:defRPr sz="1200">
                <a:solidFill>
                  <a:schemeClr val="dk2"/>
                </a:solidFill>
                <a:latin typeface="Sora"/>
                <a:ea typeface="Sora"/>
                <a:cs typeface="Sora"/>
                <a:sym typeface="Sora"/>
              </a:defRPr>
            </a:lvl9pPr>
          </a:lstStyle>
          <a:p/>
        </p:txBody>
      </p:sp>
      <p:sp>
        <p:nvSpPr>
          <p:cNvPr id="461" name="Google Shape;461;p30"/>
          <p:cNvSpPr/>
          <p:nvPr>
            <p:ph idx="3" type="pic"/>
          </p:nvPr>
        </p:nvSpPr>
        <p:spPr>
          <a:xfrm>
            <a:off x="227225" y="2443167"/>
            <a:ext cx="821100" cy="1047300"/>
          </a:xfrm>
          <a:prstGeom prst="rect">
            <a:avLst/>
          </a:prstGeom>
          <a:noFill/>
          <a:ln>
            <a:noFill/>
          </a:ln>
        </p:spPr>
      </p:sp>
      <p:sp>
        <p:nvSpPr>
          <p:cNvPr id="462" name="Google Shape;462;p30"/>
          <p:cNvSpPr/>
          <p:nvPr>
            <p:ph idx="4" type="pic"/>
          </p:nvPr>
        </p:nvSpPr>
        <p:spPr>
          <a:xfrm>
            <a:off x="227225" y="3563233"/>
            <a:ext cx="821100" cy="1047300"/>
          </a:xfrm>
          <a:prstGeom prst="rect">
            <a:avLst/>
          </a:prstGeom>
          <a:noFill/>
          <a:ln>
            <a:noFill/>
          </a:ln>
        </p:spPr>
      </p:sp>
      <p:sp>
        <p:nvSpPr>
          <p:cNvPr id="463" name="Google Shape;463;p30"/>
          <p:cNvSpPr/>
          <p:nvPr>
            <p:ph idx="5" type="pic"/>
          </p:nvPr>
        </p:nvSpPr>
        <p:spPr>
          <a:xfrm>
            <a:off x="227225" y="4683300"/>
            <a:ext cx="821100" cy="1047300"/>
          </a:xfrm>
          <a:prstGeom prst="rect">
            <a:avLst/>
          </a:prstGeom>
          <a:noFill/>
          <a:ln>
            <a:noFill/>
          </a:ln>
        </p:spPr>
      </p:sp>
      <p:sp>
        <p:nvSpPr>
          <p:cNvPr id="464" name="Google Shape;464;p30"/>
          <p:cNvSpPr txBox="1"/>
          <p:nvPr>
            <p:ph idx="6" type="title"/>
          </p:nvPr>
        </p:nvSpPr>
        <p:spPr>
          <a:xfrm>
            <a:off x="1048325" y="2443167"/>
            <a:ext cx="2069700" cy="1046700"/>
          </a:xfrm>
          <a:prstGeom prst="rect">
            <a:avLst/>
          </a:prstGeom>
        </p:spPr>
        <p:txBody>
          <a:bodyPr anchorCtr="0" anchor="t" bIns="91425" lIns="182875" spcFirstLastPara="1" rIns="91425" wrap="square" tIns="91425">
            <a:noAutofit/>
          </a:bodyPr>
          <a:lstStyle>
            <a:lvl1pPr lvl="0">
              <a:spcBef>
                <a:spcPts val="0"/>
              </a:spcBef>
              <a:spcAft>
                <a:spcPts val="0"/>
              </a:spcAft>
              <a:buClr>
                <a:schemeClr val="dk1"/>
              </a:buClr>
              <a:buSzPts val="1000"/>
              <a:buFont typeface="Sora"/>
              <a:buNone/>
              <a:defRPr sz="1000">
                <a:solidFill>
                  <a:schemeClr val="dk1"/>
                </a:solidFill>
                <a:latin typeface="Sora"/>
                <a:ea typeface="Sora"/>
                <a:cs typeface="Sora"/>
                <a:sym typeface="Sora"/>
              </a:defRPr>
            </a:lvl1pPr>
            <a:lvl2pPr lvl="1">
              <a:spcBef>
                <a:spcPts val="0"/>
              </a:spcBef>
              <a:spcAft>
                <a:spcPts val="0"/>
              </a:spcAft>
              <a:buClr>
                <a:schemeClr val="dk1"/>
              </a:buClr>
              <a:buSzPts val="1000"/>
              <a:buFont typeface="Sora"/>
              <a:buNone/>
              <a:defRPr sz="1000">
                <a:solidFill>
                  <a:schemeClr val="dk1"/>
                </a:solidFill>
                <a:latin typeface="Sora"/>
                <a:ea typeface="Sora"/>
                <a:cs typeface="Sora"/>
                <a:sym typeface="Sora"/>
              </a:defRPr>
            </a:lvl2pPr>
            <a:lvl3pPr lvl="2">
              <a:spcBef>
                <a:spcPts val="0"/>
              </a:spcBef>
              <a:spcAft>
                <a:spcPts val="0"/>
              </a:spcAft>
              <a:buClr>
                <a:schemeClr val="dk1"/>
              </a:buClr>
              <a:buSzPts val="1000"/>
              <a:buFont typeface="Sora"/>
              <a:buNone/>
              <a:defRPr sz="1000">
                <a:solidFill>
                  <a:schemeClr val="dk1"/>
                </a:solidFill>
                <a:latin typeface="Sora"/>
                <a:ea typeface="Sora"/>
                <a:cs typeface="Sora"/>
                <a:sym typeface="Sora"/>
              </a:defRPr>
            </a:lvl3pPr>
            <a:lvl4pPr lvl="3">
              <a:spcBef>
                <a:spcPts val="0"/>
              </a:spcBef>
              <a:spcAft>
                <a:spcPts val="0"/>
              </a:spcAft>
              <a:buClr>
                <a:schemeClr val="dk1"/>
              </a:buClr>
              <a:buSzPts val="1000"/>
              <a:buFont typeface="Sora"/>
              <a:buNone/>
              <a:defRPr sz="1000">
                <a:solidFill>
                  <a:schemeClr val="dk1"/>
                </a:solidFill>
                <a:latin typeface="Sora"/>
                <a:ea typeface="Sora"/>
                <a:cs typeface="Sora"/>
                <a:sym typeface="Sora"/>
              </a:defRPr>
            </a:lvl4pPr>
            <a:lvl5pPr lvl="4">
              <a:spcBef>
                <a:spcPts val="0"/>
              </a:spcBef>
              <a:spcAft>
                <a:spcPts val="0"/>
              </a:spcAft>
              <a:buClr>
                <a:schemeClr val="dk1"/>
              </a:buClr>
              <a:buSzPts val="1000"/>
              <a:buFont typeface="Sora"/>
              <a:buNone/>
              <a:defRPr sz="1000">
                <a:solidFill>
                  <a:schemeClr val="dk1"/>
                </a:solidFill>
                <a:latin typeface="Sora"/>
                <a:ea typeface="Sora"/>
                <a:cs typeface="Sora"/>
                <a:sym typeface="Sora"/>
              </a:defRPr>
            </a:lvl5pPr>
            <a:lvl6pPr lvl="5">
              <a:spcBef>
                <a:spcPts val="0"/>
              </a:spcBef>
              <a:spcAft>
                <a:spcPts val="0"/>
              </a:spcAft>
              <a:buClr>
                <a:schemeClr val="dk1"/>
              </a:buClr>
              <a:buSzPts val="1000"/>
              <a:buFont typeface="Sora"/>
              <a:buNone/>
              <a:defRPr sz="1000">
                <a:solidFill>
                  <a:schemeClr val="dk1"/>
                </a:solidFill>
                <a:latin typeface="Sora"/>
                <a:ea typeface="Sora"/>
                <a:cs typeface="Sora"/>
                <a:sym typeface="Sora"/>
              </a:defRPr>
            </a:lvl6pPr>
            <a:lvl7pPr lvl="6">
              <a:spcBef>
                <a:spcPts val="0"/>
              </a:spcBef>
              <a:spcAft>
                <a:spcPts val="0"/>
              </a:spcAft>
              <a:buClr>
                <a:schemeClr val="dk1"/>
              </a:buClr>
              <a:buSzPts val="1000"/>
              <a:buFont typeface="Sora"/>
              <a:buNone/>
              <a:defRPr sz="1000">
                <a:solidFill>
                  <a:schemeClr val="dk1"/>
                </a:solidFill>
                <a:latin typeface="Sora"/>
                <a:ea typeface="Sora"/>
                <a:cs typeface="Sora"/>
                <a:sym typeface="Sora"/>
              </a:defRPr>
            </a:lvl7pPr>
            <a:lvl8pPr lvl="7">
              <a:spcBef>
                <a:spcPts val="0"/>
              </a:spcBef>
              <a:spcAft>
                <a:spcPts val="0"/>
              </a:spcAft>
              <a:buClr>
                <a:schemeClr val="dk1"/>
              </a:buClr>
              <a:buSzPts val="1000"/>
              <a:buFont typeface="Sora"/>
              <a:buNone/>
              <a:defRPr sz="1000">
                <a:solidFill>
                  <a:schemeClr val="dk1"/>
                </a:solidFill>
                <a:latin typeface="Sora"/>
                <a:ea typeface="Sora"/>
                <a:cs typeface="Sora"/>
                <a:sym typeface="Sora"/>
              </a:defRPr>
            </a:lvl8pPr>
            <a:lvl9pPr lvl="8">
              <a:spcBef>
                <a:spcPts val="0"/>
              </a:spcBef>
              <a:spcAft>
                <a:spcPts val="0"/>
              </a:spcAft>
              <a:buClr>
                <a:schemeClr val="dk1"/>
              </a:buClr>
              <a:buSzPts val="1000"/>
              <a:buFont typeface="Sora"/>
              <a:buNone/>
              <a:defRPr sz="1000">
                <a:solidFill>
                  <a:schemeClr val="dk1"/>
                </a:solidFill>
                <a:latin typeface="Sora"/>
                <a:ea typeface="Sora"/>
                <a:cs typeface="Sora"/>
                <a:sym typeface="Sora"/>
              </a:defRPr>
            </a:lvl9pPr>
          </a:lstStyle>
          <a:p/>
        </p:txBody>
      </p:sp>
      <p:sp>
        <p:nvSpPr>
          <p:cNvPr id="465" name="Google Shape;465;p30"/>
          <p:cNvSpPr txBox="1"/>
          <p:nvPr>
            <p:ph idx="7" type="title"/>
          </p:nvPr>
        </p:nvSpPr>
        <p:spPr>
          <a:xfrm>
            <a:off x="1048325" y="3563233"/>
            <a:ext cx="2069700" cy="1046700"/>
          </a:xfrm>
          <a:prstGeom prst="rect">
            <a:avLst/>
          </a:prstGeom>
        </p:spPr>
        <p:txBody>
          <a:bodyPr anchorCtr="0" anchor="t" bIns="91425" lIns="182875" spcFirstLastPara="1" rIns="91425" wrap="square" tIns="91425">
            <a:noAutofit/>
          </a:bodyPr>
          <a:lstStyle>
            <a:lvl1pPr lvl="0">
              <a:spcBef>
                <a:spcPts val="0"/>
              </a:spcBef>
              <a:spcAft>
                <a:spcPts val="0"/>
              </a:spcAft>
              <a:buClr>
                <a:schemeClr val="dk1"/>
              </a:buClr>
              <a:buSzPts val="1000"/>
              <a:buFont typeface="Sora"/>
              <a:buNone/>
              <a:defRPr sz="1000">
                <a:solidFill>
                  <a:schemeClr val="dk1"/>
                </a:solidFill>
                <a:latin typeface="Sora"/>
                <a:ea typeface="Sora"/>
                <a:cs typeface="Sora"/>
                <a:sym typeface="Sora"/>
              </a:defRPr>
            </a:lvl1pPr>
            <a:lvl2pPr lvl="1">
              <a:spcBef>
                <a:spcPts val="0"/>
              </a:spcBef>
              <a:spcAft>
                <a:spcPts val="0"/>
              </a:spcAft>
              <a:buClr>
                <a:schemeClr val="dk1"/>
              </a:buClr>
              <a:buSzPts val="1000"/>
              <a:buFont typeface="Sora"/>
              <a:buNone/>
              <a:defRPr sz="1000">
                <a:solidFill>
                  <a:schemeClr val="dk1"/>
                </a:solidFill>
                <a:latin typeface="Sora"/>
                <a:ea typeface="Sora"/>
                <a:cs typeface="Sora"/>
                <a:sym typeface="Sora"/>
              </a:defRPr>
            </a:lvl2pPr>
            <a:lvl3pPr lvl="2">
              <a:spcBef>
                <a:spcPts val="0"/>
              </a:spcBef>
              <a:spcAft>
                <a:spcPts val="0"/>
              </a:spcAft>
              <a:buClr>
                <a:schemeClr val="dk1"/>
              </a:buClr>
              <a:buSzPts val="1000"/>
              <a:buFont typeface="Sora"/>
              <a:buNone/>
              <a:defRPr sz="1000">
                <a:solidFill>
                  <a:schemeClr val="dk1"/>
                </a:solidFill>
                <a:latin typeface="Sora"/>
                <a:ea typeface="Sora"/>
                <a:cs typeface="Sora"/>
                <a:sym typeface="Sora"/>
              </a:defRPr>
            </a:lvl3pPr>
            <a:lvl4pPr lvl="3">
              <a:spcBef>
                <a:spcPts val="0"/>
              </a:spcBef>
              <a:spcAft>
                <a:spcPts val="0"/>
              </a:spcAft>
              <a:buClr>
                <a:schemeClr val="dk1"/>
              </a:buClr>
              <a:buSzPts val="1000"/>
              <a:buFont typeface="Sora"/>
              <a:buNone/>
              <a:defRPr sz="1000">
                <a:solidFill>
                  <a:schemeClr val="dk1"/>
                </a:solidFill>
                <a:latin typeface="Sora"/>
                <a:ea typeface="Sora"/>
                <a:cs typeface="Sora"/>
                <a:sym typeface="Sora"/>
              </a:defRPr>
            </a:lvl4pPr>
            <a:lvl5pPr lvl="4">
              <a:spcBef>
                <a:spcPts val="0"/>
              </a:spcBef>
              <a:spcAft>
                <a:spcPts val="0"/>
              </a:spcAft>
              <a:buClr>
                <a:schemeClr val="dk1"/>
              </a:buClr>
              <a:buSzPts val="1000"/>
              <a:buFont typeface="Sora"/>
              <a:buNone/>
              <a:defRPr sz="1000">
                <a:solidFill>
                  <a:schemeClr val="dk1"/>
                </a:solidFill>
                <a:latin typeface="Sora"/>
                <a:ea typeface="Sora"/>
                <a:cs typeface="Sora"/>
                <a:sym typeface="Sora"/>
              </a:defRPr>
            </a:lvl5pPr>
            <a:lvl6pPr lvl="5">
              <a:spcBef>
                <a:spcPts val="0"/>
              </a:spcBef>
              <a:spcAft>
                <a:spcPts val="0"/>
              </a:spcAft>
              <a:buClr>
                <a:schemeClr val="dk1"/>
              </a:buClr>
              <a:buSzPts val="1000"/>
              <a:buFont typeface="Sora"/>
              <a:buNone/>
              <a:defRPr sz="1000">
                <a:solidFill>
                  <a:schemeClr val="dk1"/>
                </a:solidFill>
                <a:latin typeface="Sora"/>
                <a:ea typeface="Sora"/>
                <a:cs typeface="Sora"/>
                <a:sym typeface="Sora"/>
              </a:defRPr>
            </a:lvl6pPr>
            <a:lvl7pPr lvl="6">
              <a:spcBef>
                <a:spcPts val="0"/>
              </a:spcBef>
              <a:spcAft>
                <a:spcPts val="0"/>
              </a:spcAft>
              <a:buClr>
                <a:schemeClr val="dk1"/>
              </a:buClr>
              <a:buSzPts val="1000"/>
              <a:buFont typeface="Sora"/>
              <a:buNone/>
              <a:defRPr sz="1000">
                <a:solidFill>
                  <a:schemeClr val="dk1"/>
                </a:solidFill>
                <a:latin typeface="Sora"/>
                <a:ea typeface="Sora"/>
                <a:cs typeface="Sora"/>
                <a:sym typeface="Sora"/>
              </a:defRPr>
            </a:lvl7pPr>
            <a:lvl8pPr lvl="7">
              <a:spcBef>
                <a:spcPts val="0"/>
              </a:spcBef>
              <a:spcAft>
                <a:spcPts val="0"/>
              </a:spcAft>
              <a:buClr>
                <a:schemeClr val="dk1"/>
              </a:buClr>
              <a:buSzPts val="1000"/>
              <a:buFont typeface="Sora"/>
              <a:buNone/>
              <a:defRPr sz="1000">
                <a:solidFill>
                  <a:schemeClr val="dk1"/>
                </a:solidFill>
                <a:latin typeface="Sora"/>
                <a:ea typeface="Sora"/>
                <a:cs typeface="Sora"/>
                <a:sym typeface="Sora"/>
              </a:defRPr>
            </a:lvl8pPr>
            <a:lvl9pPr lvl="8">
              <a:spcBef>
                <a:spcPts val="0"/>
              </a:spcBef>
              <a:spcAft>
                <a:spcPts val="0"/>
              </a:spcAft>
              <a:buClr>
                <a:schemeClr val="dk1"/>
              </a:buClr>
              <a:buSzPts val="1000"/>
              <a:buFont typeface="Sora"/>
              <a:buNone/>
              <a:defRPr sz="1000">
                <a:solidFill>
                  <a:schemeClr val="dk1"/>
                </a:solidFill>
                <a:latin typeface="Sora"/>
                <a:ea typeface="Sora"/>
                <a:cs typeface="Sora"/>
                <a:sym typeface="Sora"/>
              </a:defRPr>
            </a:lvl9pPr>
          </a:lstStyle>
          <a:p/>
        </p:txBody>
      </p:sp>
      <p:sp>
        <p:nvSpPr>
          <p:cNvPr id="466" name="Google Shape;466;p30"/>
          <p:cNvSpPr txBox="1"/>
          <p:nvPr>
            <p:ph idx="8" type="title"/>
          </p:nvPr>
        </p:nvSpPr>
        <p:spPr>
          <a:xfrm>
            <a:off x="1048325" y="4683300"/>
            <a:ext cx="2069700" cy="1046700"/>
          </a:xfrm>
          <a:prstGeom prst="rect">
            <a:avLst/>
          </a:prstGeom>
        </p:spPr>
        <p:txBody>
          <a:bodyPr anchorCtr="0" anchor="t" bIns="91425" lIns="182875" spcFirstLastPara="1" rIns="91425" wrap="square" tIns="91425">
            <a:noAutofit/>
          </a:bodyPr>
          <a:lstStyle>
            <a:lvl1pPr lvl="0">
              <a:spcBef>
                <a:spcPts val="0"/>
              </a:spcBef>
              <a:spcAft>
                <a:spcPts val="0"/>
              </a:spcAft>
              <a:buClr>
                <a:schemeClr val="dk1"/>
              </a:buClr>
              <a:buSzPts val="1000"/>
              <a:buFont typeface="Sora"/>
              <a:buNone/>
              <a:defRPr sz="1000">
                <a:solidFill>
                  <a:schemeClr val="dk1"/>
                </a:solidFill>
                <a:latin typeface="Sora"/>
                <a:ea typeface="Sora"/>
                <a:cs typeface="Sora"/>
                <a:sym typeface="Sora"/>
              </a:defRPr>
            </a:lvl1pPr>
            <a:lvl2pPr lvl="1">
              <a:spcBef>
                <a:spcPts val="0"/>
              </a:spcBef>
              <a:spcAft>
                <a:spcPts val="0"/>
              </a:spcAft>
              <a:buClr>
                <a:schemeClr val="dk1"/>
              </a:buClr>
              <a:buSzPts val="1000"/>
              <a:buFont typeface="Sora"/>
              <a:buNone/>
              <a:defRPr sz="1000">
                <a:solidFill>
                  <a:schemeClr val="dk1"/>
                </a:solidFill>
                <a:latin typeface="Sora"/>
                <a:ea typeface="Sora"/>
                <a:cs typeface="Sora"/>
                <a:sym typeface="Sora"/>
              </a:defRPr>
            </a:lvl2pPr>
            <a:lvl3pPr lvl="2">
              <a:spcBef>
                <a:spcPts val="0"/>
              </a:spcBef>
              <a:spcAft>
                <a:spcPts val="0"/>
              </a:spcAft>
              <a:buClr>
                <a:schemeClr val="dk1"/>
              </a:buClr>
              <a:buSzPts val="1000"/>
              <a:buFont typeface="Sora"/>
              <a:buNone/>
              <a:defRPr sz="1000">
                <a:solidFill>
                  <a:schemeClr val="dk1"/>
                </a:solidFill>
                <a:latin typeface="Sora"/>
                <a:ea typeface="Sora"/>
                <a:cs typeface="Sora"/>
                <a:sym typeface="Sora"/>
              </a:defRPr>
            </a:lvl3pPr>
            <a:lvl4pPr lvl="3">
              <a:spcBef>
                <a:spcPts val="0"/>
              </a:spcBef>
              <a:spcAft>
                <a:spcPts val="0"/>
              </a:spcAft>
              <a:buClr>
                <a:schemeClr val="dk1"/>
              </a:buClr>
              <a:buSzPts val="1000"/>
              <a:buFont typeface="Sora"/>
              <a:buNone/>
              <a:defRPr sz="1000">
                <a:solidFill>
                  <a:schemeClr val="dk1"/>
                </a:solidFill>
                <a:latin typeface="Sora"/>
                <a:ea typeface="Sora"/>
                <a:cs typeface="Sora"/>
                <a:sym typeface="Sora"/>
              </a:defRPr>
            </a:lvl4pPr>
            <a:lvl5pPr lvl="4">
              <a:spcBef>
                <a:spcPts val="0"/>
              </a:spcBef>
              <a:spcAft>
                <a:spcPts val="0"/>
              </a:spcAft>
              <a:buClr>
                <a:schemeClr val="dk1"/>
              </a:buClr>
              <a:buSzPts val="1000"/>
              <a:buFont typeface="Sora"/>
              <a:buNone/>
              <a:defRPr sz="1000">
                <a:solidFill>
                  <a:schemeClr val="dk1"/>
                </a:solidFill>
                <a:latin typeface="Sora"/>
                <a:ea typeface="Sora"/>
                <a:cs typeface="Sora"/>
                <a:sym typeface="Sora"/>
              </a:defRPr>
            </a:lvl5pPr>
            <a:lvl6pPr lvl="5">
              <a:spcBef>
                <a:spcPts val="0"/>
              </a:spcBef>
              <a:spcAft>
                <a:spcPts val="0"/>
              </a:spcAft>
              <a:buClr>
                <a:schemeClr val="dk1"/>
              </a:buClr>
              <a:buSzPts val="1000"/>
              <a:buFont typeface="Sora"/>
              <a:buNone/>
              <a:defRPr sz="1000">
                <a:solidFill>
                  <a:schemeClr val="dk1"/>
                </a:solidFill>
                <a:latin typeface="Sora"/>
                <a:ea typeface="Sora"/>
                <a:cs typeface="Sora"/>
                <a:sym typeface="Sora"/>
              </a:defRPr>
            </a:lvl6pPr>
            <a:lvl7pPr lvl="6">
              <a:spcBef>
                <a:spcPts val="0"/>
              </a:spcBef>
              <a:spcAft>
                <a:spcPts val="0"/>
              </a:spcAft>
              <a:buClr>
                <a:schemeClr val="dk1"/>
              </a:buClr>
              <a:buSzPts val="1000"/>
              <a:buFont typeface="Sora"/>
              <a:buNone/>
              <a:defRPr sz="1000">
                <a:solidFill>
                  <a:schemeClr val="dk1"/>
                </a:solidFill>
                <a:latin typeface="Sora"/>
                <a:ea typeface="Sora"/>
                <a:cs typeface="Sora"/>
                <a:sym typeface="Sora"/>
              </a:defRPr>
            </a:lvl7pPr>
            <a:lvl8pPr lvl="7">
              <a:spcBef>
                <a:spcPts val="0"/>
              </a:spcBef>
              <a:spcAft>
                <a:spcPts val="0"/>
              </a:spcAft>
              <a:buClr>
                <a:schemeClr val="dk1"/>
              </a:buClr>
              <a:buSzPts val="1000"/>
              <a:buFont typeface="Sora"/>
              <a:buNone/>
              <a:defRPr sz="1000">
                <a:solidFill>
                  <a:schemeClr val="dk1"/>
                </a:solidFill>
                <a:latin typeface="Sora"/>
                <a:ea typeface="Sora"/>
                <a:cs typeface="Sora"/>
                <a:sym typeface="Sora"/>
              </a:defRPr>
            </a:lvl8pPr>
            <a:lvl9pPr lvl="8">
              <a:spcBef>
                <a:spcPts val="0"/>
              </a:spcBef>
              <a:spcAft>
                <a:spcPts val="0"/>
              </a:spcAft>
              <a:buClr>
                <a:schemeClr val="dk1"/>
              </a:buClr>
              <a:buSzPts val="1000"/>
              <a:buFont typeface="Sora"/>
              <a:buNone/>
              <a:defRPr sz="1000">
                <a:solidFill>
                  <a:schemeClr val="dk1"/>
                </a:solidFill>
                <a:latin typeface="Sora"/>
                <a:ea typeface="Sora"/>
                <a:cs typeface="Sora"/>
                <a:sym typeface="Sora"/>
              </a:defRPr>
            </a:lvl9pPr>
          </a:lstStyle>
          <a:p/>
        </p:txBody>
      </p:sp>
      <p:sp>
        <p:nvSpPr>
          <p:cNvPr id="467" name="Google Shape;467;p30"/>
          <p:cNvSpPr txBox="1"/>
          <p:nvPr>
            <p:ph idx="9" type="title"/>
          </p:nvPr>
        </p:nvSpPr>
        <p:spPr>
          <a:xfrm>
            <a:off x="3820750" y="2282033"/>
            <a:ext cx="1800000" cy="2029500"/>
          </a:xfrm>
          <a:prstGeom prst="rect">
            <a:avLst/>
          </a:prstGeom>
        </p:spPr>
        <p:txBody>
          <a:bodyPr anchorCtr="0" anchor="t" bIns="91425" lIns="0" spcFirstLastPara="1" rIns="0" wrap="square" tIns="91425">
            <a:noAutofit/>
          </a:bodyPr>
          <a:lstStyle>
            <a:lvl1pPr lvl="0">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1pPr>
            <a:lvl2pPr lvl="1">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2pPr>
            <a:lvl3pPr lvl="2">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3pPr>
            <a:lvl4pPr lvl="3">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4pPr>
            <a:lvl5pPr lvl="4">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5pPr>
            <a:lvl6pPr lvl="5">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6pPr>
            <a:lvl7pPr lvl="6">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7pPr>
            <a:lvl8pPr lvl="7">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8pPr>
            <a:lvl9pPr lvl="8">
              <a:spcBef>
                <a:spcPts val="0"/>
              </a:spcBef>
              <a:spcAft>
                <a:spcPts val="0"/>
              </a:spcAft>
              <a:buClr>
                <a:schemeClr val="dk2"/>
              </a:buClr>
              <a:buSzPts val="1000"/>
              <a:buFont typeface="Sora Medium"/>
              <a:buNone/>
              <a:defRPr sz="1000">
                <a:solidFill>
                  <a:schemeClr val="dk2"/>
                </a:solidFill>
                <a:latin typeface="Sora Medium"/>
                <a:ea typeface="Sora Medium"/>
                <a:cs typeface="Sora Medium"/>
                <a:sym typeface="Sora Medium"/>
              </a:defRPr>
            </a:lvl9pPr>
          </a:lstStyle>
          <a:p/>
        </p:txBody>
      </p:sp>
      <p:sp>
        <p:nvSpPr>
          <p:cNvPr id="468" name="Google Shape;468;p30"/>
          <p:cNvSpPr txBox="1"/>
          <p:nvPr>
            <p:ph idx="13" type="title"/>
          </p:nvPr>
        </p:nvSpPr>
        <p:spPr>
          <a:xfrm>
            <a:off x="7107575" y="2281933"/>
            <a:ext cx="874200" cy="20295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469" name="Google Shape;469;p30"/>
          <p:cNvSpPr txBox="1"/>
          <p:nvPr>
            <p:ph idx="14" type="title"/>
          </p:nvPr>
        </p:nvSpPr>
        <p:spPr>
          <a:xfrm>
            <a:off x="5518325" y="2282100"/>
            <a:ext cx="1322100" cy="20295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1pPr>
            <a:lvl2pPr lvl="1">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2pPr>
            <a:lvl3pPr lvl="2">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3pPr>
            <a:lvl4pPr lvl="3">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4pPr>
            <a:lvl5pPr lvl="4">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5pPr>
            <a:lvl6pPr lvl="5">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6pPr>
            <a:lvl7pPr lvl="6">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7pPr>
            <a:lvl8pPr lvl="7">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8pPr>
            <a:lvl9pPr lvl="8">
              <a:spcBef>
                <a:spcPts val="0"/>
              </a:spcBef>
              <a:spcAft>
                <a:spcPts val="0"/>
              </a:spcAft>
              <a:buClr>
                <a:schemeClr val="dk2"/>
              </a:buClr>
              <a:buSzPts val="1000"/>
              <a:buFont typeface="Sora Light"/>
              <a:buNone/>
              <a:defRPr sz="1000">
                <a:solidFill>
                  <a:schemeClr val="dk2"/>
                </a:solidFill>
                <a:latin typeface="Sora Light"/>
                <a:ea typeface="Sora Light"/>
                <a:cs typeface="Sora Light"/>
                <a:sym typeface="Sora Light"/>
              </a:defRPr>
            </a:lvl9pPr>
          </a:lstStyle>
          <a:p/>
        </p:txBody>
      </p:sp>
      <p:sp>
        <p:nvSpPr>
          <p:cNvPr id="470" name="Google Shape;470;p30"/>
          <p:cNvSpPr txBox="1"/>
          <p:nvPr>
            <p:ph idx="15"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471" name="Google Shape;471;p30"/>
          <p:cNvSpPr txBox="1"/>
          <p:nvPr>
            <p:ph idx="16" type="title"/>
          </p:nvPr>
        </p:nvSpPr>
        <p:spPr>
          <a:xfrm>
            <a:off x="93381" y="670367"/>
            <a:ext cx="7178100" cy="10467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solidFill>
                  <a:schemeClr val="dk2"/>
                </a:solidFill>
              </a:defRPr>
            </a:lvl1pPr>
            <a:lvl2pPr lvl="1">
              <a:lnSpc>
                <a:spcPct val="115000"/>
              </a:lnSpc>
              <a:spcBef>
                <a:spcPts val="0"/>
              </a:spcBef>
              <a:spcAft>
                <a:spcPts val="0"/>
              </a:spcAft>
              <a:buNone/>
              <a:defRPr sz="3600">
                <a:solidFill>
                  <a:schemeClr val="dk2"/>
                </a:solidFill>
              </a:defRPr>
            </a:lvl2pPr>
            <a:lvl3pPr lvl="2">
              <a:lnSpc>
                <a:spcPct val="115000"/>
              </a:lnSpc>
              <a:spcBef>
                <a:spcPts val="0"/>
              </a:spcBef>
              <a:spcAft>
                <a:spcPts val="0"/>
              </a:spcAft>
              <a:buNone/>
              <a:defRPr sz="3600">
                <a:solidFill>
                  <a:schemeClr val="dk2"/>
                </a:solidFill>
              </a:defRPr>
            </a:lvl3pPr>
            <a:lvl4pPr lvl="3">
              <a:lnSpc>
                <a:spcPct val="115000"/>
              </a:lnSpc>
              <a:spcBef>
                <a:spcPts val="0"/>
              </a:spcBef>
              <a:spcAft>
                <a:spcPts val="0"/>
              </a:spcAft>
              <a:buNone/>
              <a:defRPr sz="3600">
                <a:solidFill>
                  <a:schemeClr val="dk2"/>
                </a:solidFill>
              </a:defRPr>
            </a:lvl4pPr>
            <a:lvl5pPr lvl="4">
              <a:lnSpc>
                <a:spcPct val="115000"/>
              </a:lnSpc>
              <a:spcBef>
                <a:spcPts val="0"/>
              </a:spcBef>
              <a:spcAft>
                <a:spcPts val="0"/>
              </a:spcAft>
              <a:buNone/>
              <a:defRPr sz="3600">
                <a:solidFill>
                  <a:schemeClr val="dk2"/>
                </a:solidFill>
              </a:defRPr>
            </a:lvl5pPr>
            <a:lvl6pPr lvl="5">
              <a:lnSpc>
                <a:spcPct val="115000"/>
              </a:lnSpc>
              <a:spcBef>
                <a:spcPts val="0"/>
              </a:spcBef>
              <a:spcAft>
                <a:spcPts val="0"/>
              </a:spcAft>
              <a:buNone/>
              <a:defRPr sz="3600">
                <a:solidFill>
                  <a:schemeClr val="dk2"/>
                </a:solidFill>
              </a:defRPr>
            </a:lvl6pPr>
            <a:lvl7pPr lvl="6">
              <a:lnSpc>
                <a:spcPct val="115000"/>
              </a:lnSpc>
              <a:spcBef>
                <a:spcPts val="0"/>
              </a:spcBef>
              <a:spcAft>
                <a:spcPts val="0"/>
              </a:spcAft>
              <a:buNone/>
              <a:defRPr sz="3600">
                <a:solidFill>
                  <a:schemeClr val="dk2"/>
                </a:solidFill>
              </a:defRPr>
            </a:lvl7pPr>
            <a:lvl8pPr lvl="7">
              <a:lnSpc>
                <a:spcPct val="115000"/>
              </a:lnSpc>
              <a:spcBef>
                <a:spcPts val="0"/>
              </a:spcBef>
              <a:spcAft>
                <a:spcPts val="0"/>
              </a:spcAft>
              <a:buNone/>
              <a:defRPr sz="3600">
                <a:solidFill>
                  <a:schemeClr val="dk2"/>
                </a:solidFill>
              </a:defRPr>
            </a:lvl8pPr>
            <a:lvl9pPr lvl="8">
              <a:lnSpc>
                <a:spcPct val="115000"/>
              </a:lnSpc>
              <a:spcBef>
                <a:spcPts val="0"/>
              </a:spcBef>
              <a:spcAft>
                <a:spcPts val="0"/>
              </a:spcAft>
              <a:buNone/>
              <a:defRPr sz="3600">
                <a:solidFill>
                  <a:schemeClr val="dk2"/>
                </a:solidFill>
              </a:defRPr>
            </a:lvl9pPr>
          </a:lstStyle>
          <a:p/>
        </p:txBody>
      </p:sp>
      <p:sp>
        <p:nvSpPr>
          <p:cNvPr id="472" name="Google Shape;472;p30"/>
          <p:cNvSpPr txBox="1"/>
          <p:nvPr>
            <p:ph idx="17"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eadline and Project Roadmap">
  <p:cSld name="BLANK_1_1_1_1_1_1_1_1_1_1_3_1">
    <p:bg>
      <p:bgPr>
        <a:solidFill>
          <a:schemeClr val="lt1"/>
        </a:solidFill>
      </p:bgPr>
    </p:bg>
    <p:spTree>
      <p:nvGrpSpPr>
        <p:cNvPr id="473" name="Shape 473"/>
        <p:cNvGrpSpPr/>
        <p:nvPr/>
      </p:nvGrpSpPr>
      <p:grpSpPr>
        <a:xfrm>
          <a:off x="0" y="0"/>
          <a:ext cx="0" cy="0"/>
          <a:chOff x="0" y="0"/>
          <a:chExt cx="0" cy="0"/>
        </a:xfrm>
      </p:grpSpPr>
      <p:sp>
        <p:nvSpPr>
          <p:cNvPr id="474" name="Google Shape;474;p31"/>
          <p:cNvSpPr txBox="1"/>
          <p:nvPr>
            <p:ph type="title"/>
          </p:nvPr>
        </p:nvSpPr>
        <p:spPr>
          <a:xfrm>
            <a:off x="134550" y="1785800"/>
            <a:ext cx="1119600" cy="396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9pPr>
          </a:lstStyle>
          <a:p/>
        </p:txBody>
      </p:sp>
      <p:sp>
        <p:nvSpPr>
          <p:cNvPr id="475" name="Google Shape;475;p31"/>
          <p:cNvSpPr txBox="1"/>
          <p:nvPr>
            <p:ph idx="2" type="title"/>
          </p:nvPr>
        </p:nvSpPr>
        <p:spPr>
          <a:xfrm>
            <a:off x="1326150" y="1205783"/>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476" name="Google Shape;476;p31"/>
          <p:cNvSpPr txBox="1"/>
          <p:nvPr>
            <p:ph idx="3" type="title"/>
          </p:nvPr>
        </p:nvSpPr>
        <p:spPr>
          <a:xfrm>
            <a:off x="3877025" y="1205783"/>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477" name="Google Shape;477;p31"/>
          <p:cNvSpPr txBox="1"/>
          <p:nvPr>
            <p:ph idx="4" type="title"/>
          </p:nvPr>
        </p:nvSpPr>
        <p:spPr>
          <a:xfrm>
            <a:off x="6291700" y="1205783"/>
            <a:ext cx="22965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478" name="Google Shape;478;p31"/>
          <p:cNvSpPr txBox="1"/>
          <p:nvPr>
            <p:ph idx="5" type="title"/>
          </p:nvPr>
        </p:nvSpPr>
        <p:spPr>
          <a:xfrm>
            <a:off x="134550" y="3393633"/>
            <a:ext cx="11196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9pPr>
          </a:lstStyle>
          <a:p/>
        </p:txBody>
      </p:sp>
      <p:sp>
        <p:nvSpPr>
          <p:cNvPr id="479" name="Google Shape;479;p31"/>
          <p:cNvSpPr txBox="1"/>
          <p:nvPr>
            <p:ph idx="6" type="title"/>
          </p:nvPr>
        </p:nvSpPr>
        <p:spPr>
          <a:xfrm>
            <a:off x="134550" y="4938633"/>
            <a:ext cx="1119600" cy="3969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000"/>
              <a:buFont typeface="IBM Plex Sans Medium"/>
              <a:buNone/>
              <a:defRPr sz="1000">
                <a:solidFill>
                  <a:schemeClr val="dk2"/>
                </a:solidFill>
                <a:latin typeface="IBM Plex Sans Medium"/>
                <a:ea typeface="IBM Plex Sans Medium"/>
                <a:cs typeface="IBM Plex Sans Medium"/>
                <a:sym typeface="IBM Plex Sans Medium"/>
              </a:defRPr>
            </a:lvl9pPr>
          </a:lstStyle>
          <a:p/>
        </p:txBody>
      </p:sp>
      <p:sp>
        <p:nvSpPr>
          <p:cNvPr id="480" name="Google Shape;480;p31"/>
          <p:cNvSpPr txBox="1"/>
          <p:nvPr>
            <p:ph idx="7" type="title"/>
          </p:nvPr>
        </p:nvSpPr>
        <p:spPr>
          <a:xfrm>
            <a:off x="3877025" y="1785800"/>
            <a:ext cx="2160300" cy="1213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81" name="Google Shape;481;p31"/>
          <p:cNvSpPr txBox="1"/>
          <p:nvPr>
            <p:ph idx="8" type="title"/>
          </p:nvPr>
        </p:nvSpPr>
        <p:spPr>
          <a:xfrm>
            <a:off x="3877025" y="3403217"/>
            <a:ext cx="2160300" cy="1213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9pPr>
          </a:lstStyle>
          <a:p/>
        </p:txBody>
      </p:sp>
      <p:sp>
        <p:nvSpPr>
          <p:cNvPr id="482" name="Google Shape;482;p31"/>
          <p:cNvSpPr txBox="1"/>
          <p:nvPr>
            <p:ph idx="9" type="title"/>
          </p:nvPr>
        </p:nvSpPr>
        <p:spPr>
          <a:xfrm>
            <a:off x="3877025" y="4948225"/>
            <a:ext cx="2160300" cy="12132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Char char="●"/>
              <a:defRPr sz="1000">
                <a:solidFill>
                  <a:schemeClr val="dk2"/>
                </a:solidFill>
                <a:latin typeface="Sora"/>
                <a:ea typeface="Sora"/>
                <a:cs typeface="Sora"/>
                <a:sym typeface="Sora"/>
              </a:defRPr>
            </a:lvl9pPr>
          </a:lstStyle>
          <a:p/>
        </p:txBody>
      </p:sp>
      <p:sp>
        <p:nvSpPr>
          <p:cNvPr id="483" name="Google Shape;483;p31"/>
          <p:cNvSpPr txBox="1"/>
          <p:nvPr>
            <p:ph idx="13" type="title"/>
          </p:nvPr>
        </p:nvSpPr>
        <p:spPr>
          <a:xfrm>
            <a:off x="6427900" y="3403217"/>
            <a:ext cx="2160300" cy="12132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000"/>
              <a:buFont typeface="Sora"/>
              <a:buChar char="➔"/>
              <a:defRPr sz="1000">
                <a:latin typeface="Sora"/>
                <a:ea typeface="Sora"/>
                <a:cs typeface="Sora"/>
                <a:sym typeface="Sora"/>
              </a:defRPr>
            </a:lvl1pPr>
            <a:lvl2pPr lvl="1">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9pPr>
          </a:lstStyle>
          <a:p/>
        </p:txBody>
      </p:sp>
      <p:sp>
        <p:nvSpPr>
          <p:cNvPr id="484" name="Google Shape;484;p31"/>
          <p:cNvSpPr txBox="1"/>
          <p:nvPr>
            <p:ph idx="14" type="title"/>
          </p:nvPr>
        </p:nvSpPr>
        <p:spPr>
          <a:xfrm>
            <a:off x="6427900" y="1785800"/>
            <a:ext cx="2160300" cy="12132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1"/>
              </a:buClr>
              <a:buSzPts val="1000"/>
              <a:buFont typeface="Sora"/>
              <a:buChar char="➔"/>
              <a:defRPr sz="1000">
                <a:latin typeface="Sora"/>
                <a:ea typeface="Sora"/>
                <a:cs typeface="Sora"/>
                <a:sym typeface="Sora"/>
              </a:defRPr>
            </a:lvl1pPr>
            <a:lvl2pPr lvl="1">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9pPr>
          </a:lstStyle>
          <a:p/>
        </p:txBody>
      </p:sp>
      <p:sp>
        <p:nvSpPr>
          <p:cNvPr id="485" name="Google Shape;485;p31"/>
          <p:cNvSpPr txBox="1"/>
          <p:nvPr>
            <p:ph idx="15" type="title"/>
          </p:nvPr>
        </p:nvSpPr>
        <p:spPr>
          <a:xfrm>
            <a:off x="6427900" y="4948225"/>
            <a:ext cx="2160300" cy="1213200"/>
          </a:xfrm>
          <a:prstGeom prst="rect">
            <a:avLst/>
          </a:prstGeom>
        </p:spPr>
        <p:txBody>
          <a:bodyPr anchorCtr="0" anchor="t" bIns="91425" lIns="91425" spcFirstLastPara="1" rIns="91425" wrap="square" tIns="91425">
            <a:noAutofit/>
          </a:bodyPr>
          <a:lstStyle>
            <a:lvl1pPr lvl="0">
              <a:spcBef>
                <a:spcPts val="0"/>
              </a:spcBef>
              <a:spcAft>
                <a:spcPts val="0"/>
              </a:spcAft>
              <a:buClr>
                <a:schemeClr val="accent3"/>
              </a:buClr>
              <a:buSzPts val="1000"/>
              <a:buFont typeface="Sora"/>
              <a:buChar char="➔"/>
              <a:defRPr sz="1000">
                <a:latin typeface="Sora"/>
                <a:ea typeface="Sora"/>
                <a:cs typeface="Sora"/>
                <a:sym typeface="Sora"/>
              </a:defRPr>
            </a:lvl1pPr>
            <a:lvl2pPr lvl="1">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Char char="●"/>
              <a:defRPr sz="1000">
                <a:solidFill>
                  <a:schemeClr val="lt1"/>
                </a:solidFill>
                <a:latin typeface="Sora"/>
                <a:ea typeface="Sora"/>
                <a:cs typeface="Sora"/>
                <a:sym typeface="Sora"/>
              </a:defRPr>
            </a:lvl9pPr>
          </a:lstStyle>
          <a:p/>
        </p:txBody>
      </p:sp>
      <p:sp>
        <p:nvSpPr>
          <p:cNvPr id="486" name="Google Shape;486;p31"/>
          <p:cNvSpPr txBox="1"/>
          <p:nvPr>
            <p:ph idx="16" type="title"/>
          </p:nvPr>
        </p:nvSpPr>
        <p:spPr>
          <a:xfrm>
            <a:off x="1326150" y="1785800"/>
            <a:ext cx="2296500" cy="12324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87" name="Google Shape;487;p31"/>
          <p:cNvSpPr txBox="1"/>
          <p:nvPr>
            <p:ph idx="17" type="title"/>
          </p:nvPr>
        </p:nvSpPr>
        <p:spPr>
          <a:xfrm>
            <a:off x="1326150" y="3393617"/>
            <a:ext cx="2296500" cy="12324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88" name="Google Shape;488;p31"/>
          <p:cNvSpPr txBox="1"/>
          <p:nvPr>
            <p:ph idx="18" type="title"/>
          </p:nvPr>
        </p:nvSpPr>
        <p:spPr>
          <a:xfrm>
            <a:off x="1326150" y="4938625"/>
            <a:ext cx="2296500" cy="1232400"/>
          </a:xfrm>
          <a:prstGeom prst="rect">
            <a:avLst/>
          </a:prstGeom>
        </p:spPr>
        <p:txBody>
          <a:bodyPr anchorCtr="0" anchor="t" bIns="91425" lIns="91425" spcFirstLastPara="1" rIns="91425" wrap="square" tIns="91425">
            <a:noAutofit/>
          </a:bodyPr>
          <a:lstStyle>
            <a:lvl1pPr lvl="0">
              <a:spcBef>
                <a:spcPts val="0"/>
              </a:spcBef>
              <a:spcAft>
                <a:spcPts val="0"/>
              </a:spcAft>
              <a:buClr>
                <a:schemeClr val="dk2"/>
              </a:buClr>
              <a:buSzPts val="1000"/>
              <a:buFont typeface="Sora"/>
              <a:buNone/>
              <a:defRPr sz="1000">
                <a:solidFill>
                  <a:schemeClr val="dk2"/>
                </a:solidFill>
                <a:latin typeface="Sora"/>
                <a:ea typeface="Sora"/>
                <a:cs typeface="Sora"/>
                <a:sym typeface="Sora"/>
              </a:defRPr>
            </a:lvl1pPr>
            <a:lvl2pPr lvl="1">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489" name="Google Shape;489;p31"/>
          <p:cNvSpPr txBox="1"/>
          <p:nvPr>
            <p:ph idx="19"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490" name="Google Shape;490;p31"/>
          <p:cNvSpPr txBox="1"/>
          <p:nvPr>
            <p:ph idx="20" type="title"/>
          </p:nvPr>
        </p:nvSpPr>
        <p:spPr>
          <a:xfrm>
            <a:off x="38100" y="426200"/>
            <a:ext cx="3116700" cy="693600"/>
          </a:xfrm>
          <a:prstGeom prst="rect">
            <a:avLst/>
          </a:prstGeom>
        </p:spPr>
        <p:txBody>
          <a:bodyPr anchorCtr="0" anchor="t" bIns="91425" lIns="182875" spcFirstLastPara="1" rIns="91425" wrap="square" tIns="91425">
            <a:spAutoFit/>
          </a:bodyPr>
          <a:lstStyle>
            <a:lvl1pPr lvl="0">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491" name="Google Shape;491;p31"/>
          <p:cNvSpPr txBox="1"/>
          <p:nvPr>
            <p:ph idx="21"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Roadmap">
  <p:cSld name="BLANK_1_1_1_1_1_1_1_1_1_1_2">
    <p:spTree>
      <p:nvGrpSpPr>
        <p:cNvPr id="492" name="Shape 492"/>
        <p:cNvGrpSpPr/>
        <p:nvPr/>
      </p:nvGrpSpPr>
      <p:grpSpPr>
        <a:xfrm>
          <a:off x="0" y="0"/>
          <a:ext cx="0" cy="0"/>
          <a:chOff x="0" y="0"/>
          <a:chExt cx="0" cy="0"/>
        </a:xfrm>
      </p:grpSpPr>
      <p:sp>
        <p:nvSpPr>
          <p:cNvPr id="493" name="Google Shape;493;p32"/>
          <p:cNvSpPr/>
          <p:nvPr/>
        </p:nvSpPr>
        <p:spPr>
          <a:xfrm>
            <a:off x="8210550" y="-9533"/>
            <a:ext cx="945375" cy="1937285"/>
          </a:xfrm>
          <a:custGeom>
            <a:rect b="b" l="l" r="r" t="t"/>
            <a:pathLst>
              <a:path extrusionOk="0" h="58120" w="37815">
                <a:moveTo>
                  <a:pt x="0" y="35846"/>
                </a:moveTo>
                <a:lnTo>
                  <a:pt x="37815" y="58120"/>
                </a:lnTo>
                <a:lnTo>
                  <a:pt x="37589" y="0"/>
                </a:lnTo>
                <a:lnTo>
                  <a:pt x="2413" y="32"/>
                </a:lnTo>
                <a:close/>
              </a:path>
            </a:pathLst>
          </a:custGeom>
          <a:solidFill>
            <a:schemeClr val="lt1"/>
          </a:solidFill>
          <a:ln>
            <a:noFill/>
          </a:ln>
        </p:spPr>
      </p:sp>
      <p:sp>
        <p:nvSpPr>
          <p:cNvPr id="494" name="Google Shape;494;p32"/>
          <p:cNvSpPr/>
          <p:nvPr/>
        </p:nvSpPr>
        <p:spPr>
          <a:xfrm>
            <a:off x="4614025" y="-9133"/>
            <a:ext cx="3659250" cy="1872987"/>
          </a:xfrm>
          <a:custGeom>
            <a:rect b="b" l="l" r="r" t="t"/>
            <a:pathLst>
              <a:path extrusionOk="0" h="56191" w="146370">
                <a:moveTo>
                  <a:pt x="5482" y="0"/>
                </a:moveTo>
                <a:lnTo>
                  <a:pt x="0" y="56191"/>
                </a:lnTo>
                <a:lnTo>
                  <a:pt x="144451" y="35907"/>
                </a:lnTo>
                <a:lnTo>
                  <a:pt x="146370" y="274"/>
                </a:lnTo>
                <a:close/>
              </a:path>
            </a:pathLst>
          </a:custGeom>
          <a:gradFill>
            <a:gsLst>
              <a:gs pos="0">
                <a:schemeClr val="accent3"/>
              </a:gs>
              <a:gs pos="35000">
                <a:schemeClr val="accent3"/>
              </a:gs>
              <a:gs pos="100000">
                <a:schemeClr val="accent1"/>
              </a:gs>
            </a:gsLst>
            <a:lin ang="8099331" scaled="0"/>
          </a:gradFill>
          <a:ln>
            <a:noFill/>
          </a:ln>
        </p:spPr>
      </p:sp>
      <p:sp>
        <p:nvSpPr>
          <p:cNvPr id="495" name="Google Shape;495;p32"/>
          <p:cNvSpPr txBox="1"/>
          <p:nvPr>
            <p:ph type="title"/>
          </p:nvPr>
        </p:nvSpPr>
        <p:spPr>
          <a:xfrm>
            <a:off x="115025" y="670367"/>
            <a:ext cx="5829000" cy="1600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496" name="Google Shape;496;p32"/>
          <p:cNvSpPr txBox="1"/>
          <p:nvPr>
            <p:ph idx="2"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497" name="Google Shape;497;p32"/>
          <p:cNvSpPr txBox="1"/>
          <p:nvPr>
            <p:ph idx="3" type="title"/>
          </p:nvPr>
        </p:nvSpPr>
        <p:spPr>
          <a:xfrm>
            <a:off x="2117950" y="2708267"/>
            <a:ext cx="825900" cy="481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98" name="Google Shape;498;p32"/>
          <p:cNvSpPr txBox="1"/>
          <p:nvPr>
            <p:ph idx="4" type="title"/>
          </p:nvPr>
        </p:nvSpPr>
        <p:spPr>
          <a:xfrm>
            <a:off x="3987300" y="2708267"/>
            <a:ext cx="825900" cy="481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499" name="Google Shape;499;p32"/>
          <p:cNvSpPr txBox="1"/>
          <p:nvPr>
            <p:ph idx="5" type="title"/>
          </p:nvPr>
        </p:nvSpPr>
        <p:spPr>
          <a:xfrm>
            <a:off x="389050" y="2708267"/>
            <a:ext cx="825900" cy="481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500" name="Google Shape;500;p32"/>
          <p:cNvSpPr txBox="1"/>
          <p:nvPr>
            <p:ph idx="6" type="title"/>
          </p:nvPr>
        </p:nvSpPr>
        <p:spPr>
          <a:xfrm>
            <a:off x="5858938" y="2708267"/>
            <a:ext cx="825900" cy="481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501" name="Google Shape;501;p32"/>
          <p:cNvSpPr txBox="1"/>
          <p:nvPr>
            <p:ph idx="7" type="title"/>
          </p:nvPr>
        </p:nvSpPr>
        <p:spPr>
          <a:xfrm>
            <a:off x="7730563" y="2396267"/>
            <a:ext cx="825900" cy="481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200"/>
              <a:buFont typeface="IBM Plex Sans Medium"/>
              <a:buNone/>
              <a:defRPr sz="1200">
                <a:latin typeface="IBM Plex Sans Medium"/>
                <a:ea typeface="IBM Plex Sans Medium"/>
                <a:cs typeface="IBM Plex Sans Medium"/>
                <a:sym typeface="IBM Plex Sans Medium"/>
              </a:defRPr>
            </a:lvl1pPr>
            <a:lvl2pPr lvl="1"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2pPr>
            <a:lvl3pPr lvl="2"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3pPr>
            <a:lvl4pPr lvl="3"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4pPr>
            <a:lvl5pPr lvl="4"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5pPr>
            <a:lvl6pPr lvl="5"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6pPr>
            <a:lvl7pPr lvl="6"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7pPr>
            <a:lvl8pPr lvl="7"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8pPr>
            <a:lvl9pPr lvl="8" algn="ctr">
              <a:spcBef>
                <a:spcPts val="0"/>
              </a:spcBef>
              <a:spcAft>
                <a:spcPts val="0"/>
              </a:spcAft>
              <a:buClr>
                <a:schemeClr val="lt1"/>
              </a:buClr>
              <a:buSzPts val="1200"/>
              <a:buFont typeface="IBM Plex Sans Medium"/>
              <a:buNone/>
              <a:defRPr sz="1200">
                <a:solidFill>
                  <a:schemeClr val="lt1"/>
                </a:solidFill>
                <a:latin typeface="IBM Plex Sans Medium"/>
                <a:ea typeface="IBM Plex Sans Medium"/>
                <a:cs typeface="IBM Plex Sans Medium"/>
                <a:sym typeface="IBM Plex Sans Medium"/>
              </a:defRPr>
            </a:lvl9pPr>
          </a:lstStyle>
          <a:p/>
        </p:txBody>
      </p:sp>
      <p:sp>
        <p:nvSpPr>
          <p:cNvPr id="502" name="Google Shape;502;p32"/>
          <p:cNvSpPr txBox="1"/>
          <p:nvPr>
            <p:ph idx="1" type="body"/>
          </p:nvPr>
        </p:nvSpPr>
        <p:spPr>
          <a:xfrm>
            <a:off x="148300" y="3947800"/>
            <a:ext cx="1374600" cy="14085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03" name="Google Shape;503;p32"/>
          <p:cNvSpPr txBox="1"/>
          <p:nvPr>
            <p:ph idx="8" type="body"/>
          </p:nvPr>
        </p:nvSpPr>
        <p:spPr>
          <a:xfrm>
            <a:off x="3601450" y="3947800"/>
            <a:ext cx="1579500" cy="14085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04" name="Google Shape;504;p32"/>
          <p:cNvSpPr txBox="1"/>
          <p:nvPr>
            <p:ph idx="9" type="body"/>
          </p:nvPr>
        </p:nvSpPr>
        <p:spPr>
          <a:xfrm>
            <a:off x="5565675" y="3947800"/>
            <a:ext cx="1487700" cy="14085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05" name="Google Shape;505;p32"/>
          <p:cNvSpPr txBox="1"/>
          <p:nvPr>
            <p:ph idx="13" type="body"/>
          </p:nvPr>
        </p:nvSpPr>
        <p:spPr>
          <a:xfrm>
            <a:off x="7346300" y="4259800"/>
            <a:ext cx="1649400" cy="19197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1pPr>
            <a:lvl2pPr indent="-292100" lvl="1" marL="9144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2pPr>
            <a:lvl3pPr indent="-292100" lvl="2" marL="13716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3pPr>
            <a:lvl4pPr indent="-292100" lvl="3" marL="18288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4pPr>
            <a:lvl5pPr indent="-292100" lvl="4" marL="22860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5pPr>
            <a:lvl6pPr indent="-292100" lvl="5" marL="27432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6pPr>
            <a:lvl7pPr indent="-292100" lvl="6" marL="32004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7pPr>
            <a:lvl8pPr indent="-292100" lvl="7" marL="36576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8pPr>
            <a:lvl9pPr indent="-292100" lvl="8" marL="4114800" algn="ctr">
              <a:spcBef>
                <a:spcPts val="0"/>
              </a:spcBef>
              <a:spcAft>
                <a:spcPts val="0"/>
              </a:spcAft>
              <a:buClr>
                <a:schemeClr val="lt1"/>
              </a:buClr>
              <a:buSzPts val="1000"/>
              <a:buFont typeface="Sora Medium"/>
              <a:buChar char="■"/>
              <a:defRPr sz="1000">
                <a:latin typeface="Sora Medium"/>
                <a:ea typeface="Sora Medium"/>
                <a:cs typeface="Sora Medium"/>
                <a:sym typeface="Sora Medium"/>
              </a:defRPr>
            </a:lvl9pPr>
          </a:lstStyle>
          <a:p/>
        </p:txBody>
      </p:sp>
      <p:sp>
        <p:nvSpPr>
          <p:cNvPr id="506" name="Google Shape;506;p32"/>
          <p:cNvSpPr txBox="1"/>
          <p:nvPr>
            <p:ph idx="14" type="body"/>
          </p:nvPr>
        </p:nvSpPr>
        <p:spPr>
          <a:xfrm>
            <a:off x="1842125" y="3947800"/>
            <a:ext cx="1374600" cy="1408500"/>
          </a:xfrm>
          <a:prstGeom prst="rect">
            <a:avLst/>
          </a:prstGeom>
        </p:spPr>
        <p:txBody>
          <a:bodyPr anchorCtr="0" anchor="t" bIns="91425" lIns="91425" spcFirstLastPara="1" rIns="91425" wrap="square" tIns="91425">
            <a:normAutofit/>
          </a:bodyPr>
          <a:lstStyle>
            <a:lvl1pPr indent="-292100" lvl="0" marL="457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07" name="Google Shape;507;p32"/>
          <p:cNvSpPr txBox="1"/>
          <p:nvPr>
            <p:ph idx="15"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Alt 4">
  <p:cSld name="BLANK_1_1_1_1_1_1_1_1_1_1_2_1">
    <p:spTree>
      <p:nvGrpSpPr>
        <p:cNvPr id="508" name="Shape 508"/>
        <p:cNvGrpSpPr/>
        <p:nvPr/>
      </p:nvGrpSpPr>
      <p:grpSpPr>
        <a:xfrm>
          <a:off x="0" y="0"/>
          <a:ext cx="0" cy="0"/>
          <a:chOff x="0" y="0"/>
          <a:chExt cx="0" cy="0"/>
        </a:xfrm>
      </p:grpSpPr>
      <p:grpSp>
        <p:nvGrpSpPr>
          <p:cNvPr id="509" name="Google Shape;509;p33"/>
          <p:cNvGrpSpPr/>
          <p:nvPr/>
        </p:nvGrpSpPr>
        <p:grpSpPr>
          <a:xfrm flipH="1">
            <a:off x="3199575" y="208104"/>
            <a:ext cx="1851000" cy="1633726"/>
            <a:chOff x="461225" y="3875100"/>
            <a:chExt cx="1851000" cy="1225325"/>
          </a:xfrm>
        </p:grpSpPr>
        <p:grpSp>
          <p:nvGrpSpPr>
            <p:cNvPr id="510" name="Google Shape;510;p33"/>
            <p:cNvGrpSpPr/>
            <p:nvPr/>
          </p:nvGrpSpPr>
          <p:grpSpPr>
            <a:xfrm>
              <a:off x="461225" y="3875100"/>
              <a:ext cx="1851000" cy="114600"/>
              <a:chOff x="461225" y="3504775"/>
              <a:chExt cx="1851000" cy="114600"/>
            </a:xfrm>
          </p:grpSpPr>
          <p:sp>
            <p:nvSpPr>
              <p:cNvPr id="511" name="Google Shape;511;p33"/>
              <p:cNvSpPr/>
              <p:nvPr/>
            </p:nvSpPr>
            <p:spPr>
              <a:xfrm>
                <a:off x="4612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2" name="Google Shape;512;p33"/>
              <p:cNvSpPr/>
              <p:nvPr/>
            </p:nvSpPr>
            <p:spPr>
              <a:xfrm>
                <a:off x="8314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3" name="Google Shape;513;p33"/>
              <p:cNvSpPr/>
              <p:nvPr/>
            </p:nvSpPr>
            <p:spPr>
              <a:xfrm>
                <a:off x="12016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4" name="Google Shape;514;p33"/>
              <p:cNvSpPr/>
              <p:nvPr/>
            </p:nvSpPr>
            <p:spPr>
              <a:xfrm>
                <a:off x="15718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5" name="Google Shape;515;p33"/>
              <p:cNvSpPr/>
              <p:nvPr/>
            </p:nvSpPr>
            <p:spPr>
              <a:xfrm>
                <a:off x="19420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16" name="Google Shape;516;p33"/>
            <p:cNvGrpSpPr/>
            <p:nvPr/>
          </p:nvGrpSpPr>
          <p:grpSpPr>
            <a:xfrm>
              <a:off x="461225" y="3989700"/>
              <a:ext cx="1480800" cy="1110725"/>
              <a:chOff x="461225" y="3249175"/>
              <a:chExt cx="1480800" cy="1110725"/>
            </a:xfrm>
          </p:grpSpPr>
          <p:sp>
            <p:nvSpPr>
              <p:cNvPr id="517" name="Google Shape;517;p33"/>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8" name="Google Shape;518;p33"/>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19" name="Google Shape;519;p33"/>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20" name="Google Shape;520;p33"/>
              <p:cNvSpPr/>
              <p:nvPr/>
            </p:nvSpPr>
            <p:spPr>
              <a:xfrm>
                <a:off x="1201625" y="3989700"/>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21" name="Google Shape;521;p33"/>
            <p:cNvGrpSpPr/>
            <p:nvPr/>
          </p:nvGrpSpPr>
          <p:grpSpPr>
            <a:xfrm>
              <a:off x="831425" y="4360025"/>
              <a:ext cx="1480800" cy="370200"/>
              <a:chOff x="831425" y="3249175"/>
              <a:chExt cx="1480800" cy="370200"/>
            </a:xfrm>
          </p:grpSpPr>
          <p:sp>
            <p:nvSpPr>
              <p:cNvPr id="522" name="Google Shape;522;p33"/>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23" name="Google Shape;523;p33"/>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24" name="Google Shape;524;p33"/>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25" name="Google Shape;525;p33"/>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526" name="Google Shape;526;p33"/>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527" name="Google Shape;527;p33"/>
          <p:cNvSpPr/>
          <p:nvPr/>
        </p:nvSpPr>
        <p:spPr>
          <a:xfrm>
            <a:off x="5023375" y="5326500"/>
            <a:ext cx="3941541" cy="1531527"/>
          </a:xfrm>
          <a:custGeom>
            <a:rect b="b" l="l" r="r" t="t"/>
            <a:pathLst>
              <a:path extrusionOk="0" h="47273" w="109754">
                <a:moveTo>
                  <a:pt x="93188" y="0"/>
                </a:moveTo>
                <a:lnTo>
                  <a:pt x="91918" y="29"/>
                </a:lnTo>
                <a:lnTo>
                  <a:pt x="90619" y="87"/>
                </a:lnTo>
                <a:lnTo>
                  <a:pt x="89292" y="144"/>
                </a:lnTo>
                <a:lnTo>
                  <a:pt x="87906" y="260"/>
                </a:lnTo>
                <a:lnTo>
                  <a:pt x="86521" y="404"/>
                </a:lnTo>
                <a:lnTo>
                  <a:pt x="85107" y="606"/>
                </a:lnTo>
                <a:lnTo>
                  <a:pt x="83664" y="808"/>
                </a:lnTo>
                <a:lnTo>
                  <a:pt x="82163" y="1039"/>
                </a:lnTo>
                <a:lnTo>
                  <a:pt x="80663" y="1328"/>
                </a:lnTo>
                <a:lnTo>
                  <a:pt x="79162" y="1616"/>
                </a:lnTo>
                <a:lnTo>
                  <a:pt x="77604" y="1963"/>
                </a:lnTo>
                <a:lnTo>
                  <a:pt x="76045" y="2309"/>
                </a:lnTo>
                <a:lnTo>
                  <a:pt x="74458" y="2713"/>
                </a:lnTo>
                <a:lnTo>
                  <a:pt x="72842" y="3146"/>
                </a:lnTo>
                <a:lnTo>
                  <a:pt x="71226" y="3579"/>
                </a:lnTo>
                <a:lnTo>
                  <a:pt x="69581" y="4069"/>
                </a:lnTo>
                <a:lnTo>
                  <a:pt x="67907" y="4560"/>
                </a:lnTo>
                <a:lnTo>
                  <a:pt x="66233" y="5108"/>
                </a:lnTo>
                <a:lnTo>
                  <a:pt x="64559" y="5657"/>
                </a:lnTo>
                <a:lnTo>
                  <a:pt x="62856" y="6263"/>
                </a:lnTo>
                <a:lnTo>
                  <a:pt x="61154" y="6869"/>
                </a:lnTo>
                <a:lnTo>
                  <a:pt x="59422" y="7504"/>
                </a:lnTo>
                <a:lnTo>
                  <a:pt x="57690" y="8167"/>
                </a:lnTo>
                <a:lnTo>
                  <a:pt x="55959" y="8860"/>
                </a:lnTo>
                <a:lnTo>
                  <a:pt x="54227" y="9582"/>
                </a:lnTo>
                <a:lnTo>
                  <a:pt x="52467" y="10332"/>
                </a:lnTo>
                <a:lnTo>
                  <a:pt x="50735" y="11082"/>
                </a:lnTo>
                <a:lnTo>
                  <a:pt x="48975" y="11890"/>
                </a:lnTo>
                <a:lnTo>
                  <a:pt x="47214" y="12698"/>
                </a:lnTo>
                <a:lnTo>
                  <a:pt x="45454" y="13535"/>
                </a:lnTo>
                <a:lnTo>
                  <a:pt x="43694" y="14401"/>
                </a:lnTo>
                <a:lnTo>
                  <a:pt x="41933" y="15296"/>
                </a:lnTo>
                <a:lnTo>
                  <a:pt x="40230" y="16190"/>
                </a:lnTo>
                <a:lnTo>
                  <a:pt x="38528" y="17085"/>
                </a:lnTo>
                <a:lnTo>
                  <a:pt x="36825" y="18009"/>
                </a:lnTo>
                <a:lnTo>
                  <a:pt x="35122" y="18961"/>
                </a:lnTo>
                <a:lnTo>
                  <a:pt x="33477" y="19913"/>
                </a:lnTo>
                <a:lnTo>
                  <a:pt x="31832" y="20895"/>
                </a:lnTo>
                <a:lnTo>
                  <a:pt x="30187" y="21876"/>
                </a:lnTo>
                <a:lnTo>
                  <a:pt x="28600" y="22857"/>
                </a:lnTo>
                <a:lnTo>
                  <a:pt x="27013" y="23867"/>
                </a:lnTo>
                <a:lnTo>
                  <a:pt x="25454" y="24877"/>
                </a:lnTo>
                <a:lnTo>
                  <a:pt x="23925" y="25887"/>
                </a:lnTo>
                <a:lnTo>
                  <a:pt x="22395" y="26926"/>
                </a:lnTo>
                <a:lnTo>
                  <a:pt x="20923" y="27965"/>
                </a:lnTo>
                <a:lnTo>
                  <a:pt x="19480" y="29004"/>
                </a:lnTo>
                <a:lnTo>
                  <a:pt x="18037" y="30072"/>
                </a:lnTo>
                <a:lnTo>
                  <a:pt x="16652" y="31111"/>
                </a:lnTo>
                <a:lnTo>
                  <a:pt x="15354" y="32150"/>
                </a:lnTo>
                <a:lnTo>
                  <a:pt x="14084" y="33160"/>
                </a:lnTo>
                <a:lnTo>
                  <a:pt x="12843" y="34199"/>
                </a:lnTo>
                <a:lnTo>
                  <a:pt x="11631" y="35209"/>
                </a:lnTo>
                <a:lnTo>
                  <a:pt x="10447" y="36248"/>
                </a:lnTo>
                <a:lnTo>
                  <a:pt x="9293" y="37258"/>
                </a:lnTo>
                <a:lnTo>
                  <a:pt x="8196" y="38297"/>
                </a:lnTo>
                <a:lnTo>
                  <a:pt x="7129" y="39307"/>
                </a:lnTo>
                <a:lnTo>
                  <a:pt x="6090" y="40317"/>
                </a:lnTo>
                <a:lnTo>
                  <a:pt x="5108" y="41327"/>
                </a:lnTo>
                <a:lnTo>
                  <a:pt x="4156" y="42337"/>
                </a:lnTo>
                <a:lnTo>
                  <a:pt x="3233" y="43347"/>
                </a:lnTo>
                <a:lnTo>
                  <a:pt x="2367" y="44357"/>
                </a:lnTo>
                <a:lnTo>
                  <a:pt x="1530" y="45339"/>
                </a:lnTo>
                <a:lnTo>
                  <a:pt x="751" y="46320"/>
                </a:lnTo>
                <a:lnTo>
                  <a:pt x="0" y="47272"/>
                </a:lnTo>
                <a:lnTo>
                  <a:pt x="76016" y="47272"/>
                </a:lnTo>
                <a:lnTo>
                  <a:pt x="78152" y="45916"/>
                </a:lnTo>
                <a:lnTo>
                  <a:pt x="80230" y="44531"/>
                </a:lnTo>
                <a:lnTo>
                  <a:pt x="82250" y="43145"/>
                </a:lnTo>
                <a:lnTo>
                  <a:pt x="84241" y="41731"/>
                </a:lnTo>
                <a:lnTo>
                  <a:pt x="86146" y="40317"/>
                </a:lnTo>
                <a:lnTo>
                  <a:pt x="88022" y="38903"/>
                </a:lnTo>
                <a:lnTo>
                  <a:pt x="89840" y="37460"/>
                </a:lnTo>
                <a:lnTo>
                  <a:pt x="91572" y="36046"/>
                </a:lnTo>
                <a:lnTo>
                  <a:pt x="93245" y="34603"/>
                </a:lnTo>
                <a:lnTo>
                  <a:pt x="94862" y="33160"/>
                </a:lnTo>
                <a:lnTo>
                  <a:pt x="96420" y="31717"/>
                </a:lnTo>
                <a:lnTo>
                  <a:pt x="97892" y="30303"/>
                </a:lnTo>
                <a:lnTo>
                  <a:pt x="99277" y="28860"/>
                </a:lnTo>
                <a:lnTo>
                  <a:pt x="100605" y="27446"/>
                </a:lnTo>
                <a:lnTo>
                  <a:pt x="101846" y="26060"/>
                </a:lnTo>
                <a:lnTo>
                  <a:pt x="103000" y="24646"/>
                </a:lnTo>
                <a:lnTo>
                  <a:pt x="104068" y="23290"/>
                </a:lnTo>
                <a:lnTo>
                  <a:pt x="105049" y="21934"/>
                </a:lnTo>
                <a:lnTo>
                  <a:pt x="105944" y="20606"/>
                </a:lnTo>
                <a:lnTo>
                  <a:pt x="106752" y="19307"/>
                </a:lnTo>
                <a:lnTo>
                  <a:pt x="107444" y="18037"/>
                </a:lnTo>
                <a:lnTo>
                  <a:pt x="107791" y="17431"/>
                </a:lnTo>
                <a:lnTo>
                  <a:pt x="108079" y="16796"/>
                </a:lnTo>
                <a:lnTo>
                  <a:pt x="108339" y="16190"/>
                </a:lnTo>
                <a:lnTo>
                  <a:pt x="108599" y="15584"/>
                </a:lnTo>
                <a:lnTo>
                  <a:pt x="108830" y="15007"/>
                </a:lnTo>
                <a:lnTo>
                  <a:pt x="109032" y="14401"/>
                </a:lnTo>
                <a:lnTo>
                  <a:pt x="109205" y="13824"/>
                </a:lnTo>
                <a:lnTo>
                  <a:pt x="109349" y="13218"/>
                </a:lnTo>
                <a:lnTo>
                  <a:pt x="109493" y="12670"/>
                </a:lnTo>
                <a:lnTo>
                  <a:pt x="109609" y="12092"/>
                </a:lnTo>
                <a:lnTo>
                  <a:pt x="109667" y="11544"/>
                </a:lnTo>
                <a:lnTo>
                  <a:pt x="109724" y="10996"/>
                </a:lnTo>
                <a:lnTo>
                  <a:pt x="109753" y="10447"/>
                </a:lnTo>
                <a:lnTo>
                  <a:pt x="109753" y="9928"/>
                </a:lnTo>
                <a:lnTo>
                  <a:pt x="109753" y="9437"/>
                </a:lnTo>
                <a:lnTo>
                  <a:pt x="109695" y="8918"/>
                </a:lnTo>
                <a:lnTo>
                  <a:pt x="109609" y="8427"/>
                </a:lnTo>
                <a:lnTo>
                  <a:pt x="109522" y="7965"/>
                </a:lnTo>
                <a:lnTo>
                  <a:pt x="109378" y="7504"/>
                </a:lnTo>
                <a:lnTo>
                  <a:pt x="109234" y="7042"/>
                </a:lnTo>
                <a:lnTo>
                  <a:pt x="109060" y="6609"/>
                </a:lnTo>
                <a:lnTo>
                  <a:pt x="108858" y="6176"/>
                </a:lnTo>
                <a:lnTo>
                  <a:pt x="108656" y="5801"/>
                </a:lnTo>
                <a:lnTo>
                  <a:pt x="108426" y="5426"/>
                </a:lnTo>
                <a:lnTo>
                  <a:pt x="108195" y="5079"/>
                </a:lnTo>
                <a:lnTo>
                  <a:pt x="107935" y="4733"/>
                </a:lnTo>
                <a:lnTo>
                  <a:pt x="107646" y="4416"/>
                </a:lnTo>
                <a:lnTo>
                  <a:pt x="107358" y="4098"/>
                </a:lnTo>
                <a:lnTo>
                  <a:pt x="107011" y="3810"/>
                </a:lnTo>
                <a:lnTo>
                  <a:pt x="106694" y="3492"/>
                </a:lnTo>
                <a:lnTo>
                  <a:pt x="106319" y="3232"/>
                </a:lnTo>
                <a:lnTo>
                  <a:pt x="105944" y="2944"/>
                </a:lnTo>
                <a:lnTo>
                  <a:pt x="105568" y="2684"/>
                </a:lnTo>
                <a:lnTo>
                  <a:pt x="105164" y="2453"/>
                </a:lnTo>
                <a:lnTo>
                  <a:pt x="104732" y="2222"/>
                </a:lnTo>
                <a:lnTo>
                  <a:pt x="104270" y="1991"/>
                </a:lnTo>
                <a:lnTo>
                  <a:pt x="103808" y="1789"/>
                </a:lnTo>
                <a:lnTo>
                  <a:pt x="103317" y="1587"/>
                </a:lnTo>
                <a:lnTo>
                  <a:pt x="102307" y="1212"/>
                </a:lnTo>
                <a:lnTo>
                  <a:pt x="101211" y="895"/>
                </a:lnTo>
                <a:lnTo>
                  <a:pt x="100027" y="635"/>
                </a:lnTo>
                <a:lnTo>
                  <a:pt x="98815" y="404"/>
                </a:lnTo>
                <a:lnTo>
                  <a:pt x="97517" y="231"/>
                </a:lnTo>
                <a:lnTo>
                  <a:pt x="96131" y="116"/>
                </a:lnTo>
                <a:lnTo>
                  <a:pt x="94688" y="29"/>
                </a:lnTo>
                <a:lnTo>
                  <a:pt x="93188" y="0"/>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u="sng">
              <a:solidFill>
                <a:schemeClr val="lt1"/>
              </a:solidFill>
              <a:latin typeface="Sora"/>
              <a:ea typeface="Sora"/>
              <a:cs typeface="Sora"/>
              <a:sym typeface="Sora"/>
            </a:endParaRPr>
          </a:p>
        </p:txBody>
      </p:sp>
      <p:sp>
        <p:nvSpPr>
          <p:cNvPr id="528" name="Google Shape;528;p33"/>
          <p:cNvSpPr/>
          <p:nvPr/>
        </p:nvSpPr>
        <p:spPr>
          <a:xfrm rot="5400000">
            <a:off x="6212269" y="3926263"/>
            <a:ext cx="1217321" cy="4646142"/>
          </a:xfrm>
          <a:custGeom>
            <a:rect b="b" l="l" r="r" t="t"/>
            <a:pathLst>
              <a:path extrusionOk="0" fill="none" h="93762" w="39886">
                <a:moveTo>
                  <a:pt x="39886" y="0"/>
                </a:moveTo>
                <a:lnTo>
                  <a:pt x="7330" y="0"/>
                </a:lnTo>
                <a:lnTo>
                  <a:pt x="7330" y="0"/>
                </a:lnTo>
                <a:lnTo>
                  <a:pt x="6362" y="3051"/>
                </a:lnTo>
                <a:lnTo>
                  <a:pt x="5470" y="6176"/>
                </a:lnTo>
                <a:lnTo>
                  <a:pt x="4614" y="9413"/>
                </a:lnTo>
                <a:lnTo>
                  <a:pt x="3832" y="12725"/>
                </a:lnTo>
                <a:lnTo>
                  <a:pt x="3088" y="16148"/>
                </a:lnTo>
                <a:lnTo>
                  <a:pt x="2456" y="19608"/>
                </a:lnTo>
                <a:lnTo>
                  <a:pt x="1860" y="23143"/>
                </a:lnTo>
                <a:lnTo>
                  <a:pt x="1340" y="26715"/>
                </a:lnTo>
                <a:lnTo>
                  <a:pt x="1340" y="26715"/>
                </a:lnTo>
                <a:lnTo>
                  <a:pt x="930" y="29989"/>
                </a:lnTo>
                <a:lnTo>
                  <a:pt x="633" y="33263"/>
                </a:lnTo>
                <a:lnTo>
                  <a:pt x="372" y="36463"/>
                </a:lnTo>
                <a:lnTo>
                  <a:pt x="186" y="39625"/>
                </a:lnTo>
                <a:lnTo>
                  <a:pt x="37" y="42714"/>
                </a:lnTo>
                <a:lnTo>
                  <a:pt x="0" y="45802"/>
                </a:lnTo>
                <a:lnTo>
                  <a:pt x="0" y="48778"/>
                </a:lnTo>
                <a:lnTo>
                  <a:pt x="112" y="51755"/>
                </a:lnTo>
                <a:lnTo>
                  <a:pt x="223" y="54620"/>
                </a:lnTo>
                <a:lnTo>
                  <a:pt x="447" y="57448"/>
                </a:lnTo>
                <a:lnTo>
                  <a:pt x="707" y="60201"/>
                </a:lnTo>
                <a:lnTo>
                  <a:pt x="1042" y="62843"/>
                </a:lnTo>
                <a:lnTo>
                  <a:pt x="1414" y="65447"/>
                </a:lnTo>
                <a:lnTo>
                  <a:pt x="1860" y="67940"/>
                </a:lnTo>
                <a:lnTo>
                  <a:pt x="2381" y="70358"/>
                </a:lnTo>
                <a:lnTo>
                  <a:pt x="2939" y="72665"/>
                </a:lnTo>
                <a:lnTo>
                  <a:pt x="3535" y="74898"/>
                </a:lnTo>
                <a:lnTo>
                  <a:pt x="4204" y="77018"/>
                </a:lnTo>
                <a:lnTo>
                  <a:pt x="4949" y="79028"/>
                </a:lnTo>
                <a:lnTo>
                  <a:pt x="5321" y="79995"/>
                </a:lnTo>
                <a:lnTo>
                  <a:pt x="5693" y="80925"/>
                </a:lnTo>
                <a:lnTo>
                  <a:pt x="6102" y="81855"/>
                </a:lnTo>
                <a:lnTo>
                  <a:pt x="6549" y="82748"/>
                </a:lnTo>
                <a:lnTo>
                  <a:pt x="6958" y="83567"/>
                </a:lnTo>
                <a:lnTo>
                  <a:pt x="7404" y="84385"/>
                </a:lnTo>
                <a:lnTo>
                  <a:pt x="7851" y="85204"/>
                </a:lnTo>
                <a:lnTo>
                  <a:pt x="8334" y="85948"/>
                </a:lnTo>
                <a:lnTo>
                  <a:pt x="8818" y="86692"/>
                </a:lnTo>
                <a:lnTo>
                  <a:pt x="9302" y="87362"/>
                </a:lnTo>
                <a:lnTo>
                  <a:pt x="9786" y="88032"/>
                </a:lnTo>
                <a:lnTo>
                  <a:pt x="10306" y="88664"/>
                </a:lnTo>
                <a:lnTo>
                  <a:pt x="10827" y="89259"/>
                </a:lnTo>
                <a:lnTo>
                  <a:pt x="11385" y="89818"/>
                </a:lnTo>
                <a:lnTo>
                  <a:pt x="11906" y="90338"/>
                </a:lnTo>
                <a:lnTo>
                  <a:pt x="12464" y="90822"/>
                </a:lnTo>
                <a:lnTo>
                  <a:pt x="13060" y="91306"/>
                </a:lnTo>
                <a:lnTo>
                  <a:pt x="13618" y="91715"/>
                </a:lnTo>
                <a:lnTo>
                  <a:pt x="14213" y="92087"/>
                </a:lnTo>
                <a:lnTo>
                  <a:pt x="14808" y="92422"/>
                </a:lnTo>
                <a:lnTo>
                  <a:pt x="15404" y="92757"/>
                </a:lnTo>
                <a:lnTo>
                  <a:pt x="16036" y="93017"/>
                </a:lnTo>
                <a:lnTo>
                  <a:pt x="16669" y="93241"/>
                </a:lnTo>
                <a:lnTo>
                  <a:pt x="17301" y="93427"/>
                </a:lnTo>
                <a:lnTo>
                  <a:pt x="17971" y="93575"/>
                </a:lnTo>
                <a:lnTo>
                  <a:pt x="18604" y="93687"/>
                </a:lnTo>
                <a:lnTo>
                  <a:pt x="18604" y="93687"/>
                </a:lnTo>
                <a:lnTo>
                  <a:pt x="19311" y="93762"/>
                </a:lnTo>
                <a:lnTo>
                  <a:pt x="20017" y="93762"/>
                </a:lnTo>
                <a:lnTo>
                  <a:pt x="20017" y="93762"/>
                </a:lnTo>
                <a:lnTo>
                  <a:pt x="20650" y="93762"/>
                </a:lnTo>
                <a:lnTo>
                  <a:pt x="21320" y="93687"/>
                </a:lnTo>
                <a:lnTo>
                  <a:pt x="21952" y="93613"/>
                </a:lnTo>
                <a:lnTo>
                  <a:pt x="22622" y="93464"/>
                </a:lnTo>
                <a:lnTo>
                  <a:pt x="23254" y="93315"/>
                </a:lnTo>
                <a:lnTo>
                  <a:pt x="23924" y="93092"/>
                </a:lnTo>
                <a:lnTo>
                  <a:pt x="24557" y="92831"/>
                </a:lnTo>
                <a:lnTo>
                  <a:pt x="25189" y="92571"/>
                </a:lnTo>
                <a:lnTo>
                  <a:pt x="25859" y="92236"/>
                </a:lnTo>
                <a:lnTo>
                  <a:pt x="26491" y="91901"/>
                </a:lnTo>
                <a:lnTo>
                  <a:pt x="27124" y="91529"/>
                </a:lnTo>
                <a:lnTo>
                  <a:pt x="27794" y="91083"/>
                </a:lnTo>
                <a:lnTo>
                  <a:pt x="28426" y="90636"/>
                </a:lnTo>
                <a:lnTo>
                  <a:pt x="29059" y="90152"/>
                </a:lnTo>
                <a:lnTo>
                  <a:pt x="29691" y="89632"/>
                </a:lnTo>
                <a:lnTo>
                  <a:pt x="30324" y="89073"/>
                </a:lnTo>
                <a:lnTo>
                  <a:pt x="30956" y="88515"/>
                </a:lnTo>
                <a:lnTo>
                  <a:pt x="31589" y="87883"/>
                </a:lnTo>
                <a:lnTo>
                  <a:pt x="32221" y="87250"/>
                </a:lnTo>
                <a:lnTo>
                  <a:pt x="32817" y="86581"/>
                </a:lnTo>
                <a:lnTo>
                  <a:pt x="33449" y="85874"/>
                </a:lnTo>
                <a:lnTo>
                  <a:pt x="34045" y="85129"/>
                </a:lnTo>
                <a:lnTo>
                  <a:pt x="35272" y="83567"/>
                </a:lnTo>
                <a:lnTo>
                  <a:pt x="36463" y="81892"/>
                </a:lnTo>
                <a:lnTo>
                  <a:pt x="37616" y="80107"/>
                </a:lnTo>
                <a:lnTo>
                  <a:pt x="38770" y="78209"/>
                </a:lnTo>
                <a:lnTo>
                  <a:pt x="39886" y="76200"/>
                </a:lnTo>
                <a:lnTo>
                  <a:pt x="39886" y="0"/>
                </a:lnTo>
                <a:lnTo>
                  <a:pt x="39886"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529" name="Google Shape;529;p33"/>
          <p:cNvSpPr txBox="1"/>
          <p:nvPr>
            <p:ph idx="2" type="title"/>
          </p:nvPr>
        </p:nvSpPr>
        <p:spPr>
          <a:xfrm>
            <a:off x="115025" y="670367"/>
            <a:ext cx="3941700" cy="1600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530" name="Google Shape;530;p33"/>
          <p:cNvSpPr/>
          <p:nvPr/>
        </p:nvSpPr>
        <p:spPr>
          <a:xfrm>
            <a:off x="1643225" y="-967"/>
            <a:ext cx="5761425" cy="949043"/>
          </a:xfrm>
          <a:custGeom>
            <a:rect b="b" l="l" r="r" t="t"/>
            <a:pathLst>
              <a:path extrusionOk="0" h="28472" w="230457">
                <a:moveTo>
                  <a:pt x="0" y="0"/>
                </a:moveTo>
                <a:lnTo>
                  <a:pt x="230457" y="28472"/>
                </a:lnTo>
                <a:lnTo>
                  <a:pt x="220381" y="20"/>
                </a:lnTo>
                <a:close/>
              </a:path>
            </a:pathLst>
          </a:custGeom>
          <a:solidFill>
            <a:schemeClr val="lt1"/>
          </a:solidFill>
          <a:ln>
            <a:noFill/>
          </a:ln>
        </p:spPr>
      </p:sp>
      <p:sp>
        <p:nvSpPr>
          <p:cNvPr id="531" name="Google Shape;531;p33"/>
          <p:cNvSpPr/>
          <p:nvPr/>
        </p:nvSpPr>
        <p:spPr>
          <a:xfrm>
            <a:off x="7140700" y="-1800"/>
            <a:ext cx="2003375" cy="952276"/>
          </a:xfrm>
          <a:custGeom>
            <a:rect b="b" l="l" r="r" t="t"/>
            <a:pathLst>
              <a:path extrusionOk="0" h="28569" w="80135">
                <a:moveTo>
                  <a:pt x="10558" y="28569"/>
                </a:moveTo>
                <a:lnTo>
                  <a:pt x="67491" y="18220"/>
                </a:lnTo>
                <a:lnTo>
                  <a:pt x="80135" y="0"/>
                </a:lnTo>
                <a:lnTo>
                  <a:pt x="0" y="45"/>
                </a:lnTo>
                <a:close/>
              </a:path>
            </a:pathLst>
          </a:custGeom>
          <a:gradFill>
            <a:gsLst>
              <a:gs pos="0">
                <a:schemeClr val="accent2"/>
              </a:gs>
              <a:gs pos="21000">
                <a:schemeClr val="lt2"/>
              </a:gs>
              <a:gs pos="49000">
                <a:schemeClr val="accent1"/>
              </a:gs>
              <a:gs pos="75000">
                <a:schemeClr val="accent3"/>
              </a:gs>
              <a:gs pos="100000">
                <a:schemeClr val="accent4"/>
              </a:gs>
            </a:gsLst>
            <a:lin ang="0" scaled="0"/>
          </a:gradFill>
          <a:ln>
            <a:noFill/>
          </a:ln>
          <a:effectLst>
            <a:outerShdw blurRad="314325" rotWithShape="0" algn="bl" dir="5400000" dist="28575">
              <a:schemeClr val="accent4">
                <a:alpha val="24000"/>
              </a:schemeClr>
            </a:outerShdw>
          </a:effectLst>
        </p:spPr>
      </p:sp>
      <p:sp>
        <p:nvSpPr>
          <p:cNvPr id="532" name="Google Shape;532;p33"/>
          <p:cNvSpPr txBox="1"/>
          <p:nvPr>
            <p:ph idx="3"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orient="horz" pos="422">
          <p15:clr>
            <a:srgbClr val="E46962"/>
          </p15:clr>
        </p15:guide>
      </p15:sldGuideLst>
    </p:ext>
  </p:extLst>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eps">
  <p:cSld name="BLANK_1_1_1_1_1_1_1_1_1_1_2_1_1">
    <p:spTree>
      <p:nvGrpSpPr>
        <p:cNvPr id="533" name="Shape 533"/>
        <p:cNvGrpSpPr/>
        <p:nvPr/>
      </p:nvGrpSpPr>
      <p:grpSpPr>
        <a:xfrm>
          <a:off x="0" y="0"/>
          <a:ext cx="0" cy="0"/>
          <a:chOff x="0" y="0"/>
          <a:chExt cx="0" cy="0"/>
        </a:xfrm>
      </p:grpSpPr>
      <p:grpSp>
        <p:nvGrpSpPr>
          <p:cNvPr id="534" name="Google Shape;534;p34"/>
          <p:cNvGrpSpPr/>
          <p:nvPr/>
        </p:nvGrpSpPr>
        <p:grpSpPr>
          <a:xfrm flipH="1">
            <a:off x="3199575" y="208104"/>
            <a:ext cx="1851000" cy="1633726"/>
            <a:chOff x="461225" y="3875100"/>
            <a:chExt cx="1851000" cy="1225325"/>
          </a:xfrm>
        </p:grpSpPr>
        <p:grpSp>
          <p:nvGrpSpPr>
            <p:cNvPr id="535" name="Google Shape;535;p34"/>
            <p:cNvGrpSpPr/>
            <p:nvPr/>
          </p:nvGrpSpPr>
          <p:grpSpPr>
            <a:xfrm>
              <a:off x="461225" y="3875100"/>
              <a:ext cx="1851000" cy="114600"/>
              <a:chOff x="461225" y="3504775"/>
              <a:chExt cx="1851000" cy="114600"/>
            </a:xfrm>
          </p:grpSpPr>
          <p:sp>
            <p:nvSpPr>
              <p:cNvPr id="536" name="Google Shape;536;p34"/>
              <p:cNvSpPr/>
              <p:nvPr/>
            </p:nvSpPr>
            <p:spPr>
              <a:xfrm>
                <a:off x="4612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37" name="Google Shape;537;p34"/>
              <p:cNvSpPr/>
              <p:nvPr/>
            </p:nvSpPr>
            <p:spPr>
              <a:xfrm>
                <a:off x="8314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38" name="Google Shape;538;p34"/>
              <p:cNvSpPr/>
              <p:nvPr/>
            </p:nvSpPr>
            <p:spPr>
              <a:xfrm>
                <a:off x="12016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39" name="Google Shape;539;p34"/>
              <p:cNvSpPr/>
              <p:nvPr/>
            </p:nvSpPr>
            <p:spPr>
              <a:xfrm>
                <a:off x="15718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0" name="Google Shape;540;p34"/>
              <p:cNvSpPr/>
              <p:nvPr/>
            </p:nvSpPr>
            <p:spPr>
              <a:xfrm>
                <a:off x="1942025" y="3504775"/>
                <a:ext cx="370200" cy="1146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41" name="Google Shape;541;p34"/>
            <p:cNvGrpSpPr/>
            <p:nvPr/>
          </p:nvGrpSpPr>
          <p:grpSpPr>
            <a:xfrm>
              <a:off x="461225" y="3989700"/>
              <a:ext cx="1480800" cy="1110725"/>
              <a:chOff x="461225" y="3249175"/>
              <a:chExt cx="1480800" cy="1110725"/>
            </a:xfrm>
          </p:grpSpPr>
          <p:sp>
            <p:nvSpPr>
              <p:cNvPr id="542" name="Google Shape;542;p34"/>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3" name="Google Shape;543;p34"/>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4" name="Google Shape;544;p34"/>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5" name="Google Shape;545;p34"/>
              <p:cNvSpPr/>
              <p:nvPr/>
            </p:nvSpPr>
            <p:spPr>
              <a:xfrm>
                <a:off x="1201625" y="3989700"/>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46" name="Google Shape;546;p34"/>
            <p:cNvGrpSpPr/>
            <p:nvPr/>
          </p:nvGrpSpPr>
          <p:grpSpPr>
            <a:xfrm>
              <a:off x="831425" y="4360025"/>
              <a:ext cx="1480800" cy="370200"/>
              <a:chOff x="831425" y="3249175"/>
              <a:chExt cx="1480800" cy="370200"/>
            </a:xfrm>
          </p:grpSpPr>
          <p:sp>
            <p:nvSpPr>
              <p:cNvPr id="547" name="Google Shape;547;p34"/>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8" name="Google Shape;548;p34"/>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49" name="Google Shape;549;p34"/>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50" name="Google Shape;550;p34"/>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551" name="Google Shape;551;p34"/>
          <p:cNvSpPr/>
          <p:nvPr/>
        </p:nvSpPr>
        <p:spPr>
          <a:xfrm>
            <a:off x="5023375" y="5326500"/>
            <a:ext cx="3941541" cy="1531527"/>
          </a:xfrm>
          <a:custGeom>
            <a:rect b="b" l="l" r="r" t="t"/>
            <a:pathLst>
              <a:path extrusionOk="0" h="47273" w="109754">
                <a:moveTo>
                  <a:pt x="93188" y="0"/>
                </a:moveTo>
                <a:lnTo>
                  <a:pt x="91918" y="29"/>
                </a:lnTo>
                <a:lnTo>
                  <a:pt x="90619" y="87"/>
                </a:lnTo>
                <a:lnTo>
                  <a:pt x="89292" y="144"/>
                </a:lnTo>
                <a:lnTo>
                  <a:pt x="87906" y="260"/>
                </a:lnTo>
                <a:lnTo>
                  <a:pt x="86521" y="404"/>
                </a:lnTo>
                <a:lnTo>
                  <a:pt x="85107" y="606"/>
                </a:lnTo>
                <a:lnTo>
                  <a:pt x="83664" y="808"/>
                </a:lnTo>
                <a:lnTo>
                  <a:pt x="82163" y="1039"/>
                </a:lnTo>
                <a:lnTo>
                  <a:pt x="80663" y="1328"/>
                </a:lnTo>
                <a:lnTo>
                  <a:pt x="79162" y="1616"/>
                </a:lnTo>
                <a:lnTo>
                  <a:pt x="77604" y="1963"/>
                </a:lnTo>
                <a:lnTo>
                  <a:pt x="76045" y="2309"/>
                </a:lnTo>
                <a:lnTo>
                  <a:pt x="74458" y="2713"/>
                </a:lnTo>
                <a:lnTo>
                  <a:pt x="72842" y="3146"/>
                </a:lnTo>
                <a:lnTo>
                  <a:pt x="71226" y="3579"/>
                </a:lnTo>
                <a:lnTo>
                  <a:pt x="69581" y="4069"/>
                </a:lnTo>
                <a:lnTo>
                  <a:pt x="67907" y="4560"/>
                </a:lnTo>
                <a:lnTo>
                  <a:pt x="66233" y="5108"/>
                </a:lnTo>
                <a:lnTo>
                  <a:pt x="64559" y="5657"/>
                </a:lnTo>
                <a:lnTo>
                  <a:pt x="62856" y="6263"/>
                </a:lnTo>
                <a:lnTo>
                  <a:pt x="61154" y="6869"/>
                </a:lnTo>
                <a:lnTo>
                  <a:pt x="59422" y="7504"/>
                </a:lnTo>
                <a:lnTo>
                  <a:pt x="57690" y="8167"/>
                </a:lnTo>
                <a:lnTo>
                  <a:pt x="55959" y="8860"/>
                </a:lnTo>
                <a:lnTo>
                  <a:pt x="54227" y="9582"/>
                </a:lnTo>
                <a:lnTo>
                  <a:pt x="52467" y="10332"/>
                </a:lnTo>
                <a:lnTo>
                  <a:pt x="50735" y="11082"/>
                </a:lnTo>
                <a:lnTo>
                  <a:pt x="48975" y="11890"/>
                </a:lnTo>
                <a:lnTo>
                  <a:pt x="47214" y="12698"/>
                </a:lnTo>
                <a:lnTo>
                  <a:pt x="45454" y="13535"/>
                </a:lnTo>
                <a:lnTo>
                  <a:pt x="43694" y="14401"/>
                </a:lnTo>
                <a:lnTo>
                  <a:pt x="41933" y="15296"/>
                </a:lnTo>
                <a:lnTo>
                  <a:pt x="40230" y="16190"/>
                </a:lnTo>
                <a:lnTo>
                  <a:pt x="38528" y="17085"/>
                </a:lnTo>
                <a:lnTo>
                  <a:pt x="36825" y="18009"/>
                </a:lnTo>
                <a:lnTo>
                  <a:pt x="35122" y="18961"/>
                </a:lnTo>
                <a:lnTo>
                  <a:pt x="33477" y="19913"/>
                </a:lnTo>
                <a:lnTo>
                  <a:pt x="31832" y="20895"/>
                </a:lnTo>
                <a:lnTo>
                  <a:pt x="30187" y="21876"/>
                </a:lnTo>
                <a:lnTo>
                  <a:pt x="28600" y="22857"/>
                </a:lnTo>
                <a:lnTo>
                  <a:pt x="27013" y="23867"/>
                </a:lnTo>
                <a:lnTo>
                  <a:pt x="25454" y="24877"/>
                </a:lnTo>
                <a:lnTo>
                  <a:pt x="23925" y="25887"/>
                </a:lnTo>
                <a:lnTo>
                  <a:pt x="22395" y="26926"/>
                </a:lnTo>
                <a:lnTo>
                  <a:pt x="20923" y="27965"/>
                </a:lnTo>
                <a:lnTo>
                  <a:pt x="19480" y="29004"/>
                </a:lnTo>
                <a:lnTo>
                  <a:pt x="18037" y="30072"/>
                </a:lnTo>
                <a:lnTo>
                  <a:pt x="16652" y="31111"/>
                </a:lnTo>
                <a:lnTo>
                  <a:pt x="15354" y="32150"/>
                </a:lnTo>
                <a:lnTo>
                  <a:pt x="14084" y="33160"/>
                </a:lnTo>
                <a:lnTo>
                  <a:pt x="12843" y="34199"/>
                </a:lnTo>
                <a:lnTo>
                  <a:pt x="11631" y="35209"/>
                </a:lnTo>
                <a:lnTo>
                  <a:pt x="10447" y="36248"/>
                </a:lnTo>
                <a:lnTo>
                  <a:pt x="9293" y="37258"/>
                </a:lnTo>
                <a:lnTo>
                  <a:pt x="8196" y="38297"/>
                </a:lnTo>
                <a:lnTo>
                  <a:pt x="7129" y="39307"/>
                </a:lnTo>
                <a:lnTo>
                  <a:pt x="6090" y="40317"/>
                </a:lnTo>
                <a:lnTo>
                  <a:pt x="5108" y="41327"/>
                </a:lnTo>
                <a:lnTo>
                  <a:pt x="4156" y="42337"/>
                </a:lnTo>
                <a:lnTo>
                  <a:pt x="3233" y="43347"/>
                </a:lnTo>
                <a:lnTo>
                  <a:pt x="2367" y="44357"/>
                </a:lnTo>
                <a:lnTo>
                  <a:pt x="1530" y="45339"/>
                </a:lnTo>
                <a:lnTo>
                  <a:pt x="751" y="46320"/>
                </a:lnTo>
                <a:lnTo>
                  <a:pt x="0" y="47272"/>
                </a:lnTo>
                <a:lnTo>
                  <a:pt x="76016" y="47272"/>
                </a:lnTo>
                <a:lnTo>
                  <a:pt x="78152" y="45916"/>
                </a:lnTo>
                <a:lnTo>
                  <a:pt x="80230" y="44531"/>
                </a:lnTo>
                <a:lnTo>
                  <a:pt x="82250" y="43145"/>
                </a:lnTo>
                <a:lnTo>
                  <a:pt x="84241" y="41731"/>
                </a:lnTo>
                <a:lnTo>
                  <a:pt x="86146" y="40317"/>
                </a:lnTo>
                <a:lnTo>
                  <a:pt x="88022" y="38903"/>
                </a:lnTo>
                <a:lnTo>
                  <a:pt x="89840" y="37460"/>
                </a:lnTo>
                <a:lnTo>
                  <a:pt x="91572" y="36046"/>
                </a:lnTo>
                <a:lnTo>
                  <a:pt x="93245" y="34603"/>
                </a:lnTo>
                <a:lnTo>
                  <a:pt x="94862" y="33160"/>
                </a:lnTo>
                <a:lnTo>
                  <a:pt x="96420" y="31717"/>
                </a:lnTo>
                <a:lnTo>
                  <a:pt x="97892" y="30303"/>
                </a:lnTo>
                <a:lnTo>
                  <a:pt x="99277" y="28860"/>
                </a:lnTo>
                <a:lnTo>
                  <a:pt x="100605" y="27446"/>
                </a:lnTo>
                <a:lnTo>
                  <a:pt x="101846" y="26060"/>
                </a:lnTo>
                <a:lnTo>
                  <a:pt x="103000" y="24646"/>
                </a:lnTo>
                <a:lnTo>
                  <a:pt x="104068" y="23290"/>
                </a:lnTo>
                <a:lnTo>
                  <a:pt x="105049" y="21934"/>
                </a:lnTo>
                <a:lnTo>
                  <a:pt x="105944" y="20606"/>
                </a:lnTo>
                <a:lnTo>
                  <a:pt x="106752" y="19307"/>
                </a:lnTo>
                <a:lnTo>
                  <a:pt x="107444" y="18037"/>
                </a:lnTo>
                <a:lnTo>
                  <a:pt x="107791" y="17431"/>
                </a:lnTo>
                <a:lnTo>
                  <a:pt x="108079" y="16796"/>
                </a:lnTo>
                <a:lnTo>
                  <a:pt x="108339" y="16190"/>
                </a:lnTo>
                <a:lnTo>
                  <a:pt x="108599" y="15584"/>
                </a:lnTo>
                <a:lnTo>
                  <a:pt x="108830" y="15007"/>
                </a:lnTo>
                <a:lnTo>
                  <a:pt x="109032" y="14401"/>
                </a:lnTo>
                <a:lnTo>
                  <a:pt x="109205" y="13824"/>
                </a:lnTo>
                <a:lnTo>
                  <a:pt x="109349" y="13218"/>
                </a:lnTo>
                <a:lnTo>
                  <a:pt x="109493" y="12670"/>
                </a:lnTo>
                <a:lnTo>
                  <a:pt x="109609" y="12092"/>
                </a:lnTo>
                <a:lnTo>
                  <a:pt x="109667" y="11544"/>
                </a:lnTo>
                <a:lnTo>
                  <a:pt x="109724" y="10996"/>
                </a:lnTo>
                <a:lnTo>
                  <a:pt x="109753" y="10447"/>
                </a:lnTo>
                <a:lnTo>
                  <a:pt x="109753" y="9928"/>
                </a:lnTo>
                <a:lnTo>
                  <a:pt x="109753" y="9437"/>
                </a:lnTo>
                <a:lnTo>
                  <a:pt x="109695" y="8918"/>
                </a:lnTo>
                <a:lnTo>
                  <a:pt x="109609" y="8427"/>
                </a:lnTo>
                <a:lnTo>
                  <a:pt x="109522" y="7965"/>
                </a:lnTo>
                <a:lnTo>
                  <a:pt x="109378" y="7504"/>
                </a:lnTo>
                <a:lnTo>
                  <a:pt x="109234" y="7042"/>
                </a:lnTo>
                <a:lnTo>
                  <a:pt x="109060" y="6609"/>
                </a:lnTo>
                <a:lnTo>
                  <a:pt x="108858" y="6176"/>
                </a:lnTo>
                <a:lnTo>
                  <a:pt x="108656" y="5801"/>
                </a:lnTo>
                <a:lnTo>
                  <a:pt x="108426" y="5426"/>
                </a:lnTo>
                <a:lnTo>
                  <a:pt x="108195" y="5079"/>
                </a:lnTo>
                <a:lnTo>
                  <a:pt x="107935" y="4733"/>
                </a:lnTo>
                <a:lnTo>
                  <a:pt x="107646" y="4416"/>
                </a:lnTo>
                <a:lnTo>
                  <a:pt x="107358" y="4098"/>
                </a:lnTo>
                <a:lnTo>
                  <a:pt x="107011" y="3810"/>
                </a:lnTo>
                <a:lnTo>
                  <a:pt x="106694" y="3492"/>
                </a:lnTo>
                <a:lnTo>
                  <a:pt x="106319" y="3232"/>
                </a:lnTo>
                <a:lnTo>
                  <a:pt x="105944" y="2944"/>
                </a:lnTo>
                <a:lnTo>
                  <a:pt x="105568" y="2684"/>
                </a:lnTo>
                <a:lnTo>
                  <a:pt x="105164" y="2453"/>
                </a:lnTo>
                <a:lnTo>
                  <a:pt x="104732" y="2222"/>
                </a:lnTo>
                <a:lnTo>
                  <a:pt x="104270" y="1991"/>
                </a:lnTo>
                <a:lnTo>
                  <a:pt x="103808" y="1789"/>
                </a:lnTo>
                <a:lnTo>
                  <a:pt x="103317" y="1587"/>
                </a:lnTo>
                <a:lnTo>
                  <a:pt x="102307" y="1212"/>
                </a:lnTo>
                <a:lnTo>
                  <a:pt x="101211" y="895"/>
                </a:lnTo>
                <a:lnTo>
                  <a:pt x="100027" y="635"/>
                </a:lnTo>
                <a:lnTo>
                  <a:pt x="98815" y="404"/>
                </a:lnTo>
                <a:lnTo>
                  <a:pt x="97517" y="231"/>
                </a:lnTo>
                <a:lnTo>
                  <a:pt x="96131" y="116"/>
                </a:lnTo>
                <a:lnTo>
                  <a:pt x="94688" y="29"/>
                </a:lnTo>
                <a:lnTo>
                  <a:pt x="93188" y="0"/>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552" name="Google Shape;552;p34"/>
          <p:cNvSpPr/>
          <p:nvPr/>
        </p:nvSpPr>
        <p:spPr>
          <a:xfrm rot="5400000">
            <a:off x="6212269" y="3926263"/>
            <a:ext cx="1217321" cy="4646142"/>
          </a:xfrm>
          <a:custGeom>
            <a:rect b="b" l="l" r="r" t="t"/>
            <a:pathLst>
              <a:path extrusionOk="0" fill="none" h="93762" w="39886">
                <a:moveTo>
                  <a:pt x="39886" y="0"/>
                </a:moveTo>
                <a:lnTo>
                  <a:pt x="7330" y="0"/>
                </a:lnTo>
                <a:lnTo>
                  <a:pt x="7330" y="0"/>
                </a:lnTo>
                <a:lnTo>
                  <a:pt x="6362" y="3051"/>
                </a:lnTo>
                <a:lnTo>
                  <a:pt x="5470" y="6176"/>
                </a:lnTo>
                <a:lnTo>
                  <a:pt x="4614" y="9413"/>
                </a:lnTo>
                <a:lnTo>
                  <a:pt x="3832" y="12725"/>
                </a:lnTo>
                <a:lnTo>
                  <a:pt x="3088" y="16148"/>
                </a:lnTo>
                <a:lnTo>
                  <a:pt x="2456" y="19608"/>
                </a:lnTo>
                <a:lnTo>
                  <a:pt x="1860" y="23143"/>
                </a:lnTo>
                <a:lnTo>
                  <a:pt x="1340" y="26715"/>
                </a:lnTo>
                <a:lnTo>
                  <a:pt x="1340" y="26715"/>
                </a:lnTo>
                <a:lnTo>
                  <a:pt x="930" y="29989"/>
                </a:lnTo>
                <a:lnTo>
                  <a:pt x="633" y="33263"/>
                </a:lnTo>
                <a:lnTo>
                  <a:pt x="372" y="36463"/>
                </a:lnTo>
                <a:lnTo>
                  <a:pt x="186" y="39625"/>
                </a:lnTo>
                <a:lnTo>
                  <a:pt x="37" y="42714"/>
                </a:lnTo>
                <a:lnTo>
                  <a:pt x="0" y="45802"/>
                </a:lnTo>
                <a:lnTo>
                  <a:pt x="0" y="48778"/>
                </a:lnTo>
                <a:lnTo>
                  <a:pt x="112" y="51755"/>
                </a:lnTo>
                <a:lnTo>
                  <a:pt x="223" y="54620"/>
                </a:lnTo>
                <a:lnTo>
                  <a:pt x="447" y="57448"/>
                </a:lnTo>
                <a:lnTo>
                  <a:pt x="707" y="60201"/>
                </a:lnTo>
                <a:lnTo>
                  <a:pt x="1042" y="62843"/>
                </a:lnTo>
                <a:lnTo>
                  <a:pt x="1414" y="65447"/>
                </a:lnTo>
                <a:lnTo>
                  <a:pt x="1860" y="67940"/>
                </a:lnTo>
                <a:lnTo>
                  <a:pt x="2381" y="70358"/>
                </a:lnTo>
                <a:lnTo>
                  <a:pt x="2939" y="72665"/>
                </a:lnTo>
                <a:lnTo>
                  <a:pt x="3535" y="74898"/>
                </a:lnTo>
                <a:lnTo>
                  <a:pt x="4204" y="77018"/>
                </a:lnTo>
                <a:lnTo>
                  <a:pt x="4949" y="79028"/>
                </a:lnTo>
                <a:lnTo>
                  <a:pt x="5321" y="79995"/>
                </a:lnTo>
                <a:lnTo>
                  <a:pt x="5693" y="80925"/>
                </a:lnTo>
                <a:lnTo>
                  <a:pt x="6102" y="81855"/>
                </a:lnTo>
                <a:lnTo>
                  <a:pt x="6549" y="82748"/>
                </a:lnTo>
                <a:lnTo>
                  <a:pt x="6958" y="83567"/>
                </a:lnTo>
                <a:lnTo>
                  <a:pt x="7404" y="84385"/>
                </a:lnTo>
                <a:lnTo>
                  <a:pt x="7851" y="85204"/>
                </a:lnTo>
                <a:lnTo>
                  <a:pt x="8334" y="85948"/>
                </a:lnTo>
                <a:lnTo>
                  <a:pt x="8818" y="86692"/>
                </a:lnTo>
                <a:lnTo>
                  <a:pt x="9302" y="87362"/>
                </a:lnTo>
                <a:lnTo>
                  <a:pt x="9786" y="88032"/>
                </a:lnTo>
                <a:lnTo>
                  <a:pt x="10306" y="88664"/>
                </a:lnTo>
                <a:lnTo>
                  <a:pt x="10827" y="89259"/>
                </a:lnTo>
                <a:lnTo>
                  <a:pt x="11385" y="89818"/>
                </a:lnTo>
                <a:lnTo>
                  <a:pt x="11906" y="90338"/>
                </a:lnTo>
                <a:lnTo>
                  <a:pt x="12464" y="90822"/>
                </a:lnTo>
                <a:lnTo>
                  <a:pt x="13060" y="91306"/>
                </a:lnTo>
                <a:lnTo>
                  <a:pt x="13618" y="91715"/>
                </a:lnTo>
                <a:lnTo>
                  <a:pt x="14213" y="92087"/>
                </a:lnTo>
                <a:lnTo>
                  <a:pt x="14808" y="92422"/>
                </a:lnTo>
                <a:lnTo>
                  <a:pt x="15404" y="92757"/>
                </a:lnTo>
                <a:lnTo>
                  <a:pt x="16036" y="93017"/>
                </a:lnTo>
                <a:lnTo>
                  <a:pt x="16669" y="93241"/>
                </a:lnTo>
                <a:lnTo>
                  <a:pt x="17301" y="93427"/>
                </a:lnTo>
                <a:lnTo>
                  <a:pt x="17971" y="93575"/>
                </a:lnTo>
                <a:lnTo>
                  <a:pt x="18604" y="93687"/>
                </a:lnTo>
                <a:lnTo>
                  <a:pt x="18604" y="93687"/>
                </a:lnTo>
                <a:lnTo>
                  <a:pt x="19311" y="93762"/>
                </a:lnTo>
                <a:lnTo>
                  <a:pt x="20017" y="93762"/>
                </a:lnTo>
                <a:lnTo>
                  <a:pt x="20017" y="93762"/>
                </a:lnTo>
                <a:lnTo>
                  <a:pt x="20650" y="93762"/>
                </a:lnTo>
                <a:lnTo>
                  <a:pt x="21320" y="93687"/>
                </a:lnTo>
                <a:lnTo>
                  <a:pt x="21952" y="93613"/>
                </a:lnTo>
                <a:lnTo>
                  <a:pt x="22622" y="93464"/>
                </a:lnTo>
                <a:lnTo>
                  <a:pt x="23254" y="93315"/>
                </a:lnTo>
                <a:lnTo>
                  <a:pt x="23924" y="93092"/>
                </a:lnTo>
                <a:lnTo>
                  <a:pt x="24557" y="92831"/>
                </a:lnTo>
                <a:lnTo>
                  <a:pt x="25189" y="92571"/>
                </a:lnTo>
                <a:lnTo>
                  <a:pt x="25859" y="92236"/>
                </a:lnTo>
                <a:lnTo>
                  <a:pt x="26491" y="91901"/>
                </a:lnTo>
                <a:lnTo>
                  <a:pt x="27124" y="91529"/>
                </a:lnTo>
                <a:lnTo>
                  <a:pt x="27794" y="91083"/>
                </a:lnTo>
                <a:lnTo>
                  <a:pt x="28426" y="90636"/>
                </a:lnTo>
                <a:lnTo>
                  <a:pt x="29059" y="90152"/>
                </a:lnTo>
                <a:lnTo>
                  <a:pt x="29691" y="89632"/>
                </a:lnTo>
                <a:lnTo>
                  <a:pt x="30324" y="89073"/>
                </a:lnTo>
                <a:lnTo>
                  <a:pt x="30956" y="88515"/>
                </a:lnTo>
                <a:lnTo>
                  <a:pt x="31589" y="87883"/>
                </a:lnTo>
                <a:lnTo>
                  <a:pt x="32221" y="87250"/>
                </a:lnTo>
                <a:lnTo>
                  <a:pt x="32817" y="86581"/>
                </a:lnTo>
                <a:lnTo>
                  <a:pt x="33449" y="85874"/>
                </a:lnTo>
                <a:lnTo>
                  <a:pt x="34045" y="85129"/>
                </a:lnTo>
                <a:lnTo>
                  <a:pt x="35272" y="83567"/>
                </a:lnTo>
                <a:lnTo>
                  <a:pt x="36463" y="81892"/>
                </a:lnTo>
                <a:lnTo>
                  <a:pt x="37616" y="80107"/>
                </a:lnTo>
                <a:lnTo>
                  <a:pt x="38770" y="78209"/>
                </a:lnTo>
                <a:lnTo>
                  <a:pt x="39886" y="76200"/>
                </a:lnTo>
                <a:lnTo>
                  <a:pt x="39886" y="0"/>
                </a:lnTo>
                <a:lnTo>
                  <a:pt x="39886" y="0"/>
                </a:lnTo>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553" name="Google Shape;553;p34"/>
          <p:cNvSpPr/>
          <p:nvPr/>
        </p:nvSpPr>
        <p:spPr>
          <a:xfrm>
            <a:off x="1643225" y="-967"/>
            <a:ext cx="5761425" cy="949043"/>
          </a:xfrm>
          <a:custGeom>
            <a:rect b="b" l="l" r="r" t="t"/>
            <a:pathLst>
              <a:path extrusionOk="0" h="28472" w="230457">
                <a:moveTo>
                  <a:pt x="0" y="0"/>
                </a:moveTo>
                <a:lnTo>
                  <a:pt x="230457" y="28472"/>
                </a:lnTo>
                <a:lnTo>
                  <a:pt x="220381" y="20"/>
                </a:lnTo>
                <a:close/>
              </a:path>
            </a:pathLst>
          </a:custGeom>
          <a:solidFill>
            <a:schemeClr val="lt1"/>
          </a:solidFill>
          <a:ln>
            <a:noFill/>
          </a:ln>
        </p:spPr>
      </p:sp>
      <p:sp>
        <p:nvSpPr>
          <p:cNvPr id="554" name="Google Shape;554;p34"/>
          <p:cNvSpPr/>
          <p:nvPr/>
        </p:nvSpPr>
        <p:spPr>
          <a:xfrm>
            <a:off x="7140700" y="-1800"/>
            <a:ext cx="2003375" cy="952276"/>
          </a:xfrm>
          <a:custGeom>
            <a:rect b="b" l="l" r="r" t="t"/>
            <a:pathLst>
              <a:path extrusionOk="0" h="28569" w="80135">
                <a:moveTo>
                  <a:pt x="10558" y="28569"/>
                </a:moveTo>
                <a:lnTo>
                  <a:pt x="67491" y="18220"/>
                </a:lnTo>
                <a:lnTo>
                  <a:pt x="80135" y="0"/>
                </a:lnTo>
                <a:lnTo>
                  <a:pt x="0" y="45"/>
                </a:lnTo>
                <a:close/>
              </a:path>
            </a:pathLst>
          </a:custGeom>
          <a:gradFill>
            <a:gsLst>
              <a:gs pos="0">
                <a:schemeClr val="accent1"/>
              </a:gs>
              <a:gs pos="11000">
                <a:schemeClr val="accent1"/>
              </a:gs>
              <a:gs pos="26000">
                <a:schemeClr val="accent3"/>
              </a:gs>
              <a:gs pos="63000">
                <a:schemeClr val="accent4"/>
              </a:gs>
              <a:gs pos="100000">
                <a:schemeClr val="accent4"/>
              </a:gs>
            </a:gsLst>
            <a:lin ang="8100019" scaled="0"/>
          </a:gradFill>
          <a:ln>
            <a:noFill/>
          </a:ln>
          <a:effectLst>
            <a:outerShdw blurRad="314325" rotWithShape="0" algn="bl" dir="5400000" dist="28575">
              <a:schemeClr val="accent4">
                <a:alpha val="24000"/>
              </a:schemeClr>
            </a:outerShdw>
          </a:effectLst>
        </p:spPr>
      </p:sp>
      <p:cxnSp>
        <p:nvCxnSpPr>
          <p:cNvPr id="555" name="Google Shape;555;p34"/>
          <p:cNvCxnSpPr/>
          <p:nvPr/>
        </p:nvCxnSpPr>
        <p:spPr>
          <a:xfrm rot="10800000">
            <a:off x="605578" y="2392167"/>
            <a:ext cx="8537700" cy="0"/>
          </a:xfrm>
          <a:prstGeom prst="straightConnector1">
            <a:avLst/>
          </a:prstGeom>
          <a:noFill/>
          <a:ln cap="flat" cmpd="sng" w="19050">
            <a:solidFill>
              <a:schemeClr val="dk1"/>
            </a:solidFill>
            <a:prstDash val="solid"/>
            <a:round/>
            <a:headEnd len="med" w="med" type="none"/>
            <a:tailEnd len="med" w="med" type="none"/>
          </a:ln>
        </p:spPr>
      </p:cxnSp>
      <p:cxnSp>
        <p:nvCxnSpPr>
          <p:cNvPr id="556" name="Google Shape;556;p34"/>
          <p:cNvCxnSpPr/>
          <p:nvPr/>
        </p:nvCxnSpPr>
        <p:spPr>
          <a:xfrm rot="10800000">
            <a:off x="605578" y="3642567"/>
            <a:ext cx="8537700" cy="0"/>
          </a:xfrm>
          <a:prstGeom prst="straightConnector1">
            <a:avLst/>
          </a:prstGeom>
          <a:noFill/>
          <a:ln cap="flat" cmpd="sng" w="19050">
            <a:solidFill>
              <a:schemeClr val="dk1"/>
            </a:solidFill>
            <a:prstDash val="solid"/>
            <a:round/>
            <a:headEnd len="med" w="med" type="none"/>
            <a:tailEnd len="med" w="med" type="none"/>
          </a:ln>
        </p:spPr>
      </p:cxnSp>
      <p:cxnSp>
        <p:nvCxnSpPr>
          <p:cNvPr id="557" name="Google Shape;557;p34"/>
          <p:cNvCxnSpPr/>
          <p:nvPr/>
        </p:nvCxnSpPr>
        <p:spPr>
          <a:xfrm rot="10800000">
            <a:off x="606300" y="4892967"/>
            <a:ext cx="8537700" cy="0"/>
          </a:xfrm>
          <a:prstGeom prst="straightConnector1">
            <a:avLst/>
          </a:prstGeom>
          <a:noFill/>
          <a:ln cap="flat" cmpd="sng" w="19050">
            <a:solidFill>
              <a:schemeClr val="dk1"/>
            </a:solidFill>
            <a:prstDash val="solid"/>
            <a:round/>
            <a:headEnd len="med" w="med" type="none"/>
            <a:tailEnd len="med" w="med" type="none"/>
          </a:ln>
        </p:spPr>
      </p:cxnSp>
      <p:sp>
        <p:nvSpPr>
          <p:cNvPr id="558" name="Google Shape;558;p34"/>
          <p:cNvSpPr txBox="1"/>
          <p:nvPr>
            <p:ph idx="1" type="body"/>
          </p:nvPr>
        </p:nvSpPr>
        <p:spPr>
          <a:xfrm>
            <a:off x="5788075" y="2542467"/>
            <a:ext cx="3021300" cy="11001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59" name="Google Shape;559;p34"/>
          <p:cNvSpPr txBox="1"/>
          <p:nvPr>
            <p:ph type="title"/>
          </p:nvPr>
        </p:nvSpPr>
        <p:spPr>
          <a:xfrm>
            <a:off x="2134625" y="3805317"/>
            <a:ext cx="1583400" cy="4815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60" name="Google Shape;560;p34"/>
          <p:cNvSpPr txBox="1"/>
          <p:nvPr>
            <p:ph idx="2" type="body"/>
          </p:nvPr>
        </p:nvSpPr>
        <p:spPr>
          <a:xfrm>
            <a:off x="5788075" y="3807533"/>
            <a:ext cx="3021300" cy="10857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61" name="Google Shape;561;p34"/>
          <p:cNvSpPr txBox="1"/>
          <p:nvPr>
            <p:ph idx="3" type="title"/>
          </p:nvPr>
        </p:nvSpPr>
        <p:spPr>
          <a:xfrm>
            <a:off x="525175" y="3805317"/>
            <a:ext cx="1408800" cy="481500"/>
          </a:xfrm>
          <a:prstGeom prst="rect">
            <a:avLst/>
          </a:prstGeom>
        </p:spPr>
        <p:txBody>
          <a:bodyPr anchorCtr="0" anchor="t" bIns="91425" lIns="0" spcFirstLastPara="1" rIns="91425" wrap="square" tIns="0">
            <a:noAutofit/>
          </a:bodyPr>
          <a:lstStyle>
            <a:lvl1pPr lvl="0" algn="r">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62" name="Google Shape;562;p34"/>
          <p:cNvSpPr txBox="1"/>
          <p:nvPr>
            <p:ph idx="4" type="title"/>
          </p:nvPr>
        </p:nvSpPr>
        <p:spPr>
          <a:xfrm>
            <a:off x="2134625" y="5057967"/>
            <a:ext cx="1583400" cy="4815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63" name="Google Shape;563;p34"/>
          <p:cNvSpPr txBox="1"/>
          <p:nvPr>
            <p:ph idx="5" type="body"/>
          </p:nvPr>
        </p:nvSpPr>
        <p:spPr>
          <a:xfrm>
            <a:off x="5788075" y="5057933"/>
            <a:ext cx="3021300" cy="1114800"/>
          </a:xfrm>
          <a:prstGeom prst="rect">
            <a:avLst/>
          </a:prstGeom>
        </p:spPr>
        <p:txBody>
          <a:bodyPr anchorCtr="0" anchor="t" bIns="91425" lIns="0" spcFirstLastPara="1" rIns="91425" wrap="square" tIns="0">
            <a:noAutofit/>
          </a:bodyPr>
          <a:lstStyle>
            <a:lvl1pPr indent="-292100" lvl="0" marL="457200">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gn="ctr">
              <a:spcBef>
                <a:spcPts val="0"/>
              </a:spcBef>
              <a:spcAft>
                <a:spcPts val="0"/>
              </a:spcAft>
              <a:buClr>
                <a:schemeClr val="lt1"/>
              </a:buClr>
              <a:buSzPts val="1000"/>
              <a:buFont typeface="Sora Light"/>
              <a:buChar char="■"/>
              <a:defRPr sz="1000">
                <a:latin typeface="Sora Light"/>
                <a:ea typeface="Sora Light"/>
                <a:cs typeface="Sora Light"/>
                <a:sym typeface="Sora Light"/>
              </a:defRPr>
            </a:lvl9pPr>
          </a:lstStyle>
          <a:p/>
        </p:txBody>
      </p:sp>
      <p:sp>
        <p:nvSpPr>
          <p:cNvPr id="564" name="Google Shape;564;p34"/>
          <p:cNvSpPr txBox="1"/>
          <p:nvPr>
            <p:ph idx="6" type="title"/>
          </p:nvPr>
        </p:nvSpPr>
        <p:spPr>
          <a:xfrm>
            <a:off x="525175" y="5057967"/>
            <a:ext cx="1408800" cy="481500"/>
          </a:xfrm>
          <a:prstGeom prst="rect">
            <a:avLst/>
          </a:prstGeom>
        </p:spPr>
        <p:txBody>
          <a:bodyPr anchorCtr="0" anchor="t" bIns="91425" lIns="0" spcFirstLastPara="1" rIns="91425" wrap="square" tIns="0">
            <a:noAutofit/>
          </a:bodyPr>
          <a:lstStyle>
            <a:lvl1pPr lvl="0" algn="r">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65" name="Google Shape;565;p34"/>
          <p:cNvSpPr txBox="1"/>
          <p:nvPr>
            <p:ph idx="7"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566" name="Google Shape;566;p34"/>
          <p:cNvSpPr txBox="1"/>
          <p:nvPr>
            <p:ph idx="8" type="title"/>
          </p:nvPr>
        </p:nvSpPr>
        <p:spPr>
          <a:xfrm>
            <a:off x="2134625" y="2552700"/>
            <a:ext cx="1583400" cy="481500"/>
          </a:xfrm>
          <a:prstGeom prst="rect">
            <a:avLst/>
          </a:prstGeom>
        </p:spPr>
        <p:txBody>
          <a:bodyPr anchorCtr="0" anchor="t" bIns="91425" lIns="0" spcFirstLastPara="1" rIns="91425" wrap="square" tIns="0">
            <a:noAutofit/>
          </a:bodyPr>
          <a:lstStyle>
            <a:lvl1pPr lvl="0">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67" name="Google Shape;567;p34"/>
          <p:cNvSpPr txBox="1"/>
          <p:nvPr>
            <p:ph idx="9" type="title"/>
          </p:nvPr>
        </p:nvSpPr>
        <p:spPr>
          <a:xfrm>
            <a:off x="525175" y="2552700"/>
            <a:ext cx="1408800" cy="481500"/>
          </a:xfrm>
          <a:prstGeom prst="rect">
            <a:avLst/>
          </a:prstGeom>
        </p:spPr>
        <p:txBody>
          <a:bodyPr anchorCtr="0" anchor="t" bIns="91425" lIns="0" spcFirstLastPara="1" rIns="91425" wrap="square" tIns="0">
            <a:noAutofit/>
          </a:bodyPr>
          <a:lstStyle>
            <a:lvl1pPr lvl="0" algn="r">
              <a:spcBef>
                <a:spcPts val="0"/>
              </a:spcBef>
              <a:spcAft>
                <a:spcPts val="0"/>
              </a:spcAft>
              <a:buClr>
                <a:schemeClr val="lt1"/>
              </a:buClr>
              <a:buSzPts val="1200"/>
              <a:buFont typeface="Sora Medium"/>
              <a:buNone/>
              <a:defRPr sz="1200">
                <a:latin typeface="Sora Medium"/>
                <a:ea typeface="Sora Medium"/>
                <a:cs typeface="Sora Medium"/>
                <a:sym typeface="Sora Medium"/>
              </a:defRPr>
            </a:lvl1pPr>
            <a:lvl2pPr lvl="1"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2pPr>
            <a:lvl3pPr lvl="2"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3pPr>
            <a:lvl4pPr lvl="3"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4pPr>
            <a:lvl5pPr lvl="4"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5pPr>
            <a:lvl6pPr lvl="5"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6pPr>
            <a:lvl7pPr lvl="6"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7pPr>
            <a:lvl8pPr lvl="7"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8pPr>
            <a:lvl9pPr lvl="8" algn="r">
              <a:spcBef>
                <a:spcPts val="0"/>
              </a:spcBef>
              <a:spcAft>
                <a:spcPts val="0"/>
              </a:spcAft>
              <a:buClr>
                <a:schemeClr val="lt1"/>
              </a:buClr>
              <a:buSzPts val="1200"/>
              <a:buFont typeface="Sora Medium"/>
              <a:buNone/>
              <a:defRPr sz="1200">
                <a:solidFill>
                  <a:schemeClr val="lt1"/>
                </a:solidFill>
                <a:latin typeface="Sora Medium"/>
                <a:ea typeface="Sora Medium"/>
                <a:cs typeface="Sora Medium"/>
                <a:sym typeface="Sora Medium"/>
              </a:defRPr>
            </a:lvl9pPr>
          </a:lstStyle>
          <a:p/>
        </p:txBody>
      </p:sp>
      <p:sp>
        <p:nvSpPr>
          <p:cNvPr id="568" name="Google Shape;568;p34"/>
          <p:cNvSpPr txBox="1"/>
          <p:nvPr>
            <p:ph idx="13" type="title"/>
          </p:nvPr>
        </p:nvSpPr>
        <p:spPr>
          <a:xfrm>
            <a:off x="115025" y="670367"/>
            <a:ext cx="3941700" cy="1600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569" name="Google Shape;569;p34"/>
          <p:cNvSpPr txBox="1"/>
          <p:nvPr>
            <p:ph idx="14"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orient="horz" pos="422">
          <p15:clr>
            <a:srgbClr val="E46962"/>
          </p15:clr>
        </p15:guide>
      </p15:sldGuideLst>
    </p:ext>
  </p:extLst>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 Alt 1">
  <p:cSld name="BLANK_1_1_1_1_1_1_1_1_1_1_1">
    <p:spTree>
      <p:nvGrpSpPr>
        <p:cNvPr id="570" name="Shape 570"/>
        <p:cNvGrpSpPr/>
        <p:nvPr/>
      </p:nvGrpSpPr>
      <p:grpSpPr>
        <a:xfrm>
          <a:off x="0" y="0"/>
          <a:ext cx="0" cy="0"/>
          <a:chOff x="0" y="0"/>
          <a:chExt cx="0" cy="0"/>
        </a:xfrm>
      </p:grpSpPr>
      <p:grpSp>
        <p:nvGrpSpPr>
          <p:cNvPr id="571" name="Google Shape;571;p35"/>
          <p:cNvGrpSpPr/>
          <p:nvPr/>
        </p:nvGrpSpPr>
        <p:grpSpPr>
          <a:xfrm>
            <a:off x="115026" y="392"/>
            <a:ext cx="5125634" cy="6858018"/>
            <a:chOff x="312900" y="2788524"/>
            <a:chExt cx="2221197" cy="1994480"/>
          </a:xfrm>
        </p:grpSpPr>
        <p:grpSp>
          <p:nvGrpSpPr>
            <p:cNvPr id="572" name="Google Shape;572;p35"/>
            <p:cNvGrpSpPr/>
            <p:nvPr/>
          </p:nvGrpSpPr>
          <p:grpSpPr>
            <a:xfrm>
              <a:off x="312900" y="2788524"/>
              <a:ext cx="1851000" cy="1994480"/>
              <a:chOff x="461225" y="3244074"/>
              <a:chExt cx="1851000" cy="1994480"/>
            </a:xfrm>
          </p:grpSpPr>
          <p:grpSp>
            <p:nvGrpSpPr>
              <p:cNvPr id="573" name="Google Shape;573;p35"/>
              <p:cNvGrpSpPr/>
              <p:nvPr/>
            </p:nvGrpSpPr>
            <p:grpSpPr>
              <a:xfrm>
                <a:off x="461229" y="3244074"/>
                <a:ext cx="1850992" cy="1994480"/>
                <a:chOff x="461229" y="3244074"/>
                <a:chExt cx="1850992" cy="1994480"/>
              </a:xfrm>
            </p:grpSpPr>
            <p:sp>
              <p:nvSpPr>
                <p:cNvPr id="574" name="Google Shape;574;p35"/>
                <p:cNvSpPr/>
                <p:nvPr/>
              </p:nvSpPr>
              <p:spPr>
                <a:xfrm>
                  <a:off x="461229" y="3244074"/>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5" name="Google Shape;575;p35"/>
                <p:cNvSpPr/>
                <p:nvPr/>
              </p:nvSpPr>
              <p:spPr>
                <a:xfrm>
                  <a:off x="831430" y="5100554"/>
                  <a:ext cx="370200" cy="1380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6" name="Google Shape;576;p35"/>
                <p:cNvSpPr/>
                <p:nvPr/>
              </p:nvSpPr>
              <p:spPr>
                <a:xfrm>
                  <a:off x="1201620" y="3244219"/>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7" name="Google Shape;577;p35"/>
                <p:cNvSpPr/>
                <p:nvPr/>
              </p:nvSpPr>
              <p:spPr>
                <a:xfrm>
                  <a:off x="1571820" y="3244219"/>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78" name="Google Shape;578;p35"/>
                <p:cNvSpPr/>
                <p:nvPr/>
              </p:nvSpPr>
              <p:spPr>
                <a:xfrm>
                  <a:off x="1942021" y="3244219"/>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79" name="Google Shape;579;p35"/>
              <p:cNvGrpSpPr/>
              <p:nvPr/>
            </p:nvGrpSpPr>
            <p:grpSpPr>
              <a:xfrm>
                <a:off x="461225" y="3619500"/>
                <a:ext cx="1851000" cy="370200"/>
                <a:chOff x="461225" y="3249175"/>
                <a:chExt cx="1851000" cy="370200"/>
              </a:xfrm>
            </p:grpSpPr>
            <p:sp>
              <p:nvSpPr>
                <p:cNvPr id="580" name="Google Shape;580;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1" name="Google Shape;581;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2" name="Google Shape;582;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3" name="Google Shape;583;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4" name="Google Shape;584;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85" name="Google Shape;585;p35"/>
              <p:cNvGrpSpPr/>
              <p:nvPr/>
            </p:nvGrpSpPr>
            <p:grpSpPr>
              <a:xfrm>
                <a:off x="461225" y="3989700"/>
                <a:ext cx="1851000" cy="1110726"/>
                <a:chOff x="461225" y="3249175"/>
                <a:chExt cx="1851000" cy="1110726"/>
              </a:xfrm>
            </p:grpSpPr>
            <p:sp>
              <p:nvSpPr>
                <p:cNvPr id="586" name="Google Shape;586;p35"/>
                <p:cNvSpPr/>
                <p:nvPr/>
              </p:nvSpPr>
              <p:spPr>
                <a:xfrm>
                  <a:off x="461225" y="3989701"/>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7" name="Google Shape;587;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8" name="Google Shape;588;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89" name="Google Shape;589;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0" name="Google Shape;590;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91" name="Google Shape;591;p35"/>
              <p:cNvGrpSpPr/>
              <p:nvPr/>
            </p:nvGrpSpPr>
            <p:grpSpPr>
              <a:xfrm>
                <a:off x="461225" y="4360025"/>
                <a:ext cx="1851000" cy="370200"/>
                <a:chOff x="461225" y="3249175"/>
                <a:chExt cx="1851000" cy="370200"/>
              </a:xfrm>
            </p:grpSpPr>
            <p:sp>
              <p:nvSpPr>
                <p:cNvPr id="592" name="Google Shape;592;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3" name="Google Shape;593;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4" name="Google Shape;594;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595" name="Google Shape;595;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596" name="Google Shape;596;p35"/>
            <p:cNvSpPr/>
            <p:nvPr/>
          </p:nvSpPr>
          <p:spPr>
            <a:xfrm>
              <a:off x="2163897" y="2788524"/>
              <a:ext cx="370200" cy="3753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597" name="Google Shape;597;p35"/>
          <p:cNvGrpSpPr/>
          <p:nvPr/>
        </p:nvGrpSpPr>
        <p:grpSpPr>
          <a:xfrm flipH="1" rot="5400000">
            <a:off x="6775175" y="4613389"/>
            <a:ext cx="2961526" cy="1481050"/>
            <a:chOff x="312900" y="2793625"/>
            <a:chExt cx="2221200" cy="1481050"/>
          </a:xfrm>
        </p:grpSpPr>
        <p:grpSp>
          <p:nvGrpSpPr>
            <p:cNvPr id="598" name="Google Shape;598;p35"/>
            <p:cNvGrpSpPr/>
            <p:nvPr/>
          </p:nvGrpSpPr>
          <p:grpSpPr>
            <a:xfrm>
              <a:off x="312900" y="2793625"/>
              <a:ext cx="1851000" cy="1481050"/>
              <a:chOff x="461225" y="3249175"/>
              <a:chExt cx="1851000" cy="1481050"/>
            </a:xfrm>
          </p:grpSpPr>
          <p:grpSp>
            <p:nvGrpSpPr>
              <p:cNvPr id="599" name="Google Shape;599;p35"/>
              <p:cNvGrpSpPr/>
              <p:nvPr/>
            </p:nvGrpSpPr>
            <p:grpSpPr>
              <a:xfrm>
                <a:off x="461225" y="3249175"/>
                <a:ext cx="1851000" cy="370200"/>
                <a:chOff x="461225" y="3249175"/>
                <a:chExt cx="1851000" cy="370200"/>
              </a:xfrm>
            </p:grpSpPr>
            <p:sp>
              <p:nvSpPr>
                <p:cNvPr id="600" name="Google Shape;600;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01" name="Google Shape;601;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02" name="Google Shape;602;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03" name="Google Shape;603;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04" name="Google Shape;604;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605" name="Google Shape;605;p35"/>
              <p:cNvGrpSpPr/>
              <p:nvPr/>
            </p:nvGrpSpPr>
            <p:grpSpPr>
              <a:xfrm>
                <a:off x="461225" y="3619500"/>
                <a:ext cx="1851000" cy="370200"/>
                <a:chOff x="461225" y="3249175"/>
                <a:chExt cx="1851000" cy="370200"/>
              </a:xfrm>
            </p:grpSpPr>
            <p:sp>
              <p:nvSpPr>
                <p:cNvPr id="606" name="Google Shape;606;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07" name="Google Shape;607;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08" name="Google Shape;608;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09" name="Google Shape;609;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10" name="Google Shape;610;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611" name="Google Shape;611;p35"/>
              <p:cNvGrpSpPr/>
              <p:nvPr/>
            </p:nvGrpSpPr>
            <p:grpSpPr>
              <a:xfrm>
                <a:off x="461225" y="3989700"/>
                <a:ext cx="1851000" cy="370200"/>
                <a:chOff x="461225" y="3249175"/>
                <a:chExt cx="1851000" cy="370200"/>
              </a:xfrm>
            </p:grpSpPr>
            <p:sp>
              <p:nvSpPr>
                <p:cNvPr id="612" name="Google Shape;612;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13" name="Google Shape;613;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14" name="Google Shape;614;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15" name="Google Shape;615;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16" name="Google Shape;616;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617" name="Google Shape;617;p35"/>
              <p:cNvGrpSpPr/>
              <p:nvPr/>
            </p:nvGrpSpPr>
            <p:grpSpPr>
              <a:xfrm>
                <a:off x="461225" y="4360025"/>
                <a:ext cx="1851000" cy="370200"/>
                <a:chOff x="461225" y="3249175"/>
                <a:chExt cx="1851000" cy="370200"/>
              </a:xfrm>
            </p:grpSpPr>
            <p:sp>
              <p:nvSpPr>
                <p:cNvPr id="618" name="Google Shape;618;p35"/>
                <p:cNvSpPr/>
                <p:nvPr/>
              </p:nvSpPr>
              <p:spPr>
                <a:xfrm>
                  <a:off x="4612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19" name="Google Shape;619;p35"/>
                <p:cNvSpPr/>
                <p:nvPr/>
              </p:nvSpPr>
              <p:spPr>
                <a:xfrm>
                  <a:off x="8314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20" name="Google Shape;620;p35"/>
                <p:cNvSpPr/>
                <p:nvPr/>
              </p:nvSpPr>
              <p:spPr>
                <a:xfrm>
                  <a:off x="12016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21" name="Google Shape;621;p35"/>
                <p:cNvSpPr/>
                <p:nvPr/>
              </p:nvSpPr>
              <p:spPr>
                <a:xfrm>
                  <a:off x="15718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22" name="Google Shape;622;p35"/>
                <p:cNvSpPr/>
                <p:nvPr/>
              </p:nvSpPr>
              <p:spPr>
                <a:xfrm>
                  <a:off x="1942025" y="324917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623" name="Google Shape;623;p35"/>
            <p:cNvSpPr/>
            <p:nvPr/>
          </p:nvSpPr>
          <p:spPr>
            <a:xfrm>
              <a:off x="2163900" y="2793625"/>
              <a:ext cx="370200" cy="370200"/>
            </a:xfrm>
            <a:prstGeom prst="rect">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624" name="Google Shape;624;p35"/>
          <p:cNvSpPr/>
          <p:nvPr/>
        </p:nvSpPr>
        <p:spPr>
          <a:xfrm>
            <a:off x="6255775" y="5032333"/>
            <a:ext cx="2888225" cy="1825621"/>
          </a:xfrm>
          <a:custGeom>
            <a:rect b="b" l="l" r="r" t="t"/>
            <a:pathLst>
              <a:path extrusionOk="0" h="54770" w="115529">
                <a:moveTo>
                  <a:pt x="115529" y="1"/>
                </a:moveTo>
                <a:lnTo>
                  <a:pt x="112924" y="187"/>
                </a:lnTo>
                <a:lnTo>
                  <a:pt x="110245" y="447"/>
                </a:lnTo>
                <a:lnTo>
                  <a:pt x="107566" y="745"/>
                </a:lnTo>
                <a:lnTo>
                  <a:pt x="104850" y="1080"/>
                </a:lnTo>
                <a:lnTo>
                  <a:pt x="102097" y="1489"/>
                </a:lnTo>
                <a:lnTo>
                  <a:pt x="99344" y="1936"/>
                </a:lnTo>
                <a:lnTo>
                  <a:pt x="96516" y="2419"/>
                </a:lnTo>
                <a:lnTo>
                  <a:pt x="93725" y="2940"/>
                </a:lnTo>
                <a:lnTo>
                  <a:pt x="90860" y="3536"/>
                </a:lnTo>
                <a:lnTo>
                  <a:pt x="88033" y="4131"/>
                </a:lnTo>
                <a:lnTo>
                  <a:pt x="85168" y="4801"/>
                </a:lnTo>
                <a:lnTo>
                  <a:pt x="82266" y="5508"/>
                </a:lnTo>
                <a:lnTo>
                  <a:pt x="79401" y="6252"/>
                </a:lnTo>
                <a:lnTo>
                  <a:pt x="76498" y="7070"/>
                </a:lnTo>
                <a:lnTo>
                  <a:pt x="73596" y="7889"/>
                </a:lnTo>
                <a:lnTo>
                  <a:pt x="70694" y="8782"/>
                </a:lnTo>
                <a:lnTo>
                  <a:pt x="67308" y="9861"/>
                </a:lnTo>
                <a:lnTo>
                  <a:pt x="63960" y="10977"/>
                </a:lnTo>
                <a:lnTo>
                  <a:pt x="60685" y="12130"/>
                </a:lnTo>
                <a:lnTo>
                  <a:pt x="57411" y="13321"/>
                </a:lnTo>
                <a:lnTo>
                  <a:pt x="54211" y="14586"/>
                </a:lnTo>
                <a:lnTo>
                  <a:pt x="51086" y="15851"/>
                </a:lnTo>
                <a:lnTo>
                  <a:pt x="47961" y="17153"/>
                </a:lnTo>
                <a:lnTo>
                  <a:pt x="44947" y="18530"/>
                </a:lnTo>
                <a:lnTo>
                  <a:pt x="41970" y="19907"/>
                </a:lnTo>
                <a:lnTo>
                  <a:pt x="39068" y="21321"/>
                </a:lnTo>
                <a:lnTo>
                  <a:pt x="36203" y="22772"/>
                </a:lnTo>
                <a:lnTo>
                  <a:pt x="33450" y="24223"/>
                </a:lnTo>
                <a:lnTo>
                  <a:pt x="30734" y="25748"/>
                </a:lnTo>
                <a:lnTo>
                  <a:pt x="28129" y="27274"/>
                </a:lnTo>
                <a:lnTo>
                  <a:pt x="25562" y="28836"/>
                </a:lnTo>
                <a:lnTo>
                  <a:pt x="23106" y="30436"/>
                </a:lnTo>
                <a:lnTo>
                  <a:pt x="20799" y="31962"/>
                </a:lnTo>
                <a:lnTo>
                  <a:pt x="18604" y="33524"/>
                </a:lnTo>
                <a:lnTo>
                  <a:pt x="16521" y="35087"/>
                </a:lnTo>
                <a:lnTo>
                  <a:pt x="14549" y="36650"/>
                </a:lnTo>
                <a:lnTo>
                  <a:pt x="12651" y="38213"/>
                </a:lnTo>
                <a:lnTo>
                  <a:pt x="10902" y="39775"/>
                </a:lnTo>
                <a:lnTo>
                  <a:pt x="9265" y="41338"/>
                </a:lnTo>
                <a:lnTo>
                  <a:pt x="7740" y="42863"/>
                </a:lnTo>
                <a:lnTo>
                  <a:pt x="6326" y="44426"/>
                </a:lnTo>
                <a:lnTo>
                  <a:pt x="5061" y="45952"/>
                </a:lnTo>
                <a:lnTo>
                  <a:pt x="4466" y="46696"/>
                </a:lnTo>
                <a:lnTo>
                  <a:pt x="3870" y="47477"/>
                </a:lnTo>
                <a:lnTo>
                  <a:pt x="3349" y="48221"/>
                </a:lnTo>
                <a:lnTo>
                  <a:pt x="2828" y="48965"/>
                </a:lnTo>
                <a:lnTo>
                  <a:pt x="2382" y="49709"/>
                </a:lnTo>
                <a:lnTo>
                  <a:pt x="1936" y="50454"/>
                </a:lnTo>
                <a:lnTo>
                  <a:pt x="1526" y="51198"/>
                </a:lnTo>
                <a:lnTo>
                  <a:pt x="1154" y="51905"/>
                </a:lnTo>
                <a:lnTo>
                  <a:pt x="819" y="52649"/>
                </a:lnTo>
                <a:lnTo>
                  <a:pt x="522" y="53356"/>
                </a:lnTo>
                <a:lnTo>
                  <a:pt x="224" y="54063"/>
                </a:lnTo>
                <a:lnTo>
                  <a:pt x="1" y="54770"/>
                </a:lnTo>
                <a:lnTo>
                  <a:pt x="115529" y="54770"/>
                </a:lnTo>
                <a:lnTo>
                  <a:pt x="115529" y="1"/>
                </a:lnTo>
                <a:close/>
              </a:path>
            </a:pathLst>
          </a:custGeom>
          <a:solidFill>
            <a:schemeClr val="accen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25" name="Google Shape;625;p35"/>
          <p:cNvSpPr/>
          <p:nvPr/>
        </p:nvSpPr>
        <p:spPr>
          <a:xfrm rot="5400000">
            <a:off x="6024600" y="5426566"/>
            <a:ext cx="1856400" cy="3359400"/>
          </a:xfrm>
          <a:prstGeom prst="chord">
            <a:avLst>
              <a:gd fmla="val 5820070" name="adj1"/>
              <a:gd fmla="val 15784537" name="adj2"/>
            </a:avLst>
          </a:prstGeom>
          <a:noFill/>
          <a:ln cap="flat" cmpd="sng" w="19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26" name="Google Shape;626;p35"/>
          <p:cNvSpPr txBox="1"/>
          <p:nvPr>
            <p:ph idx="1" type="subTitle"/>
          </p:nvPr>
        </p:nvSpPr>
        <p:spPr>
          <a:xfrm>
            <a:off x="4482800" y="5285300"/>
            <a:ext cx="3972600" cy="3696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27" name="Google Shape;627;p35"/>
          <p:cNvSpPr txBox="1"/>
          <p:nvPr>
            <p:ph idx="2" type="subTitle"/>
          </p:nvPr>
        </p:nvSpPr>
        <p:spPr>
          <a:xfrm>
            <a:off x="4482800" y="4974817"/>
            <a:ext cx="1481100" cy="264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28" name="Google Shape;628;p35"/>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629" name="Google Shape;629;p35"/>
          <p:cNvSpPr txBox="1"/>
          <p:nvPr>
            <p:ph idx="3" type="title"/>
          </p:nvPr>
        </p:nvSpPr>
        <p:spPr>
          <a:xfrm>
            <a:off x="115025" y="628100"/>
            <a:ext cx="3941700" cy="1600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630" name="Google Shape;630;p35"/>
          <p:cNvSpPr txBox="1"/>
          <p:nvPr>
            <p:ph idx="4" type="subTitle"/>
          </p:nvPr>
        </p:nvSpPr>
        <p:spPr>
          <a:xfrm>
            <a:off x="4482800" y="4571533"/>
            <a:ext cx="3972600" cy="3696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31" name="Google Shape;631;p35"/>
          <p:cNvSpPr txBox="1"/>
          <p:nvPr>
            <p:ph idx="5" type="subTitle"/>
          </p:nvPr>
        </p:nvSpPr>
        <p:spPr>
          <a:xfrm>
            <a:off x="4482800" y="4261050"/>
            <a:ext cx="1481100" cy="264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32" name="Google Shape;632;p35"/>
          <p:cNvSpPr txBox="1"/>
          <p:nvPr>
            <p:ph idx="6" type="subTitle"/>
          </p:nvPr>
        </p:nvSpPr>
        <p:spPr>
          <a:xfrm>
            <a:off x="4482800" y="3859817"/>
            <a:ext cx="3972600" cy="3696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33" name="Google Shape;633;p35"/>
          <p:cNvSpPr txBox="1"/>
          <p:nvPr>
            <p:ph idx="7" type="subTitle"/>
          </p:nvPr>
        </p:nvSpPr>
        <p:spPr>
          <a:xfrm>
            <a:off x="4482800" y="3549333"/>
            <a:ext cx="1481100" cy="264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34" name="Google Shape;634;p35"/>
          <p:cNvSpPr txBox="1"/>
          <p:nvPr>
            <p:ph idx="8" type="subTitle"/>
          </p:nvPr>
        </p:nvSpPr>
        <p:spPr>
          <a:xfrm>
            <a:off x="4482800" y="3149150"/>
            <a:ext cx="3972600" cy="3696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35" name="Google Shape;635;p35"/>
          <p:cNvSpPr txBox="1"/>
          <p:nvPr>
            <p:ph idx="9" type="subTitle"/>
          </p:nvPr>
        </p:nvSpPr>
        <p:spPr>
          <a:xfrm>
            <a:off x="4482800" y="2838667"/>
            <a:ext cx="1481100" cy="264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36" name="Google Shape;636;p35"/>
          <p:cNvSpPr txBox="1"/>
          <p:nvPr>
            <p:ph idx="13" type="subTitle"/>
          </p:nvPr>
        </p:nvSpPr>
        <p:spPr>
          <a:xfrm>
            <a:off x="4482800" y="2438983"/>
            <a:ext cx="3972600" cy="3696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37" name="Google Shape;637;p35"/>
          <p:cNvSpPr txBox="1"/>
          <p:nvPr>
            <p:ph idx="14" type="subTitle"/>
          </p:nvPr>
        </p:nvSpPr>
        <p:spPr>
          <a:xfrm>
            <a:off x="4482800" y="2128500"/>
            <a:ext cx="1481100" cy="264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38" name="Google Shape;638;p35"/>
          <p:cNvSpPr txBox="1"/>
          <p:nvPr>
            <p:ph idx="15" type="subTitle"/>
          </p:nvPr>
        </p:nvSpPr>
        <p:spPr>
          <a:xfrm>
            <a:off x="4482800" y="1728817"/>
            <a:ext cx="3972600" cy="369600"/>
          </a:xfrm>
          <a:prstGeom prst="rect">
            <a:avLst/>
          </a:prstGeom>
        </p:spPr>
        <p:txBody>
          <a:bodyPr anchorCtr="0" anchor="b" bIns="91425" lIns="0" spcFirstLastPara="1" rIns="91425" wrap="square" tIns="91425">
            <a:noAutofit/>
          </a:bodyPr>
          <a:lstStyle>
            <a:lvl1pPr lvl="0">
              <a:spcBef>
                <a:spcPts val="0"/>
              </a:spcBef>
              <a:spcAft>
                <a:spcPts val="0"/>
              </a:spcAft>
              <a:buClr>
                <a:schemeClr val="lt1"/>
              </a:buClr>
              <a:buSzPts val="1000"/>
              <a:buFont typeface="Sora"/>
              <a:buNone/>
              <a:defRPr sz="1000"/>
            </a:lvl1pPr>
            <a:lvl2pPr lvl="1">
              <a:spcBef>
                <a:spcPts val="0"/>
              </a:spcBef>
              <a:spcAft>
                <a:spcPts val="0"/>
              </a:spcAft>
              <a:buClr>
                <a:schemeClr val="lt1"/>
              </a:buClr>
              <a:buSzPts val="1000"/>
              <a:buFont typeface="Sora"/>
              <a:buNone/>
              <a:defRPr sz="1000">
                <a:solidFill>
                  <a:schemeClr val="lt1"/>
                </a:solidFill>
                <a:latin typeface="Sora"/>
                <a:ea typeface="Sora"/>
                <a:cs typeface="Sora"/>
                <a:sym typeface="Sora"/>
              </a:defRPr>
            </a:lvl2pPr>
            <a:lvl3pPr lvl="2">
              <a:spcBef>
                <a:spcPts val="0"/>
              </a:spcBef>
              <a:spcAft>
                <a:spcPts val="0"/>
              </a:spcAft>
              <a:buClr>
                <a:schemeClr val="lt1"/>
              </a:buClr>
              <a:buSzPts val="1000"/>
              <a:buFont typeface="Sora"/>
              <a:buNone/>
              <a:defRPr sz="1000">
                <a:solidFill>
                  <a:schemeClr val="lt1"/>
                </a:solidFill>
                <a:latin typeface="Sora"/>
                <a:ea typeface="Sora"/>
                <a:cs typeface="Sora"/>
                <a:sym typeface="Sora"/>
              </a:defRPr>
            </a:lvl3pPr>
            <a:lvl4pPr lvl="3">
              <a:spcBef>
                <a:spcPts val="0"/>
              </a:spcBef>
              <a:spcAft>
                <a:spcPts val="0"/>
              </a:spcAft>
              <a:buClr>
                <a:schemeClr val="lt1"/>
              </a:buClr>
              <a:buSzPts val="1000"/>
              <a:buFont typeface="Sora"/>
              <a:buNone/>
              <a:defRPr sz="1000">
                <a:solidFill>
                  <a:schemeClr val="lt1"/>
                </a:solidFill>
                <a:latin typeface="Sora"/>
                <a:ea typeface="Sora"/>
                <a:cs typeface="Sora"/>
                <a:sym typeface="Sora"/>
              </a:defRPr>
            </a:lvl4pPr>
            <a:lvl5pPr lvl="4">
              <a:spcBef>
                <a:spcPts val="0"/>
              </a:spcBef>
              <a:spcAft>
                <a:spcPts val="0"/>
              </a:spcAft>
              <a:buClr>
                <a:schemeClr val="lt1"/>
              </a:buClr>
              <a:buSzPts val="1000"/>
              <a:buFont typeface="Sora"/>
              <a:buNone/>
              <a:defRPr sz="1000">
                <a:solidFill>
                  <a:schemeClr val="lt1"/>
                </a:solidFill>
                <a:latin typeface="Sora"/>
                <a:ea typeface="Sora"/>
                <a:cs typeface="Sora"/>
                <a:sym typeface="Sora"/>
              </a:defRPr>
            </a:lvl5pPr>
            <a:lvl6pPr lvl="5">
              <a:spcBef>
                <a:spcPts val="0"/>
              </a:spcBef>
              <a:spcAft>
                <a:spcPts val="0"/>
              </a:spcAft>
              <a:buClr>
                <a:schemeClr val="lt1"/>
              </a:buClr>
              <a:buSzPts val="1000"/>
              <a:buFont typeface="Sora"/>
              <a:buNone/>
              <a:defRPr sz="1000">
                <a:solidFill>
                  <a:schemeClr val="lt1"/>
                </a:solidFill>
                <a:latin typeface="Sora"/>
                <a:ea typeface="Sora"/>
                <a:cs typeface="Sora"/>
                <a:sym typeface="Sora"/>
              </a:defRPr>
            </a:lvl6pPr>
            <a:lvl7pPr lvl="6">
              <a:spcBef>
                <a:spcPts val="0"/>
              </a:spcBef>
              <a:spcAft>
                <a:spcPts val="0"/>
              </a:spcAft>
              <a:buClr>
                <a:schemeClr val="lt1"/>
              </a:buClr>
              <a:buSzPts val="1000"/>
              <a:buFont typeface="Sora"/>
              <a:buNone/>
              <a:defRPr sz="1000">
                <a:solidFill>
                  <a:schemeClr val="lt1"/>
                </a:solidFill>
                <a:latin typeface="Sora"/>
                <a:ea typeface="Sora"/>
                <a:cs typeface="Sora"/>
                <a:sym typeface="Sora"/>
              </a:defRPr>
            </a:lvl7pPr>
            <a:lvl8pPr lvl="7">
              <a:spcBef>
                <a:spcPts val="0"/>
              </a:spcBef>
              <a:spcAft>
                <a:spcPts val="0"/>
              </a:spcAft>
              <a:buClr>
                <a:schemeClr val="lt1"/>
              </a:buClr>
              <a:buSzPts val="1000"/>
              <a:buFont typeface="Sora"/>
              <a:buNone/>
              <a:defRPr sz="1000">
                <a:solidFill>
                  <a:schemeClr val="lt1"/>
                </a:solidFill>
                <a:latin typeface="Sora"/>
                <a:ea typeface="Sora"/>
                <a:cs typeface="Sora"/>
                <a:sym typeface="Sora"/>
              </a:defRPr>
            </a:lvl8pPr>
            <a:lvl9pPr lvl="8">
              <a:spcBef>
                <a:spcPts val="0"/>
              </a:spcBef>
              <a:spcAft>
                <a:spcPts val="0"/>
              </a:spcAft>
              <a:buClr>
                <a:schemeClr val="lt1"/>
              </a:buClr>
              <a:buSzPts val="1000"/>
              <a:buFont typeface="Sora"/>
              <a:buNone/>
              <a:defRPr sz="1000">
                <a:solidFill>
                  <a:schemeClr val="lt1"/>
                </a:solidFill>
                <a:latin typeface="Sora"/>
                <a:ea typeface="Sora"/>
                <a:cs typeface="Sora"/>
                <a:sym typeface="Sora"/>
              </a:defRPr>
            </a:lvl9pPr>
          </a:lstStyle>
          <a:p/>
        </p:txBody>
      </p:sp>
      <p:sp>
        <p:nvSpPr>
          <p:cNvPr id="639" name="Google Shape;639;p35"/>
          <p:cNvSpPr txBox="1"/>
          <p:nvPr>
            <p:ph idx="16" type="subTitle"/>
          </p:nvPr>
        </p:nvSpPr>
        <p:spPr>
          <a:xfrm>
            <a:off x="4482800" y="1418333"/>
            <a:ext cx="1481100" cy="264300"/>
          </a:xfrm>
          <a:prstGeom prst="rect">
            <a:avLst/>
          </a:prstGeom>
        </p:spPr>
        <p:txBody>
          <a:bodyPr anchorCtr="0" anchor="b" bIns="91425" lIns="0" spcFirstLastPara="1" rIns="91425" wrap="square" tIns="91425">
            <a:noAutofit/>
          </a:bodyPr>
          <a:lstStyle>
            <a:lvl1pPr lvl="0">
              <a:spcBef>
                <a:spcPts val="0"/>
              </a:spcBef>
              <a:spcAft>
                <a:spcPts val="0"/>
              </a:spcAft>
              <a:buNone/>
              <a:defRPr b="1">
                <a:solidFill>
                  <a:schemeClr val="accent5"/>
                </a:solidFill>
              </a:defRPr>
            </a:lvl1pPr>
            <a:lvl2pPr lvl="1">
              <a:spcBef>
                <a:spcPts val="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40" name="Google Shape;640;p35"/>
          <p:cNvSpPr txBox="1"/>
          <p:nvPr>
            <p:ph idx="17"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udience Persona Infographic">
  <p:cSld name="BLANK_1_1_1_1_1_1_1_1_1_1_1_1_3">
    <p:bg>
      <p:bgPr>
        <a:solidFill>
          <a:schemeClr val="lt1"/>
        </a:solidFill>
      </p:bgPr>
    </p:bg>
    <p:spTree>
      <p:nvGrpSpPr>
        <p:cNvPr id="641" name="Shape 641"/>
        <p:cNvGrpSpPr/>
        <p:nvPr/>
      </p:nvGrpSpPr>
      <p:grpSpPr>
        <a:xfrm>
          <a:off x="0" y="0"/>
          <a:ext cx="0" cy="0"/>
          <a:chOff x="0" y="0"/>
          <a:chExt cx="0" cy="0"/>
        </a:xfrm>
      </p:grpSpPr>
      <p:sp>
        <p:nvSpPr>
          <p:cNvPr id="642" name="Google Shape;642;p36"/>
          <p:cNvSpPr/>
          <p:nvPr/>
        </p:nvSpPr>
        <p:spPr>
          <a:xfrm>
            <a:off x="6702700" y="3376733"/>
            <a:ext cx="2441400" cy="3481200"/>
          </a:xfrm>
          <a:prstGeom prst="rect">
            <a:avLst/>
          </a:prstGeom>
          <a:solidFill>
            <a:schemeClr val="dk2"/>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43" name="Google Shape;643;p36"/>
          <p:cNvSpPr/>
          <p:nvPr>
            <p:ph idx="2" type="pic"/>
          </p:nvPr>
        </p:nvSpPr>
        <p:spPr>
          <a:xfrm>
            <a:off x="6702600" y="-21533"/>
            <a:ext cx="2441400" cy="3432900"/>
          </a:xfrm>
          <a:prstGeom prst="rect">
            <a:avLst/>
          </a:prstGeom>
          <a:noFill/>
          <a:ln>
            <a:noFill/>
          </a:ln>
        </p:spPr>
      </p:sp>
      <p:sp>
        <p:nvSpPr>
          <p:cNvPr id="644" name="Google Shape;644;p36"/>
          <p:cNvSpPr txBox="1"/>
          <p:nvPr>
            <p:ph idx="1" type="subTitle"/>
          </p:nvPr>
        </p:nvSpPr>
        <p:spPr>
          <a:xfrm>
            <a:off x="115025" y="2319167"/>
            <a:ext cx="3460800" cy="2368800"/>
          </a:xfrm>
          <a:prstGeom prst="rect">
            <a:avLst/>
          </a:prstGeom>
        </p:spPr>
        <p:txBody>
          <a:bodyPr anchorCtr="0" anchor="t" bIns="0" lIns="91425" spcFirstLastPara="1" rIns="91425" wrap="square" tIns="0">
            <a:norm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nSpc>
                <a:spcPct val="115000"/>
              </a:lnSpc>
              <a:spcBef>
                <a:spcPts val="1000"/>
              </a:spcBef>
              <a:spcAft>
                <a:spcPts val="0"/>
              </a:spcAft>
              <a:buClr>
                <a:schemeClr val="dk2"/>
              </a:buClr>
              <a:buSzPts val="1400"/>
              <a:buNone/>
              <a:defRPr>
                <a:solidFill>
                  <a:schemeClr val="dk2"/>
                </a:solidFill>
              </a:defRPr>
            </a:lvl2pPr>
            <a:lvl3pPr lvl="2">
              <a:lnSpc>
                <a:spcPct val="115000"/>
              </a:lnSpc>
              <a:spcBef>
                <a:spcPts val="0"/>
              </a:spcBef>
              <a:spcAft>
                <a:spcPts val="0"/>
              </a:spcAft>
              <a:buClr>
                <a:schemeClr val="dk2"/>
              </a:buClr>
              <a:buSzPts val="1400"/>
              <a:buNone/>
              <a:defRPr>
                <a:solidFill>
                  <a:schemeClr val="dk2"/>
                </a:solidFill>
              </a:defRPr>
            </a:lvl3pPr>
            <a:lvl4pPr lvl="3">
              <a:lnSpc>
                <a:spcPct val="115000"/>
              </a:lnSpc>
              <a:spcBef>
                <a:spcPts val="0"/>
              </a:spcBef>
              <a:spcAft>
                <a:spcPts val="0"/>
              </a:spcAft>
              <a:buClr>
                <a:schemeClr val="dk2"/>
              </a:buClr>
              <a:buSzPts val="1400"/>
              <a:buNone/>
              <a:defRPr>
                <a:solidFill>
                  <a:schemeClr val="dk2"/>
                </a:solidFill>
              </a:defRPr>
            </a:lvl4pPr>
            <a:lvl5pPr lvl="4">
              <a:lnSpc>
                <a:spcPct val="115000"/>
              </a:lnSpc>
              <a:spcBef>
                <a:spcPts val="0"/>
              </a:spcBef>
              <a:spcAft>
                <a:spcPts val="0"/>
              </a:spcAft>
              <a:buClr>
                <a:schemeClr val="dk2"/>
              </a:buClr>
              <a:buSzPts val="1400"/>
              <a:buNone/>
              <a:defRPr>
                <a:solidFill>
                  <a:schemeClr val="dk2"/>
                </a:solidFill>
              </a:defRPr>
            </a:lvl5pPr>
            <a:lvl6pPr lvl="5">
              <a:lnSpc>
                <a:spcPct val="115000"/>
              </a:lnSpc>
              <a:spcBef>
                <a:spcPts val="0"/>
              </a:spcBef>
              <a:spcAft>
                <a:spcPts val="0"/>
              </a:spcAft>
              <a:buClr>
                <a:schemeClr val="dk2"/>
              </a:buClr>
              <a:buSzPts val="1400"/>
              <a:buNone/>
              <a:defRPr>
                <a:solidFill>
                  <a:schemeClr val="dk2"/>
                </a:solidFill>
              </a:defRPr>
            </a:lvl6pPr>
            <a:lvl7pPr lvl="6">
              <a:lnSpc>
                <a:spcPct val="115000"/>
              </a:lnSpc>
              <a:spcBef>
                <a:spcPts val="0"/>
              </a:spcBef>
              <a:spcAft>
                <a:spcPts val="0"/>
              </a:spcAft>
              <a:buClr>
                <a:schemeClr val="dk2"/>
              </a:buClr>
              <a:buSzPts val="1400"/>
              <a:buNone/>
              <a:defRPr>
                <a:solidFill>
                  <a:schemeClr val="dk2"/>
                </a:solidFill>
              </a:defRPr>
            </a:lvl7pPr>
            <a:lvl8pPr lvl="7">
              <a:lnSpc>
                <a:spcPct val="115000"/>
              </a:lnSpc>
              <a:spcBef>
                <a:spcPts val="0"/>
              </a:spcBef>
              <a:spcAft>
                <a:spcPts val="0"/>
              </a:spcAft>
              <a:buClr>
                <a:schemeClr val="dk2"/>
              </a:buClr>
              <a:buSzPts val="1400"/>
              <a:buNone/>
              <a:defRPr>
                <a:solidFill>
                  <a:schemeClr val="dk2"/>
                </a:solidFill>
              </a:defRPr>
            </a:lvl8pPr>
            <a:lvl9pPr lvl="8">
              <a:lnSpc>
                <a:spcPct val="115000"/>
              </a:lnSpc>
              <a:spcBef>
                <a:spcPts val="0"/>
              </a:spcBef>
              <a:spcAft>
                <a:spcPts val="0"/>
              </a:spcAft>
              <a:buClr>
                <a:schemeClr val="dk2"/>
              </a:buClr>
              <a:buSzPts val="1400"/>
              <a:buNone/>
              <a:defRPr>
                <a:solidFill>
                  <a:schemeClr val="dk2"/>
                </a:solidFill>
              </a:defRPr>
            </a:lvl9pPr>
          </a:lstStyle>
          <a:p/>
        </p:txBody>
      </p:sp>
      <p:sp>
        <p:nvSpPr>
          <p:cNvPr id="645" name="Google Shape;645;p36"/>
          <p:cNvSpPr txBox="1"/>
          <p:nvPr>
            <p:ph idx="3" type="subTitle"/>
          </p:nvPr>
        </p:nvSpPr>
        <p:spPr>
          <a:xfrm>
            <a:off x="115025" y="5158750"/>
            <a:ext cx="3460800" cy="10671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100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646" name="Google Shape;646;p36"/>
          <p:cNvSpPr txBox="1"/>
          <p:nvPr>
            <p:ph type="title"/>
          </p:nvPr>
        </p:nvSpPr>
        <p:spPr>
          <a:xfrm>
            <a:off x="3656050" y="2319167"/>
            <a:ext cx="2960700" cy="3168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47" name="Google Shape;647;p36"/>
          <p:cNvSpPr txBox="1"/>
          <p:nvPr>
            <p:ph idx="4" type="title"/>
          </p:nvPr>
        </p:nvSpPr>
        <p:spPr>
          <a:xfrm>
            <a:off x="3656050" y="3715704"/>
            <a:ext cx="2960700" cy="4515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48" name="Google Shape;648;p36"/>
          <p:cNvSpPr txBox="1"/>
          <p:nvPr>
            <p:ph idx="5" type="title"/>
          </p:nvPr>
        </p:nvSpPr>
        <p:spPr>
          <a:xfrm>
            <a:off x="3624425" y="5642633"/>
            <a:ext cx="900600" cy="4515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49" name="Google Shape;649;p36"/>
          <p:cNvSpPr txBox="1"/>
          <p:nvPr>
            <p:ph idx="6" type="title"/>
          </p:nvPr>
        </p:nvSpPr>
        <p:spPr>
          <a:xfrm>
            <a:off x="115025" y="1439967"/>
            <a:ext cx="6055500" cy="6564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2pPr>
            <a:lvl3pPr lvl="2">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3pPr>
            <a:lvl4pPr lvl="3">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4pPr>
            <a:lvl5pPr lvl="4">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5pPr>
            <a:lvl6pPr lvl="5">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6pPr>
            <a:lvl7pPr lvl="6">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7pPr>
            <a:lvl8pPr lvl="7">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8pPr>
            <a:lvl9pPr lvl="8">
              <a:spcBef>
                <a:spcPts val="0"/>
              </a:spcBef>
              <a:spcAft>
                <a:spcPts val="0"/>
              </a:spcAft>
              <a:buClr>
                <a:schemeClr val="dk2"/>
              </a:buClr>
              <a:buSzPts val="1200"/>
              <a:buFont typeface="IBM Plex Sans Medium"/>
              <a:buNone/>
              <a:defRPr sz="1200">
                <a:solidFill>
                  <a:schemeClr val="dk2"/>
                </a:solidFill>
                <a:latin typeface="IBM Plex Sans Medium"/>
                <a:ea typeface="IBM Plex Sans Medium"/>
                <a:cs typeface="IBM Plex Sans Medium"/>
                <a:sym typeface="IBM Plex Sans Medium"/>
              </a:defRPr>
            </a:lvl9pPr>
          </a:lstStyle>
          <a:p/>
        </p:txBody>
      </p:sp>
      <p:sp>
        <p:nvSpPr>
          <p:cNvPr id="650" name="Google Shape;650;p36"/>
          <p:cNvSpPr txBox="1"/>
          <p:nvPr>
            <p:ph idx="7"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651" name="Google Shape;651;p36"/>
          <p:cNvSpPr txBox="1"/>
          <p:nvPr>
            <p:ph idx="8" type="title"/>
          </p:nvPr>
        </p:nvSpPr>
        <p:spPr>
          <a:xfrm>
            <a:off x="115025" y="630987"/>
            <a:ext cx="6055500" cy="7695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solidFill>
                  <a:schemeClr val="dk2"/>
                </a:solidFill>
              </a:defRPr>
            </a:lvl1pPr>
            <a:lvl2pPr lvl="1">
              <a:lnSpc>
                <a:spcPct val="115000"/>
              </a:lnSpc>
              <a:spcBef>
                <a:spcPts val="0"/>
              </a:spcBef>
              <a:spcAft>
                <a:spcPts val="0"/>
              </a:spcAft>
              <a:buNone/>
              <a:defRPr sz="3600">
                <a:solidFill>
                  <a:schemeClr val="dk2"/>
                </a:solidFill>
              </a:defRPr>
            </a:lvl2pPr>
            <a:lvl3pPr lvl="2">
              <a:lnSpc>
                <a:spcPct val="115000"/>
              </a:lnSpc>
              <a:spcBef>
                <a:spcPts val="0"/>
              </a:spcBef>
              <a:spcAft>
                <a:spcPts val="0"/>
              </a:spcAft>
              <a:buNone/>
              <a:defRPr sz="3600">
                <a:solidFill>
                  <a:schemeClr val="dk2"/>
                </a:solidFill>
              </a:defRPr>
            </a:lvl3pPr>
            <a:lvl4pPr lvl="3">
              <a:lnSpc>
                <a:spcPct val="115000"/>
              </a:lnSpc>
              <a:spcBef>
                <a:spcPts val="0"/>
              </a:spcBef>
              <a:spcAft>
                <a:spcPts val="0"/>
              </a:spcAft>
              <a:buNone/>
              <a:defRPr sz="3600">
                <a:solidFill>
                  <a:schemeClr val="dk2"/>
                </a:solidFill>
              </a:defRPr>
            </a:lvl4pPr>
            <a:lvl5pPr lvl="4">
              <a:lnSpc>
                <a:spcPct val="115000"/>
              </a:lnSpc>
              <a:spcBef>
                <a:spcPts val="0"/>
              </a:spcBef>
              <a:spcAft>
                <a:spcPts val="0"/>
              </a:spcAft>
              <a:buNone/>
              <a:defRPr sz="3600">
                <a:solidFill>
                  <a:schemeClr val="dk2"/>
                </a:solidFill>
              </a:defRPr>
            </a:lvl5pPr>
            <a:lvl6pPr lvl="5">
              <a:lnSpc>
                <a:spcPct val="115000"/>
              </a:lnSpc>
              <a:spcBef>
                <a:spcPts val="0"/>
              </a:spcBef>
              <a:spcAft>
                <a:spcPts val="0"/>
              </a:spcAft>
              <a:buNone/>
              <a:defRPr sz="3600">
                <a:solidFill>
                  <a:schemeClr val="dk2"/>
                </a:solidFill>
              </a:defRPr>
            </a:lvl6pPr>
            <a:lvl7pPr lvl="6">
              <a:lnSpc>
                <a:spcPct val="115000"/>
              </a:lnSpc>
              <a:spcBef>
                <a:spcPts val="0"/>
              </a:spcBef>
              <a:spcAft>
                <a:spcPts val="0"/>
              </a:spcAft>
              <a:buNone/>
              <a:defRPr sz="3600">
                <a:solidFill>
                  <a:schemeClr val="dk2"/>
                </a:solidFill>
              </a:defRPr>
            </a:lvl7pPr>
            <a:lvl8pPr lvl="7">
              <a:lnSpc>
                <a:spcPct val="115000"/>
              </a:lnSpc>
              <a:spcBef>
                <a:spcPts val="0"/>
              </a:spcBef>
              <a:spcAft>
                <a:spcPts val="0"/>
              </a:spcAft>
              <a:buNone/>
              <a:defRPr sz="3600">
                <a:solidFill>
                  <a:schemeClr val="dk2"/>
                </a:solidFill>
              </a:defRPr>
            </a:lvl8pPr>
            <a:lvl9pPr lvl="8">
              <a:lnSpc>
                <a:spcPct val="115000"/>
              </a:lnSpc>
              <a:spcBef>
                <a:spcPts val="0"/>
              </a:spcBef>
              <a:spcAft>
                <a:spcPts val="0"/>
              </a:spcAft>
              <a:buNone/>
              <a:defRPr sz="3600">
                <a:solidFill>
                  <a:schemeClr val="dk2"/>
                </a:solidFill>
              </a:defRPr>
            </a:lvl9pPr>
          </a:lstStyle>
          <a:p/>
        </p:txBody>
      </p:sp>
      <p:sp>
        <p:nvSpPr>
          <p:cNvPr id="652" name="Google Shape;652;p36"/>
          <p:cNvSpPr txBox="1"/>
          <p:nvPr>
            <p:ph idx="9" type="title"/>
          </p:nvPr>
        </p:nvSpPr>
        <p:spPr>
          <a:xfrm>
            <a:off x="115025" y="4841950"/>
            <a:ext cx="3460800" cy="316800"/>
          </a:xfrm>
          <a:prstGeom prst="rect">
            <a:avLst/>
          </a:prstGeom>
        </p:spPr>
        <p:txBody>
          <a:bodyPr anchorCtr="0" anchor="t" bIns="0" lIns="91425" spcFirstLastPara="1" rIns="0" wrap="square" tIns="0">
            <a:noAutofit/>
          </a:bodyPr>
          <a:lstStyle>
            <a:lvl1pPr lvl="0">
              <a:spcBef>
                <a:spcPts val="0"/>
              </a:spcBef>
              <a:spcAft>
                <a:spcPts val="0"/>
              </a:spcAft>
              <a:buNone/>
              <a:defRPr sz="1000">
                <a:solidFill>
                  <a:schemeClr val="dk2"/>
                </a:solidFill>
                <a:latin typeface="IBM Plex Sans Medium"/>
                <a:ea typeface="IBM Plex Sans Medium"/>
                <a:cs typeface="IBM Plex Sans Medium"/>
                <a:sym typeface="IBM Plex Sans Medium"/>
              </a:defRPr>
            </a:lvl1pPr>
            <a:lvl2pPr lvl="1">
              <a:spcBef>
                <a:spcPts val="100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653" name="Google Shape;653;p36"/>
          <p:cNvSpPr txBox="1"/>
          <p:nvPr>
            <p:ph idx="13" type="subTitle"/>
          </p:nvPr>
        </p:nvSpPr>
        <p:spPr>
          <a:xfrm>
            <a:off x="6751650" y="3465467"/>
            <a:ext cx="2266200" cy="372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54" name="Google Shape;654;p36"/>
          <p:cNvSpPr txBox="1"/>
          <p:nvPr>
            <p:ph idx="14" type="subTitle"/>
          </p:nvPr>
        </p:nvSpPr>
        <p:spPr>
          <a:xfrm>
            <a:off x="6751650" y="3883170"/>
            <a:ext cx="2266200" cy="372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55" name="Google Shape;655;p36"/>
          <p:cNvSpPr txBox="1"/>
          <p:nvPr>
            <p:ph idx="15" type="subTitle"/>
          </p:nvPr>
        </p:nvSpPr>
        <p:spPr>
          <a:xfrm>
            <a:off x="6751650" y="4300873"/>
            <a:ext cx="2266200" cy="372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56" name="Google Shape;656;p36"/>
          <p:cNvSpPr txBox="1"/>
          <p:nvPr>
            <p:ph idx="16" type="subTitle"/>
          </p:nvPr>
        </p:nvSpPr>
        <p:spPr>
          <a:xfrm>
            <a:off x="6751650" y="4718577"/>
            <a:ext cx="2266200" cy="372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57" name="Google Shape;657;p36"/>
          <p:cNvSpPr txBox="1"/>
          <p:nvPr>
            <p:ph idx="17" type="subTitle"/>
          </p:nvPr>
        </p:nvSpPr>
        <p:spPr>
          <a:xfrm>
            <a:off x="6751650" y="5136280"/>
            <a:ext cx="2266200" cy="372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58" name="Google Shape;658;p36"/>
          <p:cNvSpPr txBox="1"/>
          <p:nvPr>
            <p:ph idx="18" type="subTitle"/>
          </p:nvPr>
        </p:nvSpPr>
        <p:spPr>
          <a:xfrm>
            <a:off x="6751650" y="5553983"/>
            <a:ext cx="2266200" cy="3729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accent5"/>
                </a:solidFill>
                <a:latin typeface="Sora ExtraLight"/>
                <a:ea typeface="Sora ExtraLight"/>
                <a:cs typeface="Sora ExtraLight"/>
                <a:sym typeface="Sora ExtraLight"/>
              </a:defRPr>
            </a:lvl1pPr>
            <a:lvl2pPr lvl="1">
              <a:spcBef>
                <a:spcPts val="1000"/>
              </a:spcBef>
              <a:spcAft>
                <a:spcPts val="0"/>
              </a:spcAft>
              <a:buClr>
                <a:schemeClr val="accent5"/>
              </a:buClr>
              <a:buSzPts val="1400"/>
              <a:buNone/>
              <a:defRPr>
                <a:solidFill>
                  <a:schemeClr val="accent5"/>
                </a:solidFill>
              </a:defRPr>
            </a:lvl2pPr>
            <a:lvl3pPr lvl="2">
              <a:spcBef>
                <a:spcPts val="0"/>
              </a:spcBef>
              <a:spcAft>
                <a:spcPts val="0"/>
              </a:spcAft>
              <a:buClr>
                <a:schemeClr val="accent5"/>
              </a:buClr>
              <a:buSzPts val="1400"/>
              <a:buNone/>
              <a:defRPr>
                <a:solidFill>
                  <a:schemeClr val="accent5"/>
                </a:solidFill>
              </a:defRPr>
            </a:lvl3pPr>
            <a:lvl4pPr lvl="3">
              <a:spcBef>
                <a:spcPts val="0"/>
              </a:spcBef>
              <a:spcAft>
                <a:spcPts val="0"/>
              </a:spcAft>
              <a:buClr>
                <a:schemeClr val="accent5"/>
              </a:buClr>
              <a:buSzPts val="1400"/>
              <a:buNone/>
              <a:defRPr>
                <a:solidFill>
                  <a:schemeClr val="accent5"/>
                </a:solidFill>
              </a:defRPr>
            </a:lvl4pPr>
            <a:lvl5pPr lvl="4">
              <a:spcBef>
                <a:spcPts val="0"/>
              </a:spcBef>
              <a:spcAft>
                <a:spcPts val="0"/>
              </a:spcAft>
              <a:buClr>
                <a:schemeClr val="accent5"/>
              </a:buClr>
              <a:buSzPts val="1400"/>
              <a:buNone/>
              <a:defRPr>
                <a:solidFill>
                  <a:schemeClr val="accent5"/>
                </a:solidFill>
              </a:defRPr>
            </a:lvl5pPr>
            <a:lvl6pPr lvl="5">
              <a:spcBef>
                <a:spcPts val="0"/>
              </a:spcBef>
              <a:spcAft>
                <a:spcPts val="0"/>
              </a:spcAft>
              <a:buClr>
                <a:schemeClr val="accent5"/>
              </a:buClr>
              <a:buSzPts val="1400"/>
              <a:buNone/>
              <a:defRPr>
                <a:solidFill>
                  <a:schemeClr val="accent5"/>
                </a:solidFill>
              </a:defRPr>
            </a:lvl6pPr>
            <a:lvl7pPr lvl="6">
              <a:spcBef>
                <a:spcPts val="0"/>
              </a:spcBef>
              <a:spcAft>
                <a:spcPts val="0"/>
              </a:spcAft>
              <a:buClr>
                <a:schemeClr val="accent5"/>
              </a:buClr>
              <a:buSzPts val="1400"/>
              <a:buNone/>
              <a:defRPr>
                <a:solidFill>
                  <a:schemeClr val="accent5"/>
                </a:solidFill>
              </a:defRPr>
            </a:lvl7pPr>
            <a:lvl8pPr lvl="7">
              <a:spcBef>
                <a:spcPts val="0"/>
              </a:spcBef>
              <a:spcAft>
                <a:spcPts val="0"/>
              </a:spcAft>
              <a:buClr>
                <a:schemeClr val="accent5"/>
              </a:buClr>
              <a:buSzPts val="1400"/>
              <a:buNone/>
              <a:defRPr>
                <a:solidFill>
                  <a:schemeClr val="accent5"/>
                </a:solidFill>
              </a:defRPr>
            </a:lvl8pPr>
            <a:lvl9pPr lvl="8">
              <a:spcBef>
                <a:spcPts val="0"/>
              </a:spcBef>
              <a:spcAft>
                <a:spcPts val="0"/>
              </a:spcAft>
              <a:buClr>
                <a:schemeClr val="accent5"/>
              </a:buClr>
              <a:buSzPts val="1400"/>
              <a:buNone/>
              <a:defRPr>
                <a:solidFill>
                  <a:schemeClr val="accent5"/>
                </a:solidFill>
              </a:defRPr>
            </a:lvl9pPr>
          </a:lstStyle>
          <a:p/>
        </p:txBody>
      </p:sp>
      <p:sp>
        <p:nvSpPr>
          <p:cNvPr id="659" name="Google Shape;659;p36"/>
          <p:cNvSpPr txBox="1"/>
          <p:nvPr>
            <p:ph idx="19"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 Alt 2">
  <p:cSld name="BLANK_1_1_1_1_1_1_1_1_1_1_1_1_2">
    <p:spTree>
      <p:nvGrpSpPr>
        <p:cNvPr id="660" name="Shape 660"/>
        <p:cNvGrpSpPr/>
        <p:nvPr/>
      </p:nvGrpSpPr>
      <p:grpSpPr>
        <a:xfrm>
          <a:off x="0" y="0"/>
          <a:ext cx="0" cy="0"/>
          <a:chOff x="0" y="0"/>
          <a:chExt cx="0" cy="0"/>
        </a:xfrm>
      </p:grpSpPr>
      <p:sp>
        <p:nvSpPr>
          <p:cNvPr id="661" name="Google Shape;661;p37"/>
          <p:cNvSpPr/>
          <p:nvPr/>
        </p:nvSpPr>
        <p:spPr>
          <a:xfrm flipH="1" rot="-7612230">
            <a:off x="4260389" y="1478789"/>
            <a:ext cx="5707920" cy="2923080"/>
          </a:xfrm>
          <a:prstGeom prst="flowChartConnector">
            <a:avLst/>
          </a:pr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662" name="Google Shape;662;p37"/>
          <p:cNvSpPr/>
          <p:nvPr/>
        </p:nvSpPr>
        <p:spPr>
          <a:xfrm flipH="1" rot="10800000">
            <a:off x="4676692" y="4450417"/>
            <a:ext cx="4467295" cy="2246968"/>
          </a:xfrm>
          <a:custGeom>
            <a:rect b="b" l="l" r="r" t="t"/>
            <a:pathLst>
              <a:path extrusionOk="0" h="51371" w="119855">
                <a:moveTo>
                  <a:pt x="32006" y="0"/>
                </a:moveTo>
                <a:lnTo>
                  <a:pt x="30303" y="29"/>
                </a:lnTo>
                <a:lnTo>
                  <a:pt x="28658" y="116"/>
                </a:lnTo>
                <a:lnTo>
                  <a:pt x="27042" y="202"/>
                </a:lnTo>
                <a:lnTo>
                  <a:pt x="25455" y="289"/>
                </a:lnTo>
                <a:lnTo>
                  <a:pt x="23896" y="433"/>
                </a:lnTo>
                <a:lnTo>
                  <a:pt x="22367" y="606"/>
                </a:lnTo>
                <a:lnTo>
                  <a:pt x="20895" y="779"/>
                </a:lnTo>
                <a:lnTo>
                  <a:pt x="19452" y="1010"/>
                </a:lnTo>
                <a:lnTo>
                  <a:pt x="18067" y="1241"/>
                </a:lnTo>
                <a:lnTo>
                  <a:pt x="16710" y="1501"/>
                </a:lnTo>
                <a:lnTo>
                  <a:pt x="15383" y="1761"/>
                </a:lnTo>
                <a:lnTo>
                  <a:pt x="14142" y="2078"/>
                </a:lnTo>
                <a:lnTo>
                  <a:pt x="12930" y="2396"/>
                </a:lnTo>
                <a:lnTo>
                  <a:pt x="11746" y="2771"/>
                </a:lnTo>
                <a:lnTo>
                  <a:pt x="10621" y="3117"/>
                </a:lnTo>
                <a:lnTo>
                  <a:pt x="9524" y="3550"/>
                </a:lnTo>
                <a:lnTo>
                  <a:pt x="8485" y="3983"/>
                </a:lnTo>
                <a:lnTo>
                  <a:pt x="7504" y="4416"/>
                </a:lnTo>
                <a:lnTo>
                  <a:pt x="6581" y="4906"/>
                </a:lnTo>
                <a:lnTo>
                  <a:pt x="5715" y="5397"/>
                </a:lnTo>
                <a:lnTo>
                  <a:pt x="4907" y="5916"/>
                </a:lnTo>
                <a:lnTo>
                  <a:pt x="4156" y="6465"/>
                </a:lnTo>
                <a:lnTo>
                  <a:pt x="3464" y="7013"/>
                </a:lnTo>
                <a:lnTo>
                  <a:pt x="2829" y="7590"/>
                </a:lnTo>
                <a:lnTo>
                  <a:pt x="2281" y="8196"/>
                </a:lnTo>
                <a:lnTo>
                  <a:pt x="1761" y="8802"/>
                </a:lnTo>
                <a:lnTo>
                  <a:pt x="1328" y="9437"/>
                </a:lnTo>
                <a:lnTo>
                  <a:pt x="953" y="10072"/>
                </a:lnTo>
                <a:lnTo>
                  <a:pt x="636" y="10765"/>
                </a:lnTo>
                <a:lnTo>
                  <a:pt x="376" y="11429"/>
                </a:lnTo>
                <a:lnTo>
                  <a:pt x="174" y="12121"/>
                </a:lnTo>
                <a:lnTo>
                  <a:pt x="87" y="12698"/>
                </a:lnTo>
                <a:lnTo>
                  <a:pt x="29" y="13276"/>
                </a:lnTo>
                <a:lnTo>
                  <a:pt x="1" y="13853"/>
                </a:lnTo>
                <a:lnTo>
                  <a:pt x="29" y="14430"/>
                </a:lnTo>
                <a:lnTo>
                  <a:pt x="87" y="15007"/>
                </a:lnTo>
                <a:lnTo>
                  <a:pt x="174" y="15613"/>
                </a:lnTo>
                <a:lnTo>
                  <a:pt x="318" y="16219"/>
                </a:lnTo>
                <a:lnTo>
                  <a:pt x="491" y="16796"/>
                </a:lnTo>
                <a:lnTo>
                  <a:pt x="722" y="17403"/>
                </a:lnTo>
                <a:lnTo>
                  <a:pt x="953" y="18009"/>
                </a:lnTo>
                <a:lnTo>
                  <a:pt x="1242" y="18615"/>
                </a:lnTo>
                <a:lnTo>
                  <a:pt x="1588" y="19221"/>
                </a:lnTo>
                <a:lnTo>
                  <a:pt x="1934" y="19856"/>
                </a:lnTo>
                <a:lnTo>
                  <a:pt x="2338" y="20462"/>
                </a:lnTo>
                <a:lnTo>
                  <a:pt x="2771" y="21068"/>
                </a:lnTo>
                <a:lnTo>
                  <a:pt x="3233" y="21703"/>
                </a:lnTo>
                <a:lnTo>
                  <a:pt x="3752" y="22309"/>
                </a:lnTo>
                <a:lnTo>
                  <a:pt x="4272" y="22944"/>
                </a:lnTo>
                <a:lnTo>
                  <a:pt x="4849" y="23550"/>
                </a:lnTo>
                <a:lnTo>
                  <a:pt x="5455" y="24185"/>
                </a:lnTo>
                <a:lnTo>
                  <a:pt x="6090" y="24791"/>
                </a:lnTo>
                <a:lnTo>
                  <a:pt x="6754" y="25426"/>
                </a:lnTo>
                <a:lnTo>
                  <a:pt x="7446" y="26032"/>
                </a:lnTo>
                <a:lnTo>
                  <a:pt x="8197" y="26638"/>
                </a:lnTo>
                <a:lnTo>
                  <a:pt x="8947" y="27273"/>
                </a:lnTo>
                <a:lnTo>
                  <a:pt x="9726" y="27879"/>
                </a:lnTo>
                <a:lnTo>
                  <a:pt x="10563" y="28485"/>
                </a:lnTo>
                <a:lnTo>
                  <a:pt x="11400" y="29120"/>
                </a:lnTo>
                <a:lnTo>
                  <a:pt x="12295" y="29726"/>
                </a:lnTo>
                <a:lnTo>
                  <a:pt x="13189" y="30332"/>
                </a:lnTo>
                <a:lnTo>
                  <a:pt x="14113" y="30938"/>
                </a:lnTo>
                <a:lnTo>
                  <a:pt x="15094" y="31544"/>
                </a:lnTo>
                <a:lnTo>
                  <a:pt x="17085" y="32727"/>
                </a:lnTo>
                <a:lnTo>
                  <a:pt x="19192" y="33910"/>
                </a:lnTo>
                <a:lnTo>
                  <a:pt x="21414" y="35065"/>
                </a:lnTo>
                <a:lnTo>
                  <a:pt x="23723" y="36219"/>
                </a:lnTo>
                <a:lnTo>
                  <a:pt x="26118" y="37316"/>
                </a:lnTo>
                <a:lnTo>
                  <a:pt x="28629" y="38412"/>
                </a:lnTo>
                <a:lnTo>
                  <a:pt x="31198" y="39480"/>
                </a:lnTo>
                <a:lnTo>
                  <a:pt x="33853" y="40519"/>
                </a:lnTo>
                <a:lnTo>
                  <a:pt x="36595" y="41529"/>
                </a:lnTo>
                <a:lnTo>
                  <a:pt x="39423" y="42510"/>
                </a:lnTo>
                <a:lnTo>
                  <a:pt x="42309" y="43434"/>
                </a:lnTo>
                <a:lnTo>
                  <a:pt x="45281" y="44329"/>
                </a:lnTo>
                <a:lnTo>
                  <a:pt x="48283" y="45194"/>
                </a:lnTo>
                <a:lnTo>
                  <a:pt x="51371" y="46002"/>
                </a:lnTo>
                <a:lnTo>
                  <a:pt x="54516" y="46782"/>
                </a:lnTo>
                <a:lnTo>
                  <a:pt x="57691" y="47503"/>
                </a:lnTo>
                <a:lnTo>
                  <a:pt x="59884" y="47965"/>
                </a:lnTo>
                <a:lnTo>
                  <a:pt x="62049" y="48398"/>
                </a:lnTo>
                <a:lnTo>
                  <a:pt x="64213" y="48802"/>
                </a:lnTo>
                <a:lnTo>
                  <a:pt x="66378" y="49177"/>
                </a:lnTo>
                <a:lnTo>
                  <a:pt x="68542" y="49523"/>
                </a:lnTo>
                <a:lnTo>
                  <a:pt x="70678" y="49841"/>
                </a:lnTo>
                <a:lnTo>
                  <a:pt x="72813" y="50129"/>
                </a:lnTo>
                <a:lnTo>
                  <a:pt x="74949" y="50389"/>
                </a:lnTo>
                <a:lnTo>
                  <a:pt x="77027" y="50620"/>
                </a:lnTo>
                <a:lnTo>
                  <a:pt x="79133" y="50822"/>
                </a:lnTo>
                <a:lnTo>
                  <a:pt x="81183" y="50995"/>
                </a:lnTo>
                <a:lnTo>
                  <a:pt x="83232" y="51111"/>
                </a:lnTo>
                <a:lnTo>
                  <a:pt x="85252" y="51226"/>
                </a:lnTo>
                <a:lnTo>
                  <a:pt x="87272" y="51313"/>
                </a:lnTo>
                <a:lnTo>
                  <a:pt x="89234" y="51370"/>
                </a:lnTo>
                <a:lnTo>
                  <a:pt x="91168" y="51370"/>
                </a:lnTo>
                <a:lnTo>
                  <a:pt x="93534" y="51342"/>
                </a:lnTo>
                <a:lnTo>
                  <a:pt x="95843" y="51284"/>
                </a:lnTo>
                <a:lnTo>
                  <a:pt x="98094" y="51168"/>
                </a:lnTo>
                <a:lnTo>
                  <a:pt x="100259" y="50995"/>
                </a:lnTo>
                <a:lnTo>
                  <a:pt x="102365" y="50764"/>
                </a:lnTo>
                <a:lnTo>
                  <a:pt x="104386" y="50533"/>
                </a:lnTo>
                <a:lnTo>
                  <a:pt x="106319" y="50216"/>
                </a:lnTo>
                <a:lnTo>
                  <a:pt x="108195" y="49870"/>
                </a:lnTo>
                <a:lnTo>
                  <a:pt x="109955" y="49466"/>
                </a:lnTo>
                <a:lnTo>
                  <a:pt x="111658" y="49033"/>
                </a:lnTo>
                <a:lnTo>
                  <a:pt x="113274" y="48571"/>
                </a:lnTo>
                <a:lnTo>
                  <a:pt x="114025" y="48311"/>
                </a:lnTo>
                <a:lnTo>
                  <a:pt x="114775" y="48052"/>
                </a:lnTo>
                <a:lnTo>
                  <a:pt x="115497" y="47763"/>
                </a:lnTo>
                <a:lnTo>
                  <a:pt x="116189" y="47474"/>
                </a:lnTo>
                <a:lnTo>
                  <a:pt x="116882" y="47186"/>
                </a:lnTo>
                <a:lnTo>
                  <a:pt x="117517" y="46868"/>
                </a:lnTo>
                <a:lnTo>
                  <a:pt x="118152" y="46580"/>
                </a:lnTo>
                <a:lnTo>
                  <a:pt x="118729" y="46233"/>
                </a:lnTo>
                <a:lnTo>
                  <a:pt x="119306" y="45916"/>
                </a:lnTo>
                <a:lnTo>
                  <a:pt x="119854" y="45570"/>
                </a:lnTo>
                <a:lnTo>
                  <a:pt x="119854" y="27590"/>
                </a:lnTo>
                <a:lnTo>
                  <a:pt x="118989" y="26724"/>
                </a:lnTo>
                <a:lnTo>
                  <a:pt x="118065" y="25858"/>
                </a:lnTo>
                <a:lnTo>
                  <a:pt x="117084" y="24993"/>
                </a:lnTo>
                <a:lnTo>
                  <a:pt x="116045" y="24127"/>
                </a:lnTo>
                <a:lnTo>
                  <a:pt x="114919" y="23290"/>
                </a:lnTo>
                <a:lnTo>
                  <a:pt x="113765" y="22424"/>
                </a:lnTo>
                <a:lnTo>
                  <a:pt x="112553" y="21558"/>
                </a:lnTo>
                <a:lnTo>
                  <a:pt x="111283" y="20721"/>
                </a:lnTo>
                <a:lnTo>
                  <a:pt x="109927" y="19884"/>
                </a:lnTo>
                <a:lnTo>
                  <a:pt x="108570" y="19048"/>
                </a:lnTo>
                <a:lnTo>
                  <a:pt x="107127" y="18239"/>
                </a:lnTo>
                <a:lnTo>
                  <a:pt x="105627" y="17403"/>
                </a:lnTo>
                <a:lnTo>
                  <a:pt x="104097" y="16594"/>
                </a:lnTo>
                <a:lnTo>
                  <a:pt x="102510" y="15786"/>
                </a:lnTo>
                <a:lnTo>
                  <a:pt x="100894" y="15007"/>
                </a:lnTo>
                <a:lnTo>
                  <a:pt x="99220" y="14228"/>
                </a:lnTo>
                <a:lnTo>
                  <a:pt x="97430" y="13420"/>
                </a:lnTo>
                <a:lnTo>
                  <a:pt x="95612" y="12641"/>
                </a:lnTo>
                <a:lnTo>
                  <a:pt x="93765" y="11890"/>
                </a:lnTo>
                <a:lnTo>
                  <a:pt x="91889" y="11140"/>
                </a:lnTo>
                <a:lnTo>
                  <a:pt x="89985" y="10419"/>
                </a:lnTo>
                <a:lnTo>
                  <a:pt x="88022" y="9726"/>
                </a:lnTo>
                <a:lnTo>
                  <a:pt x="86060" y="9033"/>
                </a:lnTo>
                <a:lnTo>
                  <a:pt x="84040" y="8369"/>
                </a:lnTo>
                <a:lnTo>
                  <a:pt x="82019" y="7735"/>
                </a:lnTo>
                <a:lnTo>
                  <a:pt x="79970" y="7100"/>
                </a:lnTo>
                <a:lnTo>
                  <a:pt x="77893" y="6522"/>
                </a:lnTo>
                <a:lnTo>
                  <a:pt x="75786" y="5945"/>
                </a:lnTo>
                <a:lnTo>
                  <a:pt x="73650" y="5368"/>
                </a:lnTo>
                <a:lnTo>
                  <a:pt x="71515" y="4849"/>
                </a:lnTo>
                <a:lnTo>
                  <a:pt x="69379" y="4329"/>
                </a:lnTo>
                <a:lnTo>
                  <a:pt x="67214" y="3839"/>
                </a:lnTo>
                <a:lnTo>
                  <a:pt x="65021" y="3377"/>
                </a:lnTo>
                <a:lnTo>
                  <a:pt x="62857" y="2944"/>
                </a:lnTo>
                <a:lnTo>
                  <a:pt x="60692" y="2540"/>
                </a:lnTo>
                <a:lnTo>
                  <a:pt x="58528" y="2194"/>
                </a:lnTo>
                <a:lnTo>
                  <a:pt x="56363" y="1847"/>
                </a:lnTo>
                <a:lnTo>
                  <a:pt x="54228" y="1530"/>
                </a:lnTo>
                <a:lnTo>
                  <a:pt x="52092" y="1241"/>
                </a:lnTo>
                <a:lnTo>
                  <a:pt x="49985" y="981"/>
                </a:lnTo>
                <a:lnTo>
                  <a:pt x="47879" y="751"/>
                </a:lnTo>
                <a:lnTo>
                  <a:pt x="45772" y="549"/>
                </a:lnTo>
                <a:lnTo>
                  <a:pt x="43723" y="375"/>
                </a:lnTo>
                <a:lnTo>
                  <a:pt x="41674" y="231"/>
                </a:lnTo>
                <a:lnTo>
                  <a:pt x="39654" y="116"/>
                </a:lnTo>
                <a:lnTo>
                  <a:pt x="37662" y="58"/>
                </a:lnTo>
                <a:lnTo>
                  <a:pt x="35671" y="0"/>
                </a:lnTo>
                <a:close/>
              </a:path>
            </a:pathLst>
          </a:custGeom>
          <a:no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solidFill>
                <a:schemeClr val="lt1"/>
              </a:solidFill>
              <a:latin typeface="Sora"/>
              <a:ea typeface="Sora"/>
              <a:cs typeface="Sora"/>
              <a:sym typeface="Sora"/>
            </a:endParaRPr>
          </a:p>
        </p:txBody>
      </p:sp>
      <p:sp>
        <p:nvSpPr>
          <p:cNvPr id="663" name="Google Shape;663;p37"/>
          <p:cNvSpPr/>
          <p:nvPr>
            <p:ph idx="2" type="pic"/>
          </p:nvPr>
        </p:nvSpPr>
        <p:spPr>
          <a:xfrm>
            <a:off x="5457500" y="0"/>
            <a:ext cx="3686400" cy="6858000"/>
          </a:xfrm>
          <a:prstGeom prst="rect">
            <a:avLst/>
          </a:prstGeom>
          <a:noFill/>
          <a:ln>
            <a:noFill/>
          </a:ln>
        </p:spPr>
      </p:sp>
      <p:sp>
        <p:nvSpPr>
          <p:cNvPr id="664" name="Google Shape;664;p37"/>
          <p:cNvSpPr txBox="1"/>
          <p:nvPr>
            <p:ph idx="1" type="body"/>
          </p:nvPr>
        </p:nvSpPr>
        <p:spPr>
          <a:xfrm>
            <a:off x="115025" y="2324833"/>
            <a:ext cx="2094000" cy="3819600"/>
          </a:xfrm>
          <a:prstGeom prst="rect">
            <a:avLst/>
          </a:prstGeom>
        </p:spPr>
        <p:txBody>
          <a:bodyPr anchorCtr="0" anchor="t" bIns="91425" lIns="91425" spcFirstLastPara="1" rIns="91425" wrap="square" tIns="91425">
            <a:noAutofit/>
          </a:bodyPr>
          <a:lstStyle>
            <a:lvl1pPr indent="-292100" lvl="0" marL="457200">
              <a:spcBef>
                <a:spcPts val="0"/>
              </a:spcBef>
              <a:spcAft>
                <a:spcPts val="0"/>
              </a:spcAft>
              <a:buSzPts val="1000"/>
              <a:buFont typeface="Sora Light"/>
              <a:buChar char="●"/>
              <a:defRPr sz="1000">
                <a:latin typeface="Sora Light"/>
                <a:ea typeface="Sora Light"/>
                <a:cs typeface="Sora Light"/>
                <a:sym typeface="Sora Light"/>
              </a:defRPr>
            </a:lvl1pPr>
            <a:lvl2pPr indent="-292100" lvl="1" marL="914400">
              <a:spcBef>
                <a:spcPts val="800"/>
              </a:spcBef>
              <a:spcAft>
                <a:spcPts val="0"/>
              </a:spcAft>
              <a:buSzPts val="1000"/>
              <a:buFont typeface="Sora Light"/>
              <a:buChar char="○"/>
              <a:defRPr sz="1000">
                <a:latin typeface="Sora Light"/>
                <a:ea typeface="Sora Light"/>
                <a:cs typeface="Sora Light"/>
                <a:sym typeface="Sora Light"/>
              </a:defRPr>
            </a:lvl2pPr>
            <a:lvl3pPr indent="-292100" lvl="2" marL="1371600">
              <a:spcBef>
                <a:spcPts val="800"/>
              </a:spcBef>
              <a:spcAft>
                <a:spcPts val="0"/>
              </a:spcAft>
              <a:buSzPts val="1000"/>
              <a:buFont typeface="Sora Light"/>
              <a:buChar char="■"/>
              <a:defRPr sz="1000">
                <a:latin typeface="Sora Light"/>
                <a:ea typeface="Sora Light"/>
                <a:cs typeface="Sora Light"/>
                <a:sym typeface="Sora Light"/>
              </a:defRPr>
            </a:lvl3pPr>
            <a:lvl4pPr indent="-292100" lvl="3" marL="1828800">
              <a:spcBef>
                <a:spcPts val="800"/>
              </a:spcBef>
              <a:spcAft>
                <a:spcPts val="0"/>
              </a:spcAft>
              <a:buSzPts val="1000"/>
              <a:buFont typeface="Sora Light"/>
              <a:buChar char="●"/>
              <a:defRPr sz="1000">
                <a:latin typeface="Sora Light"/>
                <a:ea typeface="Sora Light"/>
                <a:cs typeface="Sora Light"/>
                <a:sym typeface="Sora Light"/>
              </a:defRPr>
            </a:lvl4pPr>
            <a:lvl5pPr indent="-292100" lvl="4" marL="2286000">
              <a:spcBef>
                <a:spcPts val="800"/>
              </a:spcBef>
              <a:spcAft>
                <a:spcPts val="0"/>
              </a:spcAft>
              <a:buSzPts val="1000"/>
              <a:buFont typeface="Sora Light"/>
              <a:buChar char="○"/>
              <a:defRPr sz="1000">
                <a:latin typeface="Sora Light"/>
                <a:ea typeface="Sora Light"/>
                <a:cs typeface="Sora Light"/>
                <a:sym typeface="Sora Light"/>
              </a:defRPr>
            </a:lvl5pPr>
            <a:lvl6pPr indent="-292100" lvl="5" marL="2743200">
              <a:spcBef>
                <a:spcPts val="800"/>
              </a:spcBef>
              <a:spcAft>
                <a:spcPts val="0"/>
              </a:spcAft>
              <a:buSzPts val="1000"/>
              <a:buFont typeface="Sora Light"/>
              <a:buChar char="■"/>
              <a:defRPr sz="1000">
                <a:latin typeface="Sora Light"/>
                <a:ea typeface="Sora Light"/>
                <a:cs typeface="Sora Light"/>
                <a:sym typeface="Sora Light"/>
              </a:defRPr>
            </a:lvl6pPr>
            <a:lvl7pPr indent="-292100" lvl="6" marL="3200400">
              <a:spcBef>
                <a:spcPts val="800"/>
              </a:spcBef>
              <a:spcAft>
                <a:spcPts val="0"/>
              </a:spcAft>
              <a:buSzPts val="1000"/>
              <a:buFont typeface="Sora Light"/>
              <a:buChar char="●"/>
              <a:defRPr sz="1000">
                <a:latin typeface="Sora Light"/>
                <a:ea typeface="Sora Light"/>
                <a:cs typeface="Sora Light"/>
                <a:sym typeface="Sora Light"/>
              </a:defRPr>
            </a:lvl7pPr>
            <a:lvl8pPr indent="-292100" lvl="7" marL="3657600">
              <a:spcBef>
                <a:spcPts val="800"/>
              </a:spcBef>
              <a:spcAft>
                <a:spcPts val="0"/>
              </a:spcAft>
              <a:buSzPts val="1000"/>
              <a:buFont typeface="Sora Light"/>
              <a:buChar char="○"/>
              <a:defRPr sz="1000">
                <a:latin typeface="Sora Light"/>
                <a:ea typeface="Sora Light"/>
                <a:cs typeface="Sora Light"/>
                <a:sym typeface="Sora Light"/>
              </a:defRPr>
            </a:lvl8pPr>
            <a:lvl9pPr indent="-292100" lvl="8" marL="4114800">
              <a:spcBef>
                <a:spcPts val="800"/>
              </a:spcBef>
              <a:spcAft>
                <a:spcPts val="800"/>
              </a:spcAft>
              <a:buSzPts val="1000"/>
              <a:buFont typeface="Sora Light"/>
              <a:buChar char="■"/>
              <a:defRPr sz="1000">
                <a:latin typeface="Sora Light"/>
                <a:ea typeface="Sora Light"/>
                <a:cs typeface="Sora Light"/>
                <a:sym typeface="Sora Light"/>
              </a:defRPr>
            </a:lvl9pPr>
          </a:lstStyle>
          <a:p/>
        </p:txBody>
      </p:sp>
      <p:sp>
        <p:nvSpPr>
          <p:cNvPr id="665" name="Google Shape;665;p37"/>
          <p:cNvSpPr txBox="1"/>
          <p:nvPr>
            <p:ph idx="3" type="body"/>
          </p:nvPr>
        </p:nvSpPr>
        <p:spPr>
          <a:xfrm>
            <a:off x="2276600" y="2324833"/>
            <a:ext cx="2904900" cy="3819600"/>
          </a:xfrm>
          <a:prstGeom prst="rect">
            <a:avLst/>
          </a:prstGeom>
        </p:spPr>
        <p:txBody>
          <a:bodyPr anchorCtr="0" anchor="t" bIns="91425" lIns="91425" spcFirstLastPara="1" rIns="91425" wrap="square" tIns="91425">
            <a:noAutofit/>
          </a:bodyPr>
          <a:lstStyle>
            <a:lvl1pPr indent="-292100" lvl="0" marL="457200">
              <a:lnSpc>
                <a:spcPct val="115000"/>
              </a:lnSpc>
              <a:spcBef>
                <a:spcPts val="0"/>
              </a:spcBef>
              <a:spcAft>
                <a:spcPts val="0"/>
              </a:spcAft>
              <a:buClr>
                <a:schemeClr val="lt1"/>
              </a:buClr>
              <a:buSzPts val="1000"/>
              <a:buFont typeface="Sora Light"/>
              <a:buChar char="●"/>
              <a:defRPr sz="1000">
                <a:latin typeface="Sora Light"/>
                <a:ea typeface="Sora Light"/>
                <a:cs typeface="Sora Light"/>
                <a:sym typeface="Sora Light"/>
              </a:defRPr>
            </a:lvl1pPr>
            <a:lvl2pPr indent="-292100" lvl="1" marL="9144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2pPr>
            <a:lvl3pPr indent="-292100" lvl="2" marL="13716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3pPr>
            <a:lvl4pPr indent="-292100" lvl="3" marL="18288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4pPr>
            <a:lvl5pPr indent="-292100" lvl="4" marL="22860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5pPr>
            <a:lvl6pPr indent="-292100" lvl="5" marL="27432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6pPr>
            <a:lvl7pPr indent="-292100" lvl="6" marL="32004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7pPr>
            <a:lvl8pPr indent="-292100" lvl="7" marL="3657600">
              <a:lnSpc>
                <a:spcPct val="115000"/>
              </a:lnSpc>
              <a:spcBef>
                <a:spcPts val="800"/>
              </a:spcBef>
              <a:spcAft>
                <a:spcPts val="0"/>
              </a:spcAft>
              <a:buClr>
                <a:schemeClr val="lt1"/>
              </a:buClr>
              <a:buSzPts val="1000"/>
              <a:buFont typeface="Sora Light"/>
              <a:buChar char="○"/>
              <a:defRPr sz="1000">
                <a:latin typeface="Sora Light"/>
                <a:ea typeface="Sora Light"/>
                <a:cs typeface="Sora Light"/>
                <a:sym typeface="Sora Light"/>
              </a:defRPr>
            </a:lvl8pPr>
            <a:lvl9pPr indent="-292100" lvl="8" marL="4114800">
              <a:lnSpc>
                <a:spcPct val="115000"/>
              </a:lnSpc>
              <a:spcBef>
                <a:spcPts val="800"/>
              </a:spcBef>
              <a:spcAft>
                <a:spcPts val="800"/>
              </a:spcAft>
              <a:buClr>
                <a:schemeClr val="lt1"/>
              </a:buClr>
              <a:buSzPts val="1000"/>
              <a:buFont typeface="Sora Light"/>
              <a:buChar char="■"/>
              <a:defRPr sz="1000">
                <a:latin typeface="Sora Light"/>
                <a:ea typeface="Sora Light"/>
                <a:cs typeface="Sora Light"/>
                <a:sym typeface="Sora Light"/>
              </a:defRPr>
            </a:lvl9pPr>
          </a:lstStyle>
          <a:p/>
        </p:txBody>
      </p:sp>
      <p:sp>
        <p:nvSpPr>
          <p:cNvPr id="666" name="Google Shape;666;p37"/>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2pPr>
            <a:lvl3pPr lvl="2">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3pPr>
            <a:lvl4pPr lvl="3">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4pPr>
            <a:lvl5pPr lvl="4">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5pPr>
            <a:lvl6pPr lvl="5">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6pPr>
            <a:lvl7pPr lvl="6">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7pPr>
            <a:lvl8pPr lvl="7">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8pPr>
            <a:lvl9pPr lvl="8">
              <a:spcBef>
                <a:spcPts val="0"/>
              </a:spcBef>
              <a:spcAft>
                <a:spcPts val="0"/>
              </a:spcAft>
              <a:buClr>
                <a:schemeClr val="accent5"/>
              </a:buClr>
              <a:buSzPts val="900"/>
              <a:buFont typeface="Sora"/>
              <a:buNone/>
              <a:defRPr sz="900">
                <a:solidFill>
                  <a:schemeClr val="accent5"/>
                </a:solidFill>
                <a:latin typeface="Sora"/>
                <a:ea typeface="Sora"/>
                <a:cs typeface="Sora"/>
                <a:sym typeface="Sora"/>
              </a:defRPr>
            </a:lvl9pPr>
          </a:lstStyle>
          <a:p/>
        </p:txBody>
      </p:sp>
      <p:sp>
        <p:nvSpPr>
          <p:cNvPr id="667" name="Google Shape;667;p37"/>
          <p:cNvSpPr txBox="1"/>
          <p:nvPr>
            <p:ph idx="4" type="title"/>
          </p:nvPr>
        </p:nvSpPr>
        <p:spPr>
          <a:xfrm>
            <a:off x="115025" y="670367"/>
            <a:ext cx="5125500" cy="16008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lvl1pPr>
            <a:lvl2pPr lvl="1">
              <a:lnSpc>
                <a:spcPct val="115000"/>
              </a:lnSpc>
              <a:spcBef>
                <a:spcPts val="0"/>
              </a:spcBef>
              <a:spcAft>
                <a:spcPts val="0"/>
              </a:spcAft>
              <a:buNone/>
              <a:defRPr sz="3600"/>
            </a:lvl2pPr>
            <a:lvl3pPr lvl="2">
              <a:lnSpc>
                <a:spcPct val="115000"/>
              </a:lnSpc>
              <a:spcBef>
                <a:spcPts val="0"/>
              </a:spcBef>
              <a:spcAft>
                <a:spcPts val="0"/>
              </a:spcAft>
              <a:buNone/>
              <a:defRPr sz="3600"/>
            </a:lvl3pPr>
            <a:lvl4pPr lvl="3">
              <a:lnSpc>
                <a:spcPct val="115000"/>
              </a:lnSpc>
              <a:spcBef>
                <a:spcPts val="0"/>
              </a:spcBef>
              <a:spcAft>
                <a:spcPts val="0"/>
              </a:spcAft>
              <a:buNone/>
              <a:defRPr sz="3600"/>
            </a:lvl4pPr>
            <a:lvl5pPr lvl="4">
              <a:lnSpc>
                <a:spcPct val="115000"/>
              </a:lnSpc>
              <a:spcBef>
                <a:spcPts val="0"/>
              </a:spcBef>
              <a:spcAft>
                <a:spcPts val="0"/>
              </a:spcAft>
              <a:buNone/>
              <a:defRPr sz="3600"/>
            </a:lvl5pPr>
            <a:lvl6pPr lvl="5">
              <a:lnSpc>
                <a:spcPct val="115000"/>
              </a:lnSpc>
              <a:spcBef>
                <a:spcPts val="0"/>
              </a:spcBef>
              <a:spcAft>
                <a:spcPts val="0"/>
              </a:spcAft>
              <a:buNone/>
              <a:defRPr sz="3600"/>
            </a:lvl6pPr>
            <a:lvl7pPr lvl="6">
              <a:lnSpc>
                <a:spcPct val="115000"/>
              </a:lnSpc>
              <a:spcBef>
                <a:spcPts val="0"/>
              </a:spcBef>
              <a:spcAft>
                <a:spcPts val="0"/>
              </a:spcAft>
              <a:buNone/>
              <a:defRPr sz="3600"/>
            </a:lvl7pPr>
            <a:lvl8pPr lvl="7">
              <a:lnSpc>
                <a:spcPct val="115000"/>
              </a:lnSpc>
              <a:spcBef>
                <a:spcPts val="0"/>
              </a:spcBef>
              <a:spcAft>
                <a:spcPts val="0"/>
              </a:spcAft>
              <a:buNone/>
              <a:defRPr sz="3600"/>
            </a:lvl8pPr>
            <a:lvl9pPr lvl="8">
              <a:lnSpc>
                <a:spcPct val="115000"/>
              </a:lnSpc>
              <a:spcBef>
                <a:spcPts val="0"/>
              </a:spcBef>
              <a:spcAft>
                <a:spcPts val="0"/>
              </a:spcAft>
              <a:buNone/>
              <a:defRPr sz="3600"/>
            </a:lvl9pPr>
          </a:lstStyle>
          <a:p/>
        </p:txBody>
      </p:sp>
      <p:sp>
        <p:nvSpPr>
          <p:cNvPr id="668" name="Google Shape;668;p37"/>
          <p:cNvSpPr txBox="1"/>
          <p:nvPr>
            <p:ph idx="5"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accent5"/>
                </a:solidFill>
                <a:latin typeface="Sora"/>
                <a:ea typeface="Sora"/>
                <a:cs typeface="Sora"/>
                <a:sym typeface="Sora"/>
              </a:defRPr>
            </a:lvl1pPr>
            <a:lvl2pPr lvl="1">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2pPr>
            <a:lvl3pPr lvl="2">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3pPr>
            <a:lvl4pPr lvl="3">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4pPr>
            <a:lvl5pPr lvl="4">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5pPr>
            <a:lvl6pPr lvl="5">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6pPr>
            <a:lvl7pPr lvl="6">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7pPr>
            <a:lvl8pPr lvl="7">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8pPr>
            <a:lvl9pPr lvl="8">
              <a:spcBef>
                <a:spcPts val="0"/>
              </a:spcBef>
              <a:spcAft>
                <a:spcPts val="0"/>
              </a:spcAft>
              <a:buClr>
                <a:schemeClr val="accent5"/>
              </a:buClr>
              <a:buSzPts val="900"/>
              <a:buFont typeface="Sora"/>
              <a:buNone/>
              <a:defRPr sz="900">
                <a:solidFill>
                  <a:schemeClr val="accent5"/>
                </a:solidFill>
                <a:latin typeface="Sora SemiBold"/>
                <a:ea typeface="Sora SemiBold"/>
                <a:cs typeface="Sora SemiBold"/>
                <a:sym typeface="Sora SemiBold"/>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Alt 2">
  <p:cSld name="BLANK_1_1_1_1_1_1_1_1_1_1_1_1_1_1">
    <p:bg>
      <p:bgPr>
        <a:solidFill>
          <a:schemeClr val="lt1"/>
        </a:solidFill>
      </p:bgPr>
    </p:bg>
    <p:spTree>
      <p:nvGrpSpPr>
        <p:cNvPr id="669" name="Shape 669"/>
        <p:cNvGrpSpPr/>
        <p:nvPr/>
      </p:nvGrpSpPr>
      <p:grpSpPr>
        <a:xfrm>
          <a:off x="0" y="0"/>
          <a:ext cx="0" cy="0"/>
          <a:chOff x="0" y="0"/>
          <a:chExt cx="0" cy="0"/>
        </a:xfrm>
      </p:grpSpPr>
      <p:grpSp>
        <p:nvGrpSpPr>
          <p:cNvPr id="670" name="Google Shape;670;p38"/>
          <p:cNvGrpSpPr/>
          <p:nvPr/>
        </p:nvGrpSpPr>
        <p:grpSpPr>
          <a:xfrm>
            <a:off x="7704171" y="1382124"/>
            <a:ext cx="1439893" cy="4312527"/>
            <a:chOff x="461225" y="3249175"/>
            <a:chExt cx="1110600" cy="2221578"/>
          </a:xfrm>
        </p:grpSpPr>
        <p:grpSp>
          <p:nvGrpSpPr>
            <p:cNvPr id="671" name="Google Shape;671;p38"/>
            <p:cNvGrpSpPr/>
            <p:nvPr/>
          </p:nvGrpSpPr>
          <p:grpSpPr>
            <a:xfrm>
              <a:off x="831422" y="3249175"/>
              <a:ext cx="740403" cy="2221578"/>
              <a:chOff x="831422" y="3249175"/>
              <a:chExt cx="740403" cy="2221578"/>
            </a:xfrm>
          </p:grpSpPr>
          <p:sp>
            <p:nvSpPr>
              <p:cNvPr id="672" name="Google Shape;672;p38"/>
              <p:cNvSpPr/>
              <p:nvPr/>
            </p:nvSpPr>
            <p:spPr>
              <a:xfrm>
                <a:off x="831422"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73" name="Google Shape;673;p38"/>
              <p:cNvSpPr/>
              <p:nvPr/>
            </p:nvSpPr>
            <p:spPr>
              <a:xfrm>
                <a:off x="1201622" y="510055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74" name="Google Shape;674;p38"/>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nvGrpSpPr>
            <p:cNvPr id="675" name="Google Shape;675;p38"/>
            <p:cNvGrpSpPr/>
            <p:nvPr/>
          </p:nvGrpSpPr>
          <p:grpSpPr>
            <a:xfrm>
              <a:off x="461225" y="3619500"/>
              <a:ext cx="1110600" cy="370200"/>
              <a:chOff x="461225" y="3249175"/>
              <a:chExt cx="1110600" cy="370200"/>
            </a:xfrm>
          </p:grpSpPr>
          <p:sp>
            <p:nvSpPr>
              <p:cNvPr id="676" name="Google Shape;676;p38"/>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77" name="Google Shape;677;p38"/>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78" name="Google Shape;678;p38"/>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nvGrpSpPr>
            <p:cNvPr id="679" name="Google Shape;679;p38"/>
            <p:cNvGrpSpPr/>
            <p:nvPr/>
          </p:nvGrpSpPr>
          <p:grpSpPr>
            <a:xfrm>
              <a:off x="461225" y="3989700"/>
              <a:ext cx="1110600" cy="1110726"/>
              <a:chOff x="461225" y="3249175"/>
              <a:chExt cx="1110600" cy="1110726"/>
            </a:xfrm>
          </p:grpSpPr>
          <p:sp>
            <p:nvSpPr>
              <p:cNvPr id="680" name="Google Shape;680;p38"/>
              <p:cNvSpPr/>
              <p:nvPr/>
            </p:nvSpPr>
            <p:spPr>
              <a:xfrm>
                <a:off x="461225" y="3989701"/>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81" name="Google Shape;681;p38"/>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82" name="Google Shape;682;p38"/>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nvGrpSpPr>
            <p:cNvPr id="683" name="Google Shape;683;p38"/>
            <p:cNvGrpSpPr/>
            <p:nvPr/>
          </p:nvGrpSpPr>
          <p:grpSpPr>
            <a:xfrm>
              <a:off x="831422" y="4360025"/>
              <a:ext cx="370203" cy="740520"/>
              <a:chOff x="831422" y="3249175"/>
              <a:chExt cx="370203" cy="740520"/>
            </a:xfrm>
          </p:grpSpPr>
          <p:sp>
            <p:nvSpPr>
              <p:cNvPr id="684" name="Google Shape;684;p38"/>
              <p:cNvSpPr/>
              <p:nvPr/>
            </p:nvSpPr>
            <p:spPr>
              <a:xfrm>
                <a:off x="831422" y="361949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sp>
            <p:nvSpPr>
              <p:cNvPr id="685" name="Google Shape;685;p38"/>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ExtraLight"/>
                  <a:ea typeface="Sora ExtraLight"/>
                  <a:cs typeface="Sora ExtraLight"/>
                  <a:sym typeface="Sora ExtraLight"/>
                </a:endParaRPr>
              </a:p>
            </p:txBody>
          </p:sp>
        </p:grpSp>
      </p:grpSp>
      <p:sp>
        <p:nvSpPr>
          <p:cNvPr id="686" name="Google Shape;686;p38"/>
          <p:cNvSpPr/>
          <p:nvPr/>
        </p:nvSpPr>
        <p:spPr>
          <a:xfrm>
            <a:off x="7394250" y="-10800"/>
            <a:ext cx="1759750" cy="3588944"/>
          </a:xfrm>
          <a:custGeom>
            <a:rect b="b" l="l" r="r" t="t"/>
            <a:pathLst>
              <a:path extrusionOk="0" h="107671" w="70390">
                <a:moveTo>
                  <a:pt x="0" y="95"/>
                </a:moveTo>
                <a:lnTo>
                  <a:pt x="70390" y="0"/>
                </a:lnTo>
                <a:lnTo>
                  <a:pt x="70200" y="107671"/>
                </a:lnTo>
                <a:close/>
              </a:path>
            </a:pathLst>
          </a:custGeom>
          <a:gradFill>
            <a:gsLst>
              <a:gs pos="0">
                <a:schemeClr val="accent2"/>
              </a:gs>
              <a:gs pos="37000">
                <a:schemeClr val="lt2"/>
              </a:gs>
              <a:gs pos="92000">
                <a:schemeClr val="accent1"/>
              </a:gs>
              <a:gs pos="100000">
                <a:schemeClr val="accent1"/>
              </a:gs>
            </a:gsLst>
            <a:lin ang="13500032" scaled="0"/>
          </a:gradFill>
          <a:ln>
            <a:noFill/>
          </a:ln>
        </p:spPr>
      </p:sp>
      <p:sp>
        <p:nvSpPr>
          <p:cNvPr id="687" name="Google Shape;687;p38"/>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688" name="Google Shape;688;p38"/>
          <p:cNvSpPr txBox="1"/>
          <p:nvPr>
            <p:ph idx="2" type="title"/>
          </p:nvPr>
        </p:nvSpPr>
        <p:spPr>
          <a:xfrm>
            <a:off x="115025" y="670367"/>
            <a:ext cx="6055500" cy="1121100"/>
          </a:xfrm>
          <a:prstGeom prst="rect">
            <a:avLst/>
          </a:prstGeom>
        </p:spPr>
        <p:txBody>
          <a:bodyPr anchorCtr="0" anchor="t" bIns="91425" lIns="91425" spcFirstLastPara="1" rIns="91425" wrap="square" tIns="91425">
            <a:spAutoFit/>
          </a:bodyPr>
          <a:lstStyle>
            <a:lvl1pPr lvl="0">
              <a:lnSpc>
                <a:spcPct val="90000"/>
              </a:lnSpc>
              <a:spcBef>
                <a:spcPts val="0"/>
              </a:spcBef>
              <a:spcAft>
                <a:spcPts val="0"/>
              </a:spcAft>
              <a:buNone/>
              <a:defRPr sz="3600">
                <a:solidFill>
                  <a:schemeClr val="dk2"/>
                </a:solidFill>
              </a:defRPr>
            </a:lvl1pPr>
            <a:lvl2pPr lvl="1">
              <a:lnSpc>
                <a:spcPct val="115000"/>
              </a:lnSpc>
              <a:spcBef>
                <a:spcPts val="0"/>
              </a:spcBef>
              <a:spcAft>
                <a:spcPts val="0"/>
              </a:spcAft>
              <a:buNone/>
              <a:defRPr sz="3600">
                <a:solidFill>
                  <a:schemeClr val="dk2"/>
                </a:solidFill>
              </a:defRPr>
            </a:lvl2pPr>
            <a:lvl3pPr lvl="2">
              <a:lnSpc>
                <a:spcPct val="115000"/>
              </a:lnSpc>
              <a:spcBef>
                <a:spcPts val="0"/>
              </a:spcBef>
              <a:spcAft>
                <a:spcPts val="0"/>
              </a:spcAft>
              <a:buNone/>
              <a:defRPr sz="3600">
                <a:solidFill>
                  <a:schemeClr val="dk2"/>
                </a:solidFill>
              </a:defRPr>
            </a:lvl3pPr>
            <a:lvl4pPr lvl="3">
              <a:lnSpc>
                <a:spcPct val="115000"/>
              </a:lnSpc>
              <a:spcBef>
                <a:spcPts val="0"/>
              </a:spcBef>
              <a:spcAft>
                <a:spcPts val="0"/>
              </a:spcAft>
              <a:buNone/>
              <a:defRPr sz="3600">
                <a:solidFill>
                  <a:schemeClr val="dk2"/>
                </a:solidFill>
              </a:defRPr>
            </a:lvl4pPr>
            <a:lvl5pPr lvl="4">
              <a:lnSpc>
                <a:spcPct val="115000"/>
              </a:lnSpc>
              <a:spcBef>
                <a:spcPts val="0"/>
              </a:spcBef>
              <a:spcAft>
                <a:spcPts val="0"/>
              </a:spcAft>
              <a:buNone/>
              <a:defRPr sz="3600">
                <a:solidFill>
                  <a:schemeClr val="dk2"/>
                </a:solidFill>
              </a:defRPr>
            </a:lvl5pPr>
            <a:lvl6pPr lvl="5">
              <a:lnSpc>
                <a:spcPct val="115000"/>
              </a:lnSpc>
              <a:spcBef>
                <a:spcPts val="0"/>
              </a:spcBef>
              <a:spcAft>
                <a:spcPts val="0"/>
              </a:spcAft>
              <a:buNone/>
              <a:defRPr sz="3600">
                <a:solidFill>
                  <a:schemeClr val="dk2"/>
                </a:solidFill>
              </a:defRPr>
            </a:lvl6pPr>
            <a:lvl7pPr lvl="6">
              <a:lnSpc>
                <a:spcPct val="115000"/>
              </a:lnSpc>
              <a:spcBef>
                <a:spcPts val="0"/>
              </a:spcBef>
              <a:spcAft>
                <a:spcPts val="0"/>
              </a:spcAft>
              <a:buNone/>
              <a:defRPr sz="3600">
                <a:solidFill>
                  <a:schemeClr val="dk2"/>
                </a:solidFill>
              </a:defRPr>
            </a:lvl7pPr>
            <a:lvl8pPr lvl="7">
              <a:lnSpc>
                <a:spcPct val="115000"/>
              </a:lnSpc>
              <a:spcBef>
                <a:spcPts val="0"/>
              </a:spcBef>
              <a:spcAft>
                <a:spcPts val="0"/>
              </a:spcAft>
              <a:buNone/>
              <a:defRPr sz="3600">
                <a:solidFill>
                  <a:schemeClr val="dk2"/>
                </a:solidFill>
              </a:defRPr>
            </a:lvl8pPr>
            <a:lvl9pPr lvl="8">
              <a:lnSpc>
                <a:spcPct val="115000"/>
              </a:lnSpc>
              <a:spcBef>
                <a:spcPts val="0"/>
              </a:spcBef>
              <a:spcAft>
                <a:spcPts val="0"/>
              </a:spcAft>
              <a:buNone/>
              <a:defRPr sz="3600">
                <a:solidFill>
                  <a:schemeClr val="dk2"/>
                </a:solidFill>
              </a:defRPr>
            </a:lvl9pPr>
          </a:lstStyle>
          <a:p/>
        </p:txBody>
      </p:sp>
      <p:sp>
        <p:nvSpPr>
          <p:cNvPr id="689" name="Google Shape;689;p38"/>
          <p:cNvSpPr txBox="1"/>
          <p:nvPr>
            <p:ph idx="3" type="title"/>
          </p:nvPr>
        </p:nvSpPr>
        <p:spPr>
          <a:xfrm>
            <a:off x="115025" y="2538800"/>
            <a:ext cx="1834500" cy="693600"/>
          </a:xfrm>
          <a:prstGeom prst="rect">
            <a:avLst/>
          </a:prstGeom>
        </p:spPr>
        <p:txBody>
          <a:bodyPr anchorCtr="0" anchor="t" bIns="91425" lIns="91425" spcFirstLastPara="1" rIns="91425" wrap="square" tIns="0">
            <a:noAutofit/>
          </a:bodyPr>
          <a:lstStyle>
            <a:lvl1pPr lvl="0">
              <a:spcBef>
                <a:spcPts val="0"/>
              </a:spcBef>
              <a:spcAft>
                <a:spcPts val="0"/>
              </a:spcAft>
              <a:buNone/>
              <a:defRPr sz="1200">
                <a:solidFill>
                  <a:schemeClr val="accent3"/>
                </a:solidFill>
                <a:latin typeface="IBM Plex Sans Medium"/>
                <a:ea typeface="IBM Plex Sans Medium"/>
                <a:cs typeface="IBM Plex Sans Medium"/>
                <a:sym typeface="IBM Plex Sans Medium"/>
              </a:defRPr>
            </a:lvl1pPr>
            <a:lvl2pPr lvl="1">
              <a:spcBef>
                <a:spcPts val="0"/>
              </a:spcBef>
              <a:spcAft>
                <a:spcPts val="0"/>
              </a:spcAft>
              <a:buClr>
                <a:schemeClr val="accent2"/>
              </a:buClr>
              <a:buSzPts val="3000"/>
              <a:buNone/>
              <a:defRPr>
                <a:solidFill>
                  <a:schemeClr val="accent2"/>
                </a:solidFill>
              </a:defRPr>
            </a:lvl2pPr>
            <a:lvl3pPr lvl="2">
              <a:spcBef>
                <a:spcPts val="0"/>
              </a:spcBef>
              <a:spcAft>
                <a:spcPts val="0"/>
              </a:spcAft>
              <a:buClr>
                <a:schemeClr val="accent2"/>
              </a:buClr>
              <a:buSzPts val="3000"/>
              <a:buNone/>
              <a:defRPr>
                <a:solidFill>
                  <a:schemeClr val="accent2"/>
                </a:solidFill>
              </a:defRPr>
            </a:lvl3pPr>
            <a:lvl4pPr lvl="3">
              <a:spcBef>
                <a:spcPts val="0"/>
              </a:spcBef>
              <a:spcAft>
                <a:spcPts val="0"/>
              </a:spcAft>
              <a:buClr>
                <a:schemeClr val="accent2"/>
              </a:buClr>
              <a:buSzPts val="3000"/>
              <a:buNone/>
              <a:defRPr>
                <a:solidFill>
                  <a:schemeClr val="accent2"/>
                </a:solidFill>
              </a:defRPr>
            </a:lvl4pPr>
            <a:lvl5pPr lvl="4">
              <a:spcBef>
                <a:spcPts val="0"/>
              </a:spcBef>
              <a:spcAft>
                <a:spcPts val="0"/>
              </a:spcAft>
              <a:buClr>
                <a:schemeClr val="accent2"/>
              </a:buClr>
              <a:buSzPts val="3000"/>
              <a:buNone/>
              <a:defRPr>
                <a:solidFill>
                  <a:schemeClr val="accent2"/>
                </a:solidFill>
              </a:defRPr>
            </a:lvl5pPr>
            <a:lvl6pPr lvl="5">
              <a:spcBef>
                <a:spcPts val="0"/>
              </a:spcBef>
              <a:spcAft>
                <a:spcPts val="0"/>
              </a:spcAft>
              <a:buClr>
                <a:schemeClr val="accent2"/>
              </a:buClr>
              <a:buSzPts val="3000"/>
              <a:buNone/>
              <a:defRPr>
                <a:solidFill>
                  <a:schemeClr val="accent2"/>
                </a:solidFill>
              </a:defRPr>
            </a:lvl6pPr>
            <a:lvl7pPr lvl="6">
              <a:spcBef>
                <a:spcPts val="0"/>
              </a:spcBef>
              <a:spcAft>
                <a:spcPts val="0"/>
              </a:spcAft>
              <a:buClr>
                <a:schemeClr val="accent2"/>
              </a:buClr>
              <a:buSzPts val="3000"/>
              <a:buNone/>
              <a:defRPr>
                <a:solidFill>
                  <a:schemeClr val="accent2"/>
                </a:solidFill>
              </a:defRPr>
            </a:lvl7pPr>
            <a:lvl8pPr lvl="7">
              <a:spcBef>
                <a:spcPts val="0"/>
              </a:spcBef>
              <a:spcAft>
                <a:spcPts val="0"/>
              </a:spcAft>
              <a:buClr>
                <a:schemeClr val="accent2"/>
              </a:buClr>
              <a:buSzPts val="3000"/>
              <a:buNone/>
              <a:defRPr>
                <a:solidFill>
                  <a:schemeClr val="accent2"/>
                </a:solidFill>
              </a:defRPr>
            </a:lvl8pPr>
            <a:lvl9pPr lvl="8">
              <a:spcBef>
                <a:spcPts val="0"/>
              </a:spcBef>
              <a:spcAft>
                <a:spcPts val="0"/>
              </a:spcAft>
              <a:buClr>
                <a:schemeClr val="accent2"/>
              </a:buClr>
              <a:buSzPts val="3000"/>
              <a:buNone/>
              <a:defRPr>
                <a:solidFill>
                  <a:schemeClr val="accent2"/>
                </a:solidFill>
              </a:defRPr>
            </a:lvl9pPr>
          </a:lstStyle>
          <a:p/>
        </p:txBody>
      </p:sp>
      <p:sp>
        <p:nvSpPr>
          <p:cNvPr id="690" name="Google Shape;690;p38"/>
          <p:cNvSpPr txBox="1"/>
          <p:nvPr>
            <p:ph idx="4" type="title"/>
          </p:nvPr>
        </p:nvSpPr>
        <p:spPr>
          <a:xfrm>
            <a:off x="2634200" y="2538800"/>
            <a:ext cx="1834500" cy="693600"/>
          </a:xfrm>
          <a:prstGeom prst="rect">
            <a:avLst/>
          </a:prstGeom>
        </p:spPr>
        <p:txBody>
          <a:bodyPr anchorCtr="0" anchor="t" bIns="91425" lIns="91425" spcFirstLastPara="1" rIns="91425" wrap="square" tIns="0">
            <a:noAutofit/>
          </a:bodyPr>
          <a:lstStyle>
            <a:lvl1pPr lvl="0">
              <a:spcBef>
                <a:spcPts val="0"/>
              </a:spcBef>
              <a:spcAft>
                <a:spcPts val="0"/>
              </a:spcAft>
              <a:buNone/>
              <a:defRPr sz="1200">
                <a:solidFill>
                  <a:schemeClr val="lt2"/>
                </a:solidFill>
                <a:latin typeface="IBM Plex Sans Medium"/>
                <a:ea typeface="IBM Plex Sans Medium"/>
                <a:cs typeface="IBM Plex Sans Medium"/>
                <a:sym typeface="IBM Plex Sans Medium"/>
              </a:defRPr>
            </a:lvl1pPr>
            <a:lvl2pPr lvl="1">
              <a:spcBef>
                <a:spcPts val="0"/>
              </a:spcBef>
              <a:spcAft>
                <a:spcPts val="0"/>
              </a:spcAft>
              <a:buClr>
                <a:schemeClr val="lt2"/>
              </a:buClr>
              <a:buSzPts val="3000"/>
              <a:buNone/>
              <a:defRPr>
                <a:solidFill>
                  <a:schemeClr val="lt2"/>
                </a:solidFill>
              </a:defRPr>
            </a:lvl2pPr>
            <a:lvl3pPr lvl="2">
              <a:spcBef>
                <a:spcPts val="0"/>
              </a:spcBef>
              <a:spcAft>
                <a:spcPts val="0"/>
              </a:spcAft>
              <a:buClr>
                <a:schemeClr val="lt2"/>
              </a:buClr>
              <a:buSzPts val="3000"/>
              <a:buNone/>
              <a:defRPr>
                <a:solidFill>
                  <a:schemeClr val="lt2"/>
                </a:solidFill>
              </a:defRPr>
            </a:lvl3pPr>
            <a:lvl4pPr lvl="3">
              <a:spcBef>
                <a:spcPts val="0"/>
              </a:spcBef>
              <a:spcAft>
                <a:spcPts val="0"/>
              </a:spcAft>
              <a:buClr>
                <a:schemeClr val="lt2"/>
              </a:buClr>
              <a:buSzPts val="3000"/>
              <a:buNone/>
              <a:defRPr>
                <a:solidFill>
                  <a:schemeClr val="lt2"/>
                </a:solidFill>
              </a:defRPr>
            </a:lvl4pPr>
            <a:lvl5pPr lvl="4">
              <a:spcBef>
                <a:spcPts val="0"/>
              </a:spcBef>
              <a:spcAft>
                <a:spcPts val="0"/>
              </a:spcAft>
              <a:buClr>
                <a:schemeClr val="lt2"/>
              </a:buClr>
              <a:buSzPts val="3000"/>
              <a:buNone/>
              <a:defRPr>
                <a:solidFill>
                  <a:schemeClr val="lt2"/>
                </a:solidFill>
              </a:defRPr>
            </a:lvl5pPr>
            <a:lvl6pPr lvl="5">
              <a:spcBef>
                <a:spcPts val="0"/>
              </a:spcBef>
              <a:spcAft>
                <a:spcPts val="0"/>
              </a:spcAft>
              <a:buClr>
                <a:schemeClr val="lt2"/>
              </a:buClr>
              <a:buSzPts val="3000"/>
              <a:buNone/>
              <a:defRPr>
                <a:solidFill>
                  <a:schemeClr val="lt2"/>
                </a:solidFill>
              </a:defRPr>
            </a:lvl6pPr>
            <a:lvl7pPr lvl="6">
              <a:spcBef>
                <a:spcPts val="0"/>
              </a:spcBef>
              <a:spcAft>
                <a:spcPts val="0"/>
              </a:spcAft>
              <a:buClr>
                <a:schemeClr val="lt2"/>
              </a:buClr>
              <a:buSzPts val="3000"/>
              <a:buNone/>
              <a:defRPr>
                <a:solidFill>
                  <a:schemeClr val="lt2"/>
                </a:solidFill>
              </a:defRPr>
            </a:lvl7pPr>
            <a:lvl8pPr lvl="7">
              <a:spcBef>
                <a:spcPts val="0"/>
              </a:spcBef>
              <a:spcAft>
                <a:spcPts val="0"/>
              </a:spcAft>
              <a:buClr>
                <a:schemeClr val="lt2"/>
              </a:buClr>
              <a:buSzPts val="3000"/>
              <a:buNone/>
              <a:defRPr>
                <a:solidFill>
                  <a:schemeClr val="lt2"/>
                </a:solidFill>
              </a:defRPr>
            </a:lvl8pPr>
            <a:lvl9pPr lvl="8">
              <a:spcBef>
                <a:spcPts val="0"/>
              </a:spcBef>
              <a:spcAft>
                <a:spcPts val="0"/>
              </a:spcAft>
              <a:buClr>
                <a:schemeClr val="lt2"/>
              </a:buClr>
              <a:buSzPts val="3000"/>
              <a:buNone/>
              <a:defRPr>
                <a:solidFill>
                  <a:schemeClr val="lt2"/>
                </a:solidFill>
              </a:defRPr>
            </a:lvl9pPr>
          </a:lstStyle>
          <a:p/>
        </p:txBody>
      </p:sp>
      <p:sp>
        <p:nvSpPr>
          <p:cNvPr id="691" name="Google Shape;691;p38"/>
          <p:cNvSpPr txBox="1"/>
          <p:nvPr>
            <p:ph idx="5" type="title"/>
          </p:nvPr>
        </p:nvSpPr>
        <p:spPr>
          <a:xfrm>
            <a:off x="5169188" y="2538800"/>
            <a:ext cx="1834500" cy="693600"/>
          </a:xfrm>
          <a:prstGeom prst="rect">
            <a:avLst/>
          </a:prstGeom>
        </p:spPr>
        <p:txBody>
          <a:bodyPr anchorCtr="0" anchor="t" bIns="91425" lIns="91425" spcFirstLastPara="1" rIns="91425" wrap="square" tIns="0">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692" name="Google Shape;692;p38"/>
          <p:cNvSpPr txBox="1"/>
          <p:nvPr>
            <p:ph idx="1" type="body"/>
          </p:nvPr>
        </p:nvSpPr>
        <p:spPr>
          <a:xfrm>
            <a:off x="115025" y="3316631"/>
            <a:ext cx="1834500" cy="11865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93" name="Google Shape;693;p38"/>
          <p:cNvSpPr txBox="1"/>
          <p:nvPr>
            <p:ph idx="6" type="body"/>
          </p:nvPr>
        </p:nvSpPr>
        <p:spPr>
          <a:xfrm>
            <a:off x="115025" y="4526898"/>
            <a:ext cx="1834500" cy="11865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94" name="Google Shape;694;p38"/>
          <p:cNvSpPr txBox="1"/>
          <p:nvPr>
            <p:ph idx="7" type="body"/>
          </p:nvPr>
        </p:nvSpPr>
        <p:spPr>
          <a:xfrm>
            <a:off x="2634200" y="3316631"/>
            <a:ext cx="1834500" cy="11865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95" name="Google Shape;695;p38"/>
          <p:cNvSpPr txBox="1"/>
          <p:nvPr>
            <p:ph idx="8" type="body"/>
          </p:nvPr>
        </p:nvSpPr>
        <p:spPr>
          <a:xfrm>
            <a:off x="2634200" y="4526898"/>
            <a:ext cx="1834500" cy="11865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96" name="Google Shape;696;p38"/>
          <p:cNvSpPr txBox="1"/>
          <p:nvPr>
            <p:ph idx="9" type="body"/>
          </p:nvPr>
        </p:nvSpPr>
        <p:spPr>
          <a:xfrm>
            <a:off x="5169188" y="3316631"/>
            <a:ext cx="1834500" cy="11865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97" name="Google Shape;697;p38"/>
          <p:cNvSpPr txBox="1"/>
          <p:nvPr>
            <p:ph idx="13" type="body"/>
          </p:nvPr>
        </p:nvSpPr>
        <p:spPr>
          <a:xfrm>
            <a:off x="5169188" y="4526898"/>
            <a:ext cx="1834500" cy="11865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800"/>
              </a:spcBef>
              <a:spcAft>
                <a:spcPts val="80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698" name="Google Shape;698;p38"/>
          <p:cNvSpPr txBox="1"/>
          <p:nvPr>
            <p:ph idx="14"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orient="horz">
          <p15:clr>
            <a:srgbClr val="E46962"/>
          </p15:clr>
        </p15:guide>
        <p15:guide id="2" pos="5760">
          <p15:clr>
            <a:srgbClr val="E46962"/>
          </p15:clr>
        </p15:guide>
      </p15:sldGuideLst>
    </p:ext>
  </p:extLst>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Alt 1">
  <p:cSld name="BLANK_1_1_1_1_1_1_1_1_1_1_1_1_1_1_1">
    <p:bg>
      <p:bgPr>
        <a:solidFill>
          <a:schemeClr val="lt1"/>
        </a:solidFill>
      </p:bgPr>
    </p:bg>
    <p:spTree>
      <p:nvGrpSpPr>
        <p:cNvPr id="699" name="Shape 699"/>
        <p:cNvGrpSpPr/>
        <p:nvPr/>
      </p:nvGrpSpPr>
      <p:grpSpPr>
        <a:xfrm>
          <a:off x="0" y="0"/>
          <a:ext cx="0" cy="0"/>
          <a:chOff x="0" y="0"/>
          <a:chExt cx="0" cy="0"/>
        </a:xfrm>
      </p:grpSpPr>
      <p:grpSp>
        <p:nvGrpSpPr>
          <p:cNvPr id="700" name="Google Shape;700;p39"/>
          <p:cNvGrpSpPr/>
          <p:nvPr/>
        </p:nvGrpSpPr>
        <p:grpSpPr>
          <a:xfrm>
            <a:off x="0" y="675783"/>
            <a:ext cx="930250" cy="3457480"/>
            <a:chOff x="0" y="506850"/>
            <a:chExt cx="930250" cy="2593175"/>
          </a:xfrm>
        </p:grpSpPr>
        <p:grpSp>
          <p:nvGrpSpPr>
            <p:cNvPr id="701" name="Google Shape;701;p39"/>
            <p:cNvGrpSpPr/>
            <p:nvPr/>
          </p:nvGrpSpPr>
          <p:grpSpPr>
            <a:xfrm>
              <a:off x="0" y="877050"/>
              <a:ext cx="930250" cy="2222975"/>
              <a:chOff x="1233650" y="2421900"/>
              <a:chExt cx="930250" cy="2222975"/>
            </a:xfrm>
          </p:grpSpPr>
          <p:grpSp>
            <p:nvGrpSpPr>
              <p:cNvPr id="702" name="Google Shape;702;p39"/>
              <p:cNvGrpSpPr/>
              <p:nvPr/>
            </p:nvGrpSpPr>
            <p:grpSpPr>
              <a:xfrm>
                <a:off x="1233650" y="2793625"/>
                <a:ext cx="560050" cy="1851250"/>
                <a:chOff x="1381975" y="3249175"/>
                <a:chExt cx="560050" cy="1851250"/>
              </a:xfrm>
            </p:grpSpPr>
            <p:sp>
              <p:nvSpPr>
                <p:cNvPr id="703" name="Google Shape;703;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04" name="Google Shape;704;p39"/>
                <p:cNvSpPr/>
                <p:nvPr/>
              </p:nvSpPr>
              <p:spPr>
                <a:xfrm>
                  <a:off x="1381975" y="36195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705" name="Google Shape;705;p39"/>
                <p:cNvGrpSpPr/>
                <p:nvPr/>
              </p:nvGrpSpPr>
              <p:grpSpPr>
                <a:xfrm>
                  <a:off x="1381975" y="3989700"/>
                  <a:ext cx="560050" cy="1110725"/>
                  <a:chOff x="1381975" y="3249175"/>
                  <a:chExt cx="560050" cy="1110725"/>
                </a:xfrm>
              </p:grpSpPr>
              <p:sp>
                <p:nvSpPr>
                  <p:cNvPr id="706" name="Google Shape;706;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07" name="Google Shape;707;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08" name="Google Shape;708;p39"/>
                  <p:cNvSpPr/>
                  <p:nvPr/>
                </p:nvSpPr>
                <p:spPr>
                  <a:xfrm>
                    <a:off x="1381975" y="39897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09" name="Google Shape;709;p39"/>
                <p:cNvGrpSpPr/>
                <p:nvPr/>
              </p:nvGrpSpPr>
              <p:grpSpPr>
                <a:xfrm>
                  <a:off x="1381975" y="4360025"/>
                  <a:ext cx="560050" cy="370200"/>
                  <a:chOff x="1381975" y="3249175"/>
                  <a:chExt cx="560050" cy="370200"/>
                </a:xfrm>
              </p:grpSpPr>
              <p:sp>
                <p:nvSpPr>
                  <p:cNvPr id="710" name="Google Shape;710;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11" name="Google Shape;711;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712" name="Google Shape;712;p39"/>
              <p:cNvSpPr/>
              <p:nvPr/>
            </p:nvSpPr>
            <p:spPr>
              <a:xfrm>
                <a:off x="1793700" y="24219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713" name="Google Shape;713;p39"/>
            <p:cNvSpPr/>
            <p:nvPr/>
          </p:nvSpPr>
          <p:spPr>
            <a:xfrm>
              <a:off x="183800" y="50685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714" name="Google Shape;714;p39"/>
          <p:cNvSpPr txBox="1"/>
          <p:nvPr>
            <p:ph type="title"/>
          </p:nvPr>
        </p:nvSpPr>
        <p:spPr>
          <a:xfrm>
            <a:off x="38100" y="426200"/>
            <a:ext cx="1823100" cy="693600"/>
          </a:xfrm>
          <a:prstGeom prst="rect">
            <a:avLst/>
          </a:prstGeom>
        </p:spPr>
        <p:txBody>
          <a:bodyPr anchorCtr="0" anchor="t" bIns="91425" lIns="182875" spcFirstLastPara="1" rIns="91425" wrap="square" tIns="91425">
            <a:noAutofit/>
          </a:bodyPr>
          <a:lstStyle>
            <a:lvl1pPr lvl="0">
              <a:spcBef>
                <a:spcPts val="0"/>
              </a:spcBef>
              <a:spcAft>
                <a:spcPts val="0"/>
              </a:spcAft>
              <a:buNone/>
              <a:defRPr sz="1600">
                <a:solidFill>
                  <a:schemeClr val="accent3"/>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715" name="Google Shape;715;p39"/>
          <p:cNvSpPr txBox="1"/>
          <p:nvPr>
            <p:ph idx="1" type="subTitle"/>
          </p:nvPr>
        </p:nvSpPr>
        <p:spPr>
          <a:xfrm>
            <a:off x="2176499" y="426400"/>
            <a:ext cx="3904200" cy="693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defRPr>
            </a:lvl1pPr>
            <a:lvl2pPr lvl="1">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2pPr>
            <a:lvl3pPr lvl="2">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3pPr>
            <a:lvl4pPr lvl="3">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4pPr>
            <a:lvl5pPr lvl="4">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5pPr>
            <a:lvl6pPr lvl="5">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6pPr>
            <a:lvl7pPr lvl="6">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7pPr>
            <a:lvl8pPr lvl="7">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8pPr>
            <a:lvl9pPr lvl="8">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9pPr>
          </a:lstStyle>
          <a:p/>
        </p:txBody>
      </p:sp>
      <p:sp>
        <p:nvSpPr>
          <p:cNvPr id="716" name="Google Shape;716;p39"/>
          <p:cNvSpPr txBox="1"/>
          <p:nvPr>
            <p:ph idx="2" type="subTitle"/>
          </p:nvPr>
        </p:nvSpPr>
        <p:spPr>
          <a:xfrm>
            <a:off x="2942250" y="2503600"/>
            <a:ext cx="1564500" cy="6036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717" name="Google Shape;717;p39"/>
          <p:cNvSpPr txBox="1"/>
          <p:nvPr>
            <p:ph idx="3" type="subTitle"/>
          </p:nvPr>
        </p:nvSpPr>
        <p:spPr>
          <a:xfrm>
            <a:off x="1078950" y="3107200"/>
            <a:ext cx="1564500" cy="21933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718" name="Google Shape;718;p39"/>
          <p:cNvSpPr txBox="1"/>
          <p:nvPr>
            <p:ph idx="4" type="subTitle"/>
          </p:nvPr>
        </p:nvSpPr>
        <p:spPr>
          <a:xfrm>
            <a:off x="4798644" y="2503600"/>
            <a:ext cx="1564500" cy="6036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719" name="Google Shape;719;p39"/>
          <p:cNvSpPr txBox="1"/>
          <p:nvPr>
            <p:ph idx="5" type="subTitle"/>
          </p:nvPr>
        </p:nvSpPr>
        <p:spPr>
          <a:xfrm>
            <a:off x="2942257" y="3107200"/>
            <a:ext cx="1564500" cy="21933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720" name="Google Shape;720;p39"/>
          <p:cNvSpPr txBox="1"/>
          <p:nvPr>
            <p:ph idx="6" type="subTitle"/>
          </p:nvPr>
        </p:nvSpPr>
        <p:spPr>
          <a:xfrm>
            <a:off x="6671581" y="2503600"/>
            <a:ext cx="1564500" cy="6036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721" name="Google Shape;721;p39"/>
          <p:cNvSpPr txBox="1"/>
          <p:nvPr>
            <p:ph idx="7" type="subTitle"/>
          </p:nvPr>
        </p:nvSpPr>
        <p:spPr>
          <a:xfrm>
            <a:off x="4798647" y="3107200"/>
            <a:ext cx="1564500" cy="21933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grpSp>
        <p:nvGrpSpPr>
          <p:cNvPr id="722" name="Google Shape;722;p39"/>
          <p:cNvGrpSpPr/>
          <p:nvPr/>
        </p:nvGrpSpPr>
        <p:grpSpPr>
          <a:xfrm rot="5400000">
            <a:off x="7226549" y="-686320"/>
            <a:ext cx="1240302" cy="2591775"/>
            <a:chOff x="0" y="508250"/>
            <a:chExt cx="930250" cy="2591775"/>
          </a:xfrm>
        </p:grpSpPr>
        <p:grpSp>
          <p:nvGrpSpPr>
            <p:cNvPr id="723" name="Google Shape;723;p39"/>
            <p:cNvGrpSpPr/>
            <p:nvPr/>
          </p:nvGrpSpPr>
          <p:grpSpPr>
            <a:xfrm>
              <a:off x="0" y="877050"/>
              <a:ext cx="930250" cy="2222975"/>
              <a:chOff x="1233650" y="2421900"/>
              <a:chExt cx="930250" cy="2222975"/>
            </a:xfrm>
          </p:grpSpPr>
          <p:grpSp>
            <p:nvGrpSpPr>
              <p:cNvPr id="724" name="Google Shape;724;p39"/>
              <p:cNvGrpSpPr/>
              <p:nvPr/>
            </p:nvGrpSpPr>
            <p:grpSpPr>
              <a:xfrm>
                <a:off x="1233650" y="2793625"/>
                <a:ext cx="930250" cy="1851250"/>
                <a:chOff x="1381975" y="3249175"/>
                <a:chExt cx="930250" cy="1851250"/>
              </a:xfrm>
            </p:grpSpPr>
            <p:grpSp>
              <p:nvGrpSpPr>
                <p:cNvPr id="725" name="Google Shape;725;p39"/>
                <p:cNvGrpSpPr/>
                <p:nvPr/>
              </p:nvGrpSpPr>
              <p:grpSpPr>
                <a:xfrm>
                  <a:off x="1571825" y="3249175"/>
                  <a:ext cx="740400" cy="370200"/>
                  <a:chOff x="1571825" y="3249175"/>
                  <a:chExt cx="740400" cy="370200"/>
                </a:xfrm>
              </p:grpSpPr>
              <p:sp>
                <p:nvSpPr>
                  <p:cNvPr id="726" name="Google Shape;726;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27" name="Google Shape;727;p39"/>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728" name="Google Shape;728;p39"/>
                <p:cNvSpPr/>
                <p:nvPr/>
              </p:nvSpPr>
              <p:spPr>
                <a:xfrm>
                  <a:off x="1381975" y="36195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nvGrpSpPr>
                <p:cNvPr id="729" name="Google Shape;729;p39"/>
                <p:cNvGrpSpPr/>
                <p:nvPr/>
              </p:nvGrpSpPr>
              <p:grpSpPr>
                <a:xfrm>
                  <a:off x="1381975" y="3989700"/>
                  <a:ext cx="560050" cy="1110725"/>
                  <a:chOff x="1381975" y="3249175"/>
                  <a:chExt cx="560050" cy="1110725"/>
                </a:xfrm>
              </p:grpSpPr>
              <p:sp>
                <p:nvSpPr>
                  <p:cNvPr id="730" name="Google Shape;730;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1" name="Google Shape;731;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2" name="Google Shape;732;p39"/>
                  <p:cNvSpPr/>
                  <p:nvPr/>
                </p:nvSpPr>
                <p:spPr>
                  <a:xfrm>
                    <a:off x="1381975" y="3989700"/>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33" name="Google Shape;733;p39"/>
                <p:cNvGrpSpPr/>
                <p:nvPr/>
              </p:nvGrpSpPr>
              <p:grpSpPr>
                <a:xfrm>
                  <a:off x="1381975" y="4360025"/>
                  <a:ext cx="560050" cy="370200"/>
                  <a:chOff x="1381975" y="3249175"/>
                  <a:chExt cx="560050" cy="370200"/>
                </a:xfrm>
              </p:grpSpPr>
              <p:sp>
                <p:nvSpPr>
                  <p:cNvPr id="734" name="Google Shape;734;p39"/>
                  <p:cNvSpPr/>
                  <p:nvPr/>
                </p:nvSpPr>
                <p:spPr>
                  <a:xfrm>
                    <a:off x="1381975" y="3249175"/>
                    <a:ext cx="1899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35" name="Google Shape;735;p39"/>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736" name="Google Shape;736;p39"/>
              <p:cNvSpPr/>
              <p:nvPr/>
            </p:nvSpPr>
            <p:spPr>
              <a:xfrm>
                <a:off x="1793700" y="24219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737" name="Google Shape;737;p39"/>
            <p:cNvSpPr/>
            <p:nvPr/>
          </p:nvSpPr>
          <p:spPr>
            <a:xfrm>
              <a:off x="189850" y="50825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738" name="Google Shape;738;p39"/>
          <p:cNvSpPr txBox="1"/>
          <p:nvPr>
            <p:ph idx="8" type="subTitle"/>
          </p:nvPr>
        </p:nvSpPr>
        <p:spPr>
          <a:xfrm>
            <a:off x="6671579" y="3107200"/>
            <a:ext cx="1564500" cy="2193300"/>
          </a:xfrm>
          <a:prstGeom prst="rect">
            <a:avLst/>
          </a:prstGeom>
        </p:spPr>
        <p:txBody>
          <a:bodyPr anchorCtr="0" anchor="t" bIns="91425" lIns="91425" spcFirstLastPara="1" rIns="91425" wrap="square" tIns="91425">
            <a:noAutofit/>
          </a:bodyPr>
          <a:lstStyle>
            <a:lvl1pPr lvl="0">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2pPr>
            <a:lvl3pPr lvl="2"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3pPr>
            <a:lvl4pPr lvl="3"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4pPr>
            <a:lvl5pPr lvl="4"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5pPr>
            <a:lvl6pPr lvl="5"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6pPr>
            <a:lvl7pPr lvl="6"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7pPr>
            <a:lvl8pPr lvl="7"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8pPr>
            <a:lvl9pPr lvl="8" algn="ctr">
              <a:spcBef>
                <a:spcPts val="0"/>
              </a:spcBef>
              <a:spcAft>
                <a:spcPts val="0"/>
              </a:spcAft>
              <a:buClr>
                <a:schemeClr val="dk2"/>
              </a:buClr>
              <a:buSzPts val="1000"/>
              <a:buFont typeface="Sora"/>
              <a:buNone/>
              <a:defRPr sz="1000">
                <a:solidFill>
                  <a:schemeClr val="dk2"/>
                </a:solidFill>
                <a:latin typeface="Sora"/>
                <a:ea typeface="Sora"/>
                <a:cs typeface="Sora"/>
                <a:sym typeface="Sora"/>
              </a:defRPr>
            </a:lvl9pPr>
          </a:lstStyle>
          <a:p/>
        </p:txBody>
      </p:sp>
      <p:sp>
        <p:nvSpPr>
          <p:cNvPr id="739" name="Google Shape;739;p39"/>
          <p:cNvSpPr txBox="1"/>
          <p:nvPr>
            <p:ph idx="9"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cxnSp>
        <p:nvCxnSpPr>
          <p:cNvPr id="740" name="Google Shape;740;p39"/>
          <p:cNvCxnSpPr/>
          <p:nvPr/>
        </p:nvCxnSpPr>
        <p:spPr>
          <a:xfrm>
            <a:off x="1865850" y="523600"/>
            <a:ext cx="0" cy="520500"/>
          </a:xfrm>
          <a:prstGeom prst="straightConnector1">
            <a:avLst/>
          </a:prstGeom>
          <a:noFill/>
          <a:ln cap="flat" cmpd="sng" w="19050">
            <a:solidFill>
              <a:schemeClr val="accent3"/>
            </a:solidFill>
            <a:prstDash val="solid"/>
            <a:round/>
            <a:headEnd len="med" w="med" type="none"/>
            <a:tailEnd len="med" w="med" type="none"/>
          </a:ln>
        </p:spPr>
      </p:cxnSp>
      <p:sp>
        <p:nvSpPr>
          <p:cNvPr id="741" name="Google Shape;741;p39"/>
          <p:cNvSpPr/>
          <p:nvPr/>
        </p:nvSpPr>
        <p:spPr>
          <a:xfrm rot="5400000">
            <a:off x="8712138" y="1291400"/>
            <a:ext cx="4935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2" name="Google Shape;742;p39"/>
          <p:cNvSpPr/>
          <p:nvPr/>
        </p:nvSpPr>
        <p:spPr>
          <a:xfrm rot="5400000">
            <a:off x="8712138" y="1785000"/>
            <a:ext cx="4935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43" name="Google Shape;743;p39"/>
          <p:cNvSpPr txBox="1"/>
          <p:nvPr>
            <p:ph idx="13" type="subTitle"/>
          </p:nvPr>
        </p:nvSpPr>
        <p:spPr>
          <a:xfrm>
            <a:off x="1078938" y="2503600"/>
            <a:ext cx="1564500" cy="603600"/>
          </a:xfrm>
          <a:prstGeom prst="rect">
            <a:avLst/>
          </a:prstGeom>
        </p:spPr>
        <p:txBody>
          <a:bodyPr anchorCtr="0" anchor="t" bIns="91425" lIns="91425" spcFirstLastPara="1" rIns="91425" wrap="square" tIns="91425">
            <a:noAutofit/>
          </a:bodyPr>
          <a:lstStyle>
            <a:lvl1pPr lvl="0">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2pPr>
            <a:lvl3pPr lvl="2"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3pPr>
            <a:lvl4pPr lvl="3"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4pPr>
            <a:lvl5pPr lvl="4"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5pPr>
            <a:lvl6pPr lvl="5"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6pPr>
            <a:lvl7pPr lvl="6"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7pPr>
            <a:lvl8pPr lvl="7"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8pPr>
            <a:lvl9pPr lvl="8" algn="ctr">
              <a:spcBef>
                <a:spcPts val="0"/>
              </a:spcBef>
              <a:spcAft>
                <a:spcPts val="0"/>
              </a:spcAft>
              <a:buClr>
                <a:schemeClr val="dk2"/>
              </a:buClr>
              <a:buSzPts val="1600"/>
              <a:buFont typeface="IBM Plex Sans"/>
              <a:buNone/>
              <a:defRPr sz="1600">
                <a:solidFill>
                  <a:schemeClr val="dk2"/>
                </a:solidFill>
                <a:latin typeface="IBM Plex Sans"/>
                <a:ea typeface="IBM Plex Sans"/>
                <a:cs typeface="IBM Plex Sans"/>
                <a:sym typeface="IBM Plex Sans"/>
              </a:defRPr>
            </a:lvl9pPr>
          </a:lstStyle>
          <a:p/>
        </p:txBody>
      </p:sp>
      <p:sp>
        <p:nvSpPr>
          <p:cNvPr id="744" name="Google Shape;744;p39"/>
          <p:cNvSpPr txBox="1"/>
          <p:nvPr>
            <p:ph idx="14" type="title"/>
          </p:nvPr>
        </p:nvSpPr>
        <p:spPr>
          <a:xfrm>
            <a:off x="3484500" y="1837167"/>
            <a:ext cx="473100" cy="520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800"/>
              <a:buFont typeface="IBM Plex Sans"/>
              <a:buNone/>
              <a:defRPr sz="1800">
                <a:solidFill>
                  <a:schemeClr val="accent3"/>
                </a:solidFill>
              </a:defRPr>
            </a:lvl1pPr>
            <a:lvl2pPr lvl="1" algn="ctr">
              <a:spcBef>
                <a:spcPts val="0"/>
              </a:spcBef>
              <a:spcAft>
                <a:spcPts val="0"/>
              </a:spcAft>
              <a:buClr>
                <a:schemeClr val="accent3"/>
              </a:buClr>
              <a:buSzPts val="3000"/>
              <a:buNone/>
              <a:defRPr>
                <a:solidFill>
                  <a:schemeClr val="accent3"/>
                </a:solidFill>
              </a:defRPr>
            </a:lvl2pPr>
            <a:lvl3pPr lvl="2" algn="ctr">
              <a:spcBef>
                <a:spcPts val="0"/>
              </a:spcBef>
              <a:spcAft>
                <a:spcPts val="0"/>
              </a:spcAft>
              <a:buClr>
                <a:schemeClr val="accent3"/>
              </a:buClr>
              <a:buSzPts val="3000"/>
              <a:buNone/>
              <a:defRPr>
                <a:solidFill>
                  <a:schemeClr val="accent3"/>
                </a:solidFill>
              </a:defRPr>
            </a:lvl3pPr>
            <a:lvl4pPr lvl="3" algn="ctr">
              <a:spcBef>
                <a:spcPts val="0"/>
              </a:spcBef>
              <a:spcAft>
                <a:spcPts val="0"/>
              </a:spcAft>
              <a:buClr>
                <a:schemeClr val="accent3"/>
              </a:buClr>
              <a:buSzPts val="3000"/>
              <a:buNone/>
              <a:defRPr>
                <a:solidFill>
                  <a:schemeClr val="accent3"/>
                </a:solidFill>
              </a:defRPr>
            </a:lvl4pPr>
            <a:lvl5pPr lvl="4" algn="ctr">
              <a:spcBef>
                <a:spcPts val="0"/>
              </a:spcBef>
              <a:spcAft>
                <a:spcPts val="0"/>
              </a:spcAft>
              <a:buClr>
                <a:schemeClr val="accent3"/>
              </a:buClr>
              <a:buSzPts val="3000"/>
              <a:buNone/>
              <a:defRPr>
                <a:solidFill>
                  <a:schemeClr val="accent3"/>
                </a:solidFill>
              </a:defRPr>
            </a:lvl5pPr>
            <a:lvl6pPr lvl="5" algn="ctr">
              <a:spcBef>
                <a:spcPts val="0"/>
              </a:spcBef>
              <a:spcAft>
                <a:spcPts val="0"/>
              </a:spcAft>
              <a:buClr>
                <a:schemeClr val="accent3"/>
              </a:buClr>
              <a:buSzPts val="3000"/>
              <a:buNone/>
              <a:defRPr>
                <a:solidFill>
                  <a:schemeClr val="accent3"/>
                </a:solidFill>
              </a:defRPr>
            </a:lvl6pPr>
            <a:lvl7pPr lvl="6" algn="ctr">
              <a:spcBef>
                <a:spcPts val="0"/>
              </a:spcBef>
              <a:spcAft>
                <a:spcPts val="0"/>
              </a:spcAft>
              <a:buClr>
                <a:schemeClr val="accent3"/>
              </a:buClr>
              <a:buSzPts val="3000"/>
              <a:buNone/>
              <a:defRPr>
                <a:solidFill>
                  <a:schemeClr val="accent3"/>
                </a:solidFill>
              </a:defRPr>
            </a:lvl7pPr>
            <a:lvl8pPr lvl="7" algn="ctr">
              <a:spcBef>
                <a:spcPts val="0"/>
              </a:spcBef>
              <a:spcAft>
                <a:spcPts val="0"/>
              </a:spcAft>
              <a:buClr>
                <a:schemeClr val="accent3"/>
              </a:buClr>
              <a:buSzPts val="3000"/>
              <a:buNone/>
              <a:defRPr>
                <a:solidFill>
                  <a:schemeClr val="accent3"/>
                </a:solidFill>
              </a:defRPr>
            </a:lvl8pPr>
            <a:lvl9pPr lvl="8" algn="ctr">
              <a:spcBef>
                <a:spcPts val="0"/>
              </a:spcBef>
              <a:spcAft>
                <a:spcPts val="0"/>
              </a:spcAft>
              <a:buClr>
                <a:schemeClr val="accent3"/>
              </a:buClr>
              <a:buSzPts val="3000"/>
              <a:buNone/>
              <a:defRPr>
                <a:solidFill>
                  <a:schemeClr val="accent3"/>
                </a:solidFill>
              </a:defRPr>
            </a:lvl9pPr>
          </a:lstStyle>
          <a:p/>
        </p:txBody>
      </p:sp>
      <p:sp>
        <p:nvSpPr>
          <p:cNvPr id="745" name="Google Shape;745;p39"/>
          <p:cNvSpPr txBox="1"/>
          <p:nvPr>
            <p:ph idx="15" type="title"/>
          </p:nvPr>
        </p:nvSpPr>
        <p:spPr>
          <a:xfrm>
            <a:off x="7204200" y="1881600"/>
            <a:ext cx="473100" cy="520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lt1"/>
              </a:buClr>
              <a:buSzPts val="1800"/>
              <a:buFont typeface="IBM Plex Sans"/>
              <a:buNone/>
              <a:defRPr b="1" sz="1800"/>
            </a:lvl1pPr>
            <a:lvl2pPr lvl="1" algn="ctr">
              <a:spcBef>
                <a:spcPts val="0"/>
              </a:spcBef>
              <a:spcAft>
                <a:spcPts val="0"/>
              </a:spcAft>
              <a:buClr>
                <a:schemeClr val="lt1"/>
              </a:buClr>
              <a:buSzPts val="3000"/>
              <a:buNone/>
              <a:defRPr b="1">
                <a:solidFill>
                  <a:schemeClr val="lt1"/>
                </a:solidFill>
              </a:defRPr>
            </a:lvl2pPr>
            <a:lvl3pPr lvl="2" algn="ctr">
              <a:spcBef>
                <a:spcPts val="0"/>
              </a:spcBef>
              <a:spcAft>
                <a:spcPts val="0"/>
              </a:spcAft>
              <a:buClr>
                <a:schemeClr val="lt1"/>
              </a:buClr>
              <a:buSzPts val="3000"/>
              <a:buNone/>
              <a:defRPr b="1">
                <a:solidFill>
                  <a:schemeClr val="lt1"/>
                </a:solidFill>
              </a:defRPr>
            </a:lvl3pPr>
            <a:lvl4pPr lvl="3" algn="ctr">
              <a:spcBef>
                <a:spcPts val="0"/>
              </a:spcBef>
              <a:spcAft>
                <a:spcPts val="0"/>
              </a:spcAft>
              <a:buClr>
                <a:schemeClr val="lt1"/>
              </a:buClr>
              <a:buSzPts val="3000"/>
              <a:buNone/>
              <a:defRPr b="1">
                <a:solidFill>
                  <a:schemeClr val="lt1"/>
                </a:solidFill>
              </a:defRPr>
            </a:lvl4pPr>
            <a:lvl5pPr lvl="4" algn="ctr">
              <a:spcBef>
                <a:spcPts val="0"/>
              </a:spcBef>
              <a:spcAft>
                <a:spcPts val="0"/>
              </a:spcAft>
              <a:buClr>
                <a:schemeClr val="lt1"/>
              </a:buClr>
              <a:buSzPts val="3000"/>
              <a:buNone/>
              <a:defRPr b="1">
                <a:solidFill>
                  <a:schemeClr val="lt1"/>
                </a:solidFill>
              </a:defRPr>
            </a:lvl5pPr>
            <a:lvl6pPr lvl="5" algn="ctr">
              <a:spcBef>
                <a:spcPts val="0"/>
              </a:spcBef>
              <a:spcAft>
                <a:spcPts val="0"/>
              </a:spcAft>
              <a:buClr>
                <a:schemeClr val="lt1"/>
              </a:buClr>
              <a:buSzPts val="3000"/>
              <a:buNone/>
              <a:defRPr b="1">
                <a:solidFill>
                  <a:schemeClr val="lt1"/>
                </a:solidFill>
              </a:defRPr>
            </a:lvl6pPr>
            <a:lvl7pPr lvl="6" algn="ctr">
              <a:spcBef>
                <a:spcPts val="0"/>
              </a:spcBef>
              <a:spcAft>
                <a:spcPts val="0"/>
              </a:spcAft>
              <a:buClr>
                <a:schemeClr val="lt1"/>
              </a:buClr>
              <a:buSzPts val="3000"/>
              <a:buNone/>
              <a:defRPr b="1">
                <a:solidFill>
                  <a:schemeClr val="lt1"/>
                </a:solidFill>
              </a:defRPr>
            </a:lvl7pPr>
            <a:lvl8pPr lvl="7" algn="ctr">
              <a:spcBef>
                <a:spcPts val="0"/>
              </a:spcBef>
              <a:spcAft>
                <a:spcPts val="0"/>
              </a:spcAft>
              <a:buClr>
                <a:schemeClr val="lt1"/>
              </a:buClr>
              <a:buSzPts val="3000"/>
              <a:buNone/>
              <a:defRPr b="1">
                <a:solidFill>
                  <a:schemeClr val="lt1"/>
                </a:solidFill>
              </a:defRPr>
            </a:lvl8pPr>
            <a:lvl9pPr lvl="8" algn="ctr">
              <a:spcBef>
                <a:spcPts val="0"/>
              </a:spcBef>
              <a:spcAft>
                <a:spcPts val="0"/>
              </a:spcAft>
              <a:buClr>
                <a:schemeClr val="lt1"/>
              </a:buClr>
              <a:buSzPts val="3000"/>
              <a:buNone/>
              <a:defRPr b="1">
                <a:solidFill>
                  <a:schemeClr val="lt1"/>
                </a:solidFill>
              </a:defRPr>
            </a:lvl9pPr>
          </a:lstStyle>
          <a:p/>
        </p:txBody>
      </p:sp>
      <p:sp>
        <p:nvSpPr>
          <p:cNvPr id="746" name="Google Shape;746;p39"/>
          <p:cNvSpPr txBox="1"/>
          <p:nvPr>
            <p:ph idx="16" type="title"/>
          </p:nvPr>
        </p:nvSpPr>
        <p:spPr>
          <a:xfrm>
            <a:off x="5344350" y="1881600"/>
            <a:ext cx="473100" cy="520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800"/>
              <a:buFont typeface="IBM Plex Sans"/>
              <a:buNone/>
              <a:defRPr sz="1800">
                <a:solidFill>
                  <a:schemeClr val="accent3"/>
                </a:solidFill>
              </a:defRPr>
            </a:lvl1pPr>
            <a:lvl2pPr lvl="1" algn="ctr">
              <a:spcBef>
                <a:spcPts val="0"/>
              </a:spcBef>
              <a:spcAft>
                <a:spcPts val="0"/>
              </a:spcAft>
              <a:buClr>
                <a:schemeClr val="accent3"/>
              </a:buClr>
              <a:buSzPts val="3000"/>
              <a:buNone/>
              <a:defRPr>
                <a:solidFill>
                  <a:schemeClr val="accent3"/>
                </a:solidFill>
              </a:defRPr>
            </a:lvl2pPr>
            <a:lvl3pPr lvl="2" algn="ctr">
              <a:spcBef>
                <a:spcPts val="0"/>
              </a:spcBef>
              <a:spcAft>
                <a:spcPts val="0"/>
              </a:spcAft>
              <a:buClr>
                <a:schemeClr val="accent3"/>
              </a:buClr>
              <a:buSzPts val="3000"/>
              <a:buNone/>
              <a:defRPr>
                <a:solidFill>
                  <a:schemeClr val="accent3"/>
                </a:solidFill>
              </a:defRPr>
            </a:lvl3pPr>
            <a:lvl4pPr lvl="3" algn="ctr">
              <a:spcBef>
                <a:spcPts val="0"/>
              </a:spcBef>
              <a:spcAft>
                <a:spcPts val="0"/>
              </a:spcAft>
              <a:buClr>
                <a:schemeClr val="accent3"/>
              </a:buClr>
              <a:buSzPts val="3000"/>
              <a:buNone/>
              <a:defRPr>
                <a:solidFill>
                  <a:schemeClr val="accent3"/>
                </a:solidFill>
              </a:defRPr>
            </a:lvl4pPr>
            <a:lvl5pPr lvl="4" algn="ctr">
              <a:spcBef>
                <a:spcPts val="0"/>
              </a:spcBef>
              <a:spcAft>
                <a:spcPts val="0"/>
              </a:spcAft>
              <a:buClr>
                <a:schemeClr val="accent3"/>
              </a:buClr>
              <a:buSzPts val="3000"/>
              <a:buNone/>
              <a:defRPr>
                <a:solidFill>
                  <a:schemeClr val="accent3"/>
                </a:solidFill>
              </a:defRPr>
            </a:lvl5pPr>
            <a:lvl6pPr lvl="5" algn="ctr">
              <a:spcBef>
                <a:spcPts val="0"/>
              </a:spcBef>
              <a:spcAft>
                <a:spcPts val="0"/>
              </a:spcAft>
              <a:buClr>
                <a:schemeClr val="accent3"/>
              </a:buClr>
              <a:buSzPts val="3000"/>
              <a:buNone/>
              <a:defRPr>
                <a:solidFill>
                  <a:schemeClr val="accent3"/>
                </a:solidFill>
              </a:defRPr>
            </a:lvl6pPr>
            <a:lvl7pPr lvl="6" algn="ctr">
              <a:spcBef>
                <a:spcPts val="0"/>
              </a:spcBef>
              <a:spcAft>
                <a:spcPts val="0"/>
              </a:spcAft>
              <a:buClr>
                <a:schemeClr val="accent3"/>
              </a:buClr>
              <a:buSzPts val="3000"/>
              <a:buNone/>
              <a:defRPr>
                <a:solidFill>
                  <a:schemeClr val="accent3"/>
                </a:solidFill>
              </a:defRPr>
            </a:lvl7pPr>
            <a:lvl8pPr lvl="7" algn="ctr">
              <a:spcBef>
                <a:spcPts val="0"/>
              </a:spcBef>
              <a:spcAft>
                <a:spcPts val="0"/>
              </a:spcAft>
              <a:buClr>
                <a:schemeClr val="accent3"/>
              </a:buClr>
              <a:buSzPts val="3000"/>
              <a:buNone/>
              <a:defRPr>
                <a:solidFill>
                  <a:schemeClr val="accent3"/>
                </a:solidFill>
              </a:defRPr>
            </a:lvl8pPr>
            <a:lvl9pPr lvl="8" algn="ctr">
              <a:spcBef>
                <a:spcPts val="0"/>
              </a:spcBef>
              <a:spcAft>
                <a:spcPts val="0"/>
              </a:spcAft>
              <a:buClr>
                <a:schemeClr val="accent3"/>
              </a:buClr>
              <a:buSzPts val="3000"/>
              <a:buNone/>
              <a:defRPr>
                <a:solidFill>
                  <a:schemeClr val="accent3"/>
                </a:solidFill>
              </a:defRPr>
            </a:lvl9pPr>
          </a:lstStyle>
          <a:p/>
        </p:txBody>
      </p:sp>
      <p:sp>
        <p:nvSpPr>
          <p:cNvPr id="747" name="Google Shape;747;p39"/>
          <p:cNvSpPr txBox="1"/>
          <p:nvPr>
            <p:ph idx="17" type="title"/>
          </p:nvPr>
        </p:nvSpPr>
        <p:spPr>
          <a:xfrm>
            <a:off x="1624650" y="1837167"/>
            <a:ext cx="473100" cy="520500"/>
          </a:xfrm>
          <a:prstGeom prst="rect">
            <a:avLst/>
          </a:prstGeom>
        </p:spPr>
        <p:txBody>
          <a:bodyPr anchorCtr="0" anchor="t" bIns="91425" lIns="91425" spcFirstLastPara="1" rIns="91425" wrap="square" tIns="91425">
            <a:noAutofit/>
          </a:bodyPr>
          <a:lstStyle>
            <a:lvl1pPr lvl="0" algn="ctr">
              <a:spcBef>
                <a:spcPts val="0"/>
              </a:spcBef>
              <a:spcAft>
                <a:spcPts val="0"/>
              </a:spcAft>
              <a:buClr>
                <a:schemeClr val="accent3"/>
              </a:buClr>
              <a:buSzPts val="1800"/>
              <a:buFont typeface="IBM Plex Sans"/>
              <a:buNone/>
              <a:defRPr sz="1800">
                <a:solidFill>
                  <a:schemeClr val="accent3"/>
                </a:solidFill>
              </a:defRPr>
            </a:lvl1pPr>
            <a:lvl2pPr lvl="1" algn="ctr">
              <a:spcBef>
                <a:spcPts val="0"/>
              </a:spcBef>
              <a:spcAft>
                <a:spcPts val="0"/>
              </a:spcAft>
              <a:buClr>
                <a:schemeClr val="accent3"/>
              </a:buClr>
              <a:buSzPts val="3000"/>
              <a:buNone/>
              <a:defRPr>
                <a:solidFill>
                  <a:schemeClr val="accent3"/>
                </a:solidFill>
              </a:defRPr>
            </a:lvl2pPr>
            <a:lvl3pPr lvl="2" algn="ctr">
              <a:spcBef>
                <a:spcPts val="0"/>
              </a:spcBef>
              <a:spcAft>
                <a:spcPts val="0"/>
              </a:spcAft>
              <a:buClr>
                <a:schemeClr val="accent3"/>
              </a:buClr>
              <a:buSzPts val="3000"/>
              <a:buNone/>
              <a:defRPr>
                <a:solidFill>
                  <a:schemeClr val="accent3"/>
                </a:solidFill>
              </a:defRPr>
            </a:lvl3pPr>
            <a:lvl4pPr lvl="3" algn="ctr">
              <a:spcBef>
                <a:spcPts val="0"/>
              </a:spcBef>
              <a:spcAft>
                <a:spcPts val="0"/>
              </a:spcAft>
              <a:buClr>
                <a:schemeClr val="accent3"/>
              </a:buClr>
              <a:buSzPts val="3000"/>
              <a:buNone/>
              <a:defRPr>
                <a:solidFill>
                  <a:schemeClr val="accent3"/>
                </a:solidFill>
              </a:defRPr>
            </a:lvl4pPr>
            <a:lvl5pPr lvl="4" algn="ctr">
              <a:spcBef>
                <a:spcPts val="0"/>
              </a:spcBef>
              <a:spcAft>
                <a:spcPts val="0"/>
              </a:spcAft>
              <a:buClr>
                <a:schemeClr val="accent3"/>
              </a:buClr>
              <a:buSzPts val="3000"/>
              <a:buNone/>
              <a:defRPr>
                <a:solidFill>
                  <a:schemeClr val="accent3"/>
                </a:solidFill>
              </a:defRPr>
            </a:lvl5pPr>
            <a:lvl6pPr lvl="5" algn="ctr">
              <a:spcBef>
                <a:spcPts val="0"/>
              </a:spcBef>
              <a:spcAft>
                <a:spcPts val="0"/>
              </a:spcAft>
              <a:buClr>
                <a:schemeClr val="accent3"/>
              </a:buClr>
              <a:buSzPts val="3000"/>
              <a:buNone/>
              <a:defRPr>
                <a:solidFill>
                  <a:schemeClr val="accent3"/>
                </a:solidFill>
              </a:defRPr>
            </a:lvl6pPr>
            <a:lvl7pPr lvl="6" algn="ctr">
              <a:spcBef>
                <a:spcPts val="0"/>
              </a:spcBef>
              <a:spcAft>
                <a:spcPts val="0"/>
              </a:spcAft>
              <a:buClr>
                <a:schemeClr val="accent3"/>
              </a:buClr>
              <a:buSzPts val="3000"/>
              <a:buNone/>
              <a:defRPr>
                <a:solidFill>
                  <a:schemeClr val="accent3"/>
                </a:solidFill>
              </a:defRPr>
            </a:lvl7pPr>
            <a:lvl8pPr lvl="7" algn="ctr">
              <a:spcBef>
                <a:spcPts val="0"/>
              </a:spcBef>
              <a:spcAft>
                <a:spcPts val="0"/>
              </a:spcAft>
              <a:buClr>
                <a:schemeClr val="accent3"/>
              </a:buClr>
              <a:buSzPts val="3000"/>
              <a:buNone/>
              <a:defRPr>
                <a:solidFill>
                  <a:schemeClr val="accent3"/>
                </a:solidFill>
              </a:defRPr>
            </a:lvl8pPr>
            <a:lvl9pPr lvl="8" algn="ctr">
              <a:spcBef>
                <a:spcPts val="0"/>
              </a:spcBef>
              <a:spcAft>
                <a:spcPts val="0"/>
              </a:spcAft>
              <a:buClr>
                <a:schemeClr val="accent3"/>
              </a:buClr>
              <a:buSzPts val="3000"/>
              <a:buNone/>
              <a:defRPr>
                <a:solidFill>
                  <a:schemeClr val="accent3"/>
                </a:solidFill>
              </a:defRPr>
            </a:lvl9pPr>
          </a:lstStyle>
          <a:p/>
        </p:txBody>
      </p:sp>
      <p:sp>
        <p:nvSpPr>
          <p:cNvPr id="748" name="Google Shape;748;p39"/>
          <p:cNvSpPr txBox="1"/>
          <p:nvPr>
            <p:ph idx="18"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pos="1175">
          <p15:clr>
            <a:srgbClr val="E46962"/>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2">
  <p:cSld name="BLANK_1_1_1_1_1_1_1_1_1_1_1_1_1_1_1_2">
    <p:bg>
      <p:bgPr>
        <a:solidFill>
          <a:schemeClr val="lt1"/>
        </a:solidFill>
      </p:bgPr>
    </p:bg>
    <p:spTree>
      <p:nvGrpSpPr>
        <p:cNvPr id="749" name="Shape 749"/>
        <p:cNvGrpSpPr/>
        <p:nvPr/>
      </p:nvGrpSpPr>
      <p:grpSpPr>
        <a:xfrm>
          <a:off x="0" y="0"/>
          <a:ext cx="0" cy="0"/>
          <a:chOff x="0" y="0"/>
          <a:chExt cx="0" cy="0"/>
        </a:xfrm>
      </p:grpSpPr>
      <p:sp>
        <p:nvSpPr>
          <p:cNvPr id="750" name="Google Shape;750;p40"/>
          <p:cNvSpPr txBox="1"/>
          <p:nvPr>
            <p:ph idx="1" type="body"/>
          </p:nvPr>
        </p:nvSpPr>
        <p:spPr>
          <a:xfrm>
            <a:off x="1867950" y="2713733"/>
            <a:ext cx="2700000" cy="10971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51" name="Google Shape;751;p40"/>
          <p:cNvSpPr txBox="1"/>
          <p:nvPr>
            <p:ph idx="2" type="body"/>
          </p:nvPr>
        </p:nvSpPr>
        <p:spPr>
          <a:xfrm>
            <a:off x="1867950" y="4540200"/>
            <a:ext cx="2700000" cy="10971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52" name="Google Shape;752;p40"/>
          <p:cNvSpPr txBox="1"/>
          <p:nvPr>
            <p:ph idx="3" type="body"/>
          </p:nvPr>
        </p:nvSpPr>
        <p:spPr>
          <a:xfrm>
            <a:off x="5297575" y="2713733"/>
            <a:ext cx="2700000" cy="10971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753" name="Google Shape;753;p40"/>
          <p:cNvSpPr txBox="1"/>
          <p:nvPr>
            <p:ph idx="4" type="body"/>
          </p:nvPr>
        </p:nvSpPr>
        <p:spPr>
          <a:xfrm>
            <a:off x="5297575" y="4540200"/>
            <a:ext cx="2700000" cy="1097100"/>
          </a:xfrm>
          <a:prstGeom prst="rect">
            <a:avLst/>
          </a:prstGeom>
        </p:spPr>
        <p:txBody>
          <a:bodyPr anchorCtr="0" anchor="t" bIns="91425" lIns="91425" spcFirstLastPara="1" rIns="91425" wrap="square" tIns="0">
            <a:noAutofit/>
          </a:bodyPr>
          <a:lstStyle>
            <a:lvl1pPr indent="-292100" lvl="0" marL="457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lnSpc>
                <a:spcPct val="115000"/>
              </a:lnSpc>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grpSp>
        <p:nvGrpSpPr>
          <p:cNvPr id="754" name="Google Shape;754;p40"/>
          <p:cNvGrpSpPr/>
          <p:nvPr/>
        </p:nvGrpSpPr>
        <p:grpSpPr>
          <a:xfrm>
            <a:off x="7073603" y="-2"/>
            <a:ext cx="2070408" cy="2156562"/>
            <a:chOff x="6787102" y="-57263"/>
            <a:chExt cx="2403260" cy="1877393"/>
          </a:xfrm>
        </p:grpSpPr>
        <p:grpSp>
          <p:nvGrpSpPr>
            <p:cNvPr id="755" name="Google Shape;755;p40"/>
            <p:cNvGrpSpPr/>
            <p:nvPr/>
          </p:nvGrpSpPr>
          <p:grpSpPr>
            <a:xfrm rot="10800000">
              <a:off x="8286413" y="1320355"/>
              <a:ext cx="903863" cy="499775"/>
              <a:chOff x="532097" y="3249175"/>
              <a:chExt cx="669528" cy="370204"/>
            </a:xfrm>
          </p:grpSpPr>
          <p:sp>
            <p:nvSpPr>
              <p:cNvPr id="756" name="Google Shape;756;p40"/>
              <p:cNvSpPr/>
              <p:nvPr/>
            </p:nvSpPr>
            <p:spPr>
              <a:xfrm>
                <a:off x="532097" y="3249179"/>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57" name="Google Shape;757;p4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58" name="Google Shape;758;p40"/>
            <p:cNvGrpSpPr/>
            <p:nvPr/>
          </p:nvGrpSpPr>
          <p:grpSpPr>
            <a:xfrm rot="10800000">
              <a:off x="6787103" y="820419"/>
              <a:ext cx="2402289" cy="499772"/>
              <a:chOff x="532752" y="3249175"/>
              <a:chExt cx="1779473" cy="370202"/>
            </a:xfrm>
          </p:grpSpPr>
          <p:sp>
            <p:nvSpPr>
              <p:cNvPr id="759" name="Google Shape;759;p40"/>
              <p:cNvSpPr/>
              <p:nvPr/>
            </p:nvSpPr>
            <p:spPr>
              <a:xfrm>
                <a:off x="532752" y="3249177"/>
                <a:ext cx="2988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0" name="Google Shape;760;p4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1" name="Google Shape;761;p4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2" name="Google Shape;762;p40"/>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63" name="Google Shape;763;p40"/>
            <p:cNvGrpSpPr/>
            <p:nvPr/>
          </p:nvGrpSpPr>
          <p:grpSpPr>
            <a:xfrm rot="10800000">
              <a:off x="7286873" y="320651"/>
              <a:ext cx="1499310" cy="499770"/>
              <a:chOff x="831425" y="3249175"/>
              <a:chExt cx="1110600" cy="370200"/>
            </a:xfrm>
          </p:grpSpPr>
          <p:sp>
            <p:nvSpPr>
              <p:cNvPr id="764" name="Google Shape;764;p40"/>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5" name="Google Shape;765;p4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6" name="Google Shape;766;p4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67" name="Google Shape;767;p40"/>
            <p:cNvGrpSpPr/>
            <p:nvPr/>
          </p:nvGrpSpPr>
          <p:grpSpPr>
            <a:xfrm rot="10800000">
              <a:off x="6787102" y="-57263"/>
              <a:ext cx="2403260" cy="377865"/>
              <a:chOff x="532032" y="3249173"/>
              <a:chExt cx="1780193" cy="370202"/>
            </a:xfrm>
          </p:grpSpPr>
          <p:sp>
            <p:nvSpPr>
              <p:cNvPr id="768" name="Google Shape;768;p40"/>
              <p:cNvSpPr/>
              <p:nvPr/>
            </p:nvSpPr>
            <p:spPr>
              <a:xfrm>
                <a:off x="532032" y="3249173"/>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69" name="Google Shape;769;p40"/>
              <p:cNvSpPr/>
              <p:nvPr/>
            </p:nvSpPr>
            <p:spPr>
              <a:xfrm>
                <a:off x="831430" y="324917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0" name="Google Shape;770;p40"/>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1" name="Google Shape;771;p40"/>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2" name="Google Shape;772;p40"/>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773" name="Google Shape;773;p40"/>
          <p:cNvSpPr/>
          <p:nvPr/>
        </p:nvSpPr>
        <p:spPr>
          <a:xfrm flipH="1" rot="10800000">
            <a:off x="8088611" y="426400"/>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4" name="Google Shape;774;p40"/>
          <p:cNvSpPr/>
          <p:nvPr/>
        </p:nvSpPr>
        <p:spPr>
          <a:xfrm flipH="1" rot="10800000">
            <a:off x="8088611" y="790239"/>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5" name="Google Shape;775;p40"/>
          <p:cNvSpPr/>
          <p:nvPr/>
        </p:nvSpPr>
        <p:spPr>
          <a:xfrm flipH="1" rot="10800000">
            <a:off x="8088611" y="1563000"/>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6" name="Google Shape;776;p40"/>
          <p:cNvSpPr/>
          <p:nvPr/>
        </p:nvSpPr>
        <p:spPr>
          <a:xfrm flipH="1" rot="10800000">
            <a:off x="8088611" y="1159294"/>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77" name="Google Shape;777;p40"/>
          <p:cNvSpPr txBox="1"/>
          <p:nvPr>
            <p:ph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778" name="Google Shape;778;p40"/>
          <p:cNvSpPr txBox="1"/>
          <p:nvPr>
            <p:ph idx="5" type="title"/>
          </p:nvPr>
        </p:nvSpPr>
        <p:spPr>
          <a:xfrm>
            <a:off x="38100" y="426200"/>
            <a:ext cx="1823100" cy="693600"/>
          </a:xfrm>
          <a:prstGeom prst="rect">
            <a:avLst/>
          </a:prstGeom>
        </p:spPr>
        <p:txBody>
          <a:bodyPr anchorCtr="0" anchor="t" bIns="91425" lIns="182875" spcFirstLastPara="1" rIns="91425" wrap="square" tIns="91425">
            <a:noAutofit/>
          </a:bodyPr>
          <a:lstStyle>
            <a:lvl1pPr lvl="0">
              <a:spcBef>
                <a:spcPts val="0"/>
              </a:spcBef>
              <a:spcAft>
                <a:spcPts val="0"/>
              </a:spcAft>
              <a:buNone/>
              <a:defRPr sz="1600">
                <a:solidFill>
                  <a:schemeClr val="lt2"/>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3"/>
                </a:solidFill>
              </a:defRPr>
            </a:lvl2pPr>
            <a:lvl3pPr lvl="2">
              <a:lnSpc>
                <a:spcPct val="115000"/>
              </a:lnSpc>
              <a:spcBef>
                <a:spcPts val="0"/>
              </a:spcBef>
              <a:spcAft>
                <a:spcPts val="0"/>
              </a:spcAft>
              <a:buNone/>
              <a:defRPr sz="1800">
                <a:solidFill>
                  <a:schemeClr val="accent3"/>
                </a:solidFill>
              </a:defRPr>
            </a:lvl3pPr>
            <a:lvl4pPr lvl="3">
              <a:lnSpc>
                <a:spcPct val="115000"/>
              </a:lnSpc>
              <a:spcBef>
                <a:spcPts val="0"/>
              </a:spcBef>
              <a:spcAft>
                <a:spcPts val="0"/>
              </a:spcAft>
              <a:buNone/>
              <a:defRPr sz="1800">
                <a:solidFill>
                  <a:schemeClr val="accent3"/>
                </a:solidFill>
              </a:defRPr>
            </a:lvl4pPr>
            <a:lvl5pPr lvl="4">
              <a:lnSpc>
                <a:spcPct val="115000"/>
              </a:lnSpc>
              <a:spcBef>
                <a:spcPts val="0"/>
              </a:spcBef>
              <a:spcAft>
                <a:spcPts val="0"/>
              </a:spcAft>
              <a:buNone/>
              <a:defRPr sz="1800">
                <a:solidFill>
                  <a:schemeClr val="accent3"/>
                </a:solidFill>
              </a:defRPr>
            </a:lvl5pPr>
            <a:lvl6pPr lvl="5">
              <a:lnSpc>
                <a:spcPct val="115000"/>
              </a:lnSpc>
              <a:spcBef>
                <a:spcPts val="0"/>
              </a:spcBef>
              <a:spcAft>
                <a:spcPts val="0"/>
              </a:spcAft>
              <a:buNone/>
              <a:defRPr sz="1800">
                <a:solidFill>
                  <a:schemeClr val="accent3"/>
                </a:solidFill>
              </a:defRPr>
            </a:lvl6pPr>
            <a:lvl7pPr lvl="6">
              <a:lnSpc>
                <a:spcPct val="115000"/>
              </a:lnSpc>
              <a:spcBef>
                <a:spcPts val="0"/>
              </a:spcBef>
              <a:spcAft>
                <a:spcPts val="0"/>
              </a:spcAft>
              <a:buNone/>
              <a:defRPr sz="1800">
                <a:solidFill>
                  <a:schemeClr val="accent3"/>
                </a:solidFill>
              </a:defRPr>
            </a:lvl7pPr>
            <a:lvl8pPr lvl="7">
              <a:lnSpc>
                <a:spcPct val="115000"/>
              </a:lnSpc>
              <a:spcBef>
                <a:spcPts val="0"/>
              </a:spcBef>
              <a:spcAft>
                <a:spcPts val="0"/>
              </a:spcAft>
              <a:buNone/>
              <a:defRPr sz="1800">
                <a:solidFill>
                  <a:schemeClr val="accent3"/>
                </a:solidFill>
              </a:defRPr>
            </a:lvl8pPr>
            <a:lvl9pPr lvl="8">
              <a:lnSpc>
                <a:spcPct val="115000"/>
              </a:lnSpc>
              <a:spcBef>
                <a:spcPts val="0"/>
              </a:spcBef>
              <a:spcAft>
                <a:spcPts val="0"/>
              </a:spcAft>
              <a:buNone/>
              <a:defRPr sz="1800">
                <a:solidFill>
                  <a:schemeClr val="accent3"/>
                </a:solidFill>
              </a:defRPr>
            </a:lvl9pPr>
          </a:lstStyle>
          <a:p/>
        </p:txBody>
      </p:sp>
      <p:sp>
        <p:nvSpPr>
          <p:cNvPr id="779" name="Google Shape;779;p40"/>
          <p:cNvSpPr txBox="1"/>
          <p:nvPr>
            <p:ph idx="6" type="subTitle"/>
          </p:nvPr>
        </p:nvSpPr>
        <p:spPr>
          <a:xfrm>
            <a:off x="2176499" y="426400"/>
            <a:ext cx="3904200" cy="693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defRPr>
            </a:lvl1pPr>
            <a:lvl2pPr lvl="1">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2pPr>
            <a:lvl3pPr lvl="2">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3pPr>
            <a:lvl4pPr lvl="3">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4pPr>
            <a:lvl5pPr lvl="4">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5pPr>
            <a:lvl6pPr lvl="5">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6pPr>
            <a:lvl7pPr lvl="6">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7pPr>
            <a:lvl8pPr lvl="7">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8pPr>
            <a:lvl9pPr lvl="8">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9pPr>
          </a:lstStyle>
          <a:p/>
        </p:txBody>
      </p:sp>
      <p:sp>
        <p:nvSpPr>
          <p:cNvPr id="780" name="Google Shape;780;p40"/>
          <p:cNvSpPr txBox="1"/>
          <p:nvPr>
            <p:ph idx="7" type="subTitle"/>
          </p:nvPr>
        </p:nvSpPr>
        <p:spPr>
          <a:xfrm>
            <a:off x="1867950" y="2256367"/>
            <a:ext cx="2394900" cy="384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1" name="Google Shape;781;p40"/>
          <p:cNvSpPr txBox="1"/>
          <p:nvPr>
            <p:ph idx="8" type="subTitle"/>
          </p:nvPr>
        </p:nvSpPr>
        <p:spPr>
          <a:xfrm>
            <a:off x="1867950" y="4082833"/>
            <a:ext cx="2394900" cy="384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2" name="Google Shape;782;p40"/>
          <p:cNvSpPr txBox="1"/>
          <p:nvPr>
            <p:ph idx="9" type="subTitle"/>
          </p:nvPr>
        </p:nvSpPr>
        <p:spPr>
          <a:xfrm>
            <a:off x="5297575" y="2256367"/>
            <a:ext cx="2394900" cy="384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3" name="Google Shape;783;p40"/>
          <p:cNvSpPr txBox="1"/>
          <p:nvPr>
            <p:ph idx="13" type="subTitle"/>
          </p:nvPr>
        </p:nvSpPr>
        <p:spPr>
          <a:xfrm>
            <a:off x="5297575" y="4082833"/>
            <a:ext cx="2394900" cy="384300"/>
          </a:xfrm>
          <a:prstGeom prst="rect">
            <a:avLst/>
          </a:prstGeom>
        </p:spPr>
        <p:txBody>
          <a:bodyPr anchorCtr="0" anchor="t" bIns="91425" lIns="91425" spcFirstLastPara="1" rIns="91425" wrap="square" tIns="91425">
            <a:noAutofit/>
          </a:bodyPr>
          <a:lstStyle>
            <a:lvl1pPr lvl="0">
              <a:spcBef>
                <a:spcPts val="0"/>
              </a:spcBef>
              <a:spcAft>
                <a:spcPts val="0"/>
              </a:spcAft>
              <a:buClr>
                <a:schemeClr val="lt2"/>
              </a:buClr>
              <a:buSzPts val="1200"/>
              <a:buFont typeface="Sora Medium"/>
              <a:buNone/>
              <a:defRPr sz="1200">
                <a:solidFill>
                  <a:schemeClr val="lt2"/>
                </a:solidFill>
                <a:latin typeface="Sora Medium"/>
                <a:ea typeface="Sora Medium"/>
                <a:cs typeface="Sora Medium"/>
                <a:sym typeface="Sora Medium"/>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84" name="Google Shape;784;p40"/>
          <p:cNvSpPr txBox="1"/>
          <p:nvPr>
            <p:ph idx="14"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pos="4611">
          <p15:clr>
            <a:srgbClr val="E46962"/>
          </p15:clr>
        </p15:guide>
        <p15:guide id="2" pos="3407">
          <p15:clr>
            <a:srgbClr val="E46962"/>
          </p15:clr>
        </p15:guide>
        <p15:guide id="3" pos="2262">
          <p15:clr>
            <a:srgbClr val="E46962"/>
          </p15:clr>
        </p15:guide>
        <p15:guide id="4" orient="horz" pos="1341">
          <p15:clr>
            <a:srgbClr val="E46962"/>
          </p15:clr>
        </p15:guide>
        <p15:guide id="5" pos="1175">
          <p15:clr>
            <a:srgbClr val="E46962"/>
          </p15:clr>
        </p15:guide>
      </p15:sldGuideLst>
    </p:ext>
  </p:extLst>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 Alt 3">
  <p:cSld name="BLANK_1_1_1_1_1_1_1_1_1_1_1_1_1_1_1_2_1">
    <p:bg>
      <p:bgPr>
        <a:solidFill>
          <a:schemeClr val="lt1"/>
        </a:solidFill>
      </p:bgPr>
    </p:bg>
    <p:spTree>
      <p:nvGrpSpPr>
        <p:cNvPr id="785" name="Shape 785"/>
        <p:cNvGrpSpPr/>
        <p:nvPr/>
      </p:nvGrpSpPr>
      <p:grpSpPr>
        <a:xfrm>
          <a:off x="0" y="0"/>
          <a:ext cx="0" cy="0"/>
          <a:chOff x="0" y="0"/>
          <a:chExt cx="0" cy="0"/>
        </a:xfrm>
      </p:grpSpPr>
      <p:sp>
        <p:nvSpPr>
          <p:cNvPr id="786" name="Google Shape;786;p41"/>
          <p:cNvSpPr txBox="1"/>
          <p:nvPr>
            <p:ph type="title"/>
          </p:nvPr>
        </p:nvSpPr>
        <p:spPr>
          <a:xfrm>
            <a:off x="104850" y="2874467"/>
            <a:ext cx="1583400" cy="6936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87" name="Google Shape;787;p41"/>
          <p:cNvSpPr txBox="1"/>
          <p:nvPr>
            <p:ph idx="2" type="title"/>
          </p:nvPr>
        </p:nvSpPr>
        <p:spPr>
          <a:xfrm>
            <a:off x="1932925" y="2874433"/>
            <a:ext cx="1583400" cy="6936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88" name="Google Shape;788;p41"/>
          <p:cNvSpPr txBox="1"/>
          <p:nvPr>
            <p:ph idx="3" type="title"/>
          </p:nvPr>
        </p:nvSpPr>
        <p:spPr>
          <a:xfrm>
            <a:off x="3761000" y="2874433"/>
            <a:ext cx="1583400" cy="6936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89" name="Google Shape;789;p41"/>
          <p:cNvSpPr txBox="1"/>
          <p:nvPr>
            <p:ph idx="4" type="title"/>
          </p:nvPr>
        </p:nvSpPr>
        <p:spPr>
          <a:xfrm>
            <a:off x="5607150" y="2874433"/>
            <a:ext cx="1583400" cy="693600"/>
          </a:xfrm>
          <a:prstGeom prst="rect">
            <a:avLst/>
          </a:prstGeom>
        </p:spPr>
        <p:txBody>
          <a:bodyPr anchorCtr="0" anchor="b" bIns="91425" lIns="91425" spcFirstLastPara="1" rIns="91425" wrap="square" tIns="91425">
            <a:noAutofit/>
          </a:bodyPr>
          <a:lstStyle>
            <a:lvl1pPr lvl="0">
              <a:spcBef>
                <a:spcPts val="0"/>
              </a:spcBef>
              <a:spcAft>
                <a:spcPts val="0"/>
              </a:spcAft>
              <a:buNone/>
              <a:defRPr sz="1200">
                <a:solidFill>
                  <a:schemeClr val="accent6"/>
                </a:solidFill>
                <a:latin typeface="IBM Plex Sans Medium"/>
                <a:ea typeface="IBM Plex Sans Medium"/>
                <a:cs typeface="IBM Plex Sans Medium"/>
                <a:sym typeface="IBM Plex Sans Medium"/>
              </a:defRPr>
            </a:lvl1pPr>
            <a:lvl2pPr lvl="1">
              <a:spcBef>
                <a:spcPts val="0"/>
              </a:spcBef>
              <a:spcAft>
                <a:spcPts val="0"/>
              </a:spcAft>
              <a:buClr>
                <a:schemeClr val="accent6"/>
              </a:buClr>
              <a:buSzPts val="3000"/>
              <a:buNone/>
              <a:defRPr>
                <a:solidFill>
                  <a:schemeClr val="accent6"/>
                </a:solidFill>
              </a:defRPr>
            </a:lvl2pPr>
            <a:lvl3pPr lvl="2">
              <a:spcBef>
                <a:spcPts val="0"/>
              </a:spcBef>
              <a:spcAft>
                <a:spcPts val="0"/>
              </a:spcAft>
              <a:buClr>
                <a:schemeClr val="accent6"/>
              </a:buClr>
              <a:buSzPts val="3000"/>
              <a:buNone/>
              <a:defRPr>
                <a:solidFill>
                  <a:schemeClr val="accent6"/>
                </a:solidFill>
              </a:defRPr>
            </a:lvl3pPr>
            <a:lvl4pPr lvl="3">
              <a:spcBef>
                <a:spcPts val="0"/>
              </a:spcBef>
              <a:spcAft>
                <a:spcPts val="0"/>
              </a:spcAft>
              <a:buClr>
                <a:schemeClr val="accent6"/>
              </a:buClr>
              <a:buSzPts val="3000"/>
              <a:buNone/>
              <a:defRPr>
                <a:solidFill>
                  <a:schemeClr val="accent6"/>
                </a:solidFill>
              </a:defRPr>
            </a:lvl4pPr>
            <a:lvl5pPr lvl="4">
              <a:spcBef>
                <a:spcPts val="0"/>
              </a:spcBef>
              <a:spcAft>
                <a:spcPts val="0"/>
              </a:spcAft>
              <a:buClr>
                <a:schemeClr val="accent6"/>
              </a:buClr>
              <a:buSzPts val="3000"/>
              <a:buNone/>
              <a:defRPr>
                <a:solidFill>
                  <a:schemeClr val="accent6"/>
                </a:solidFill>
              </a:defRPr>
            </a:lvl5pPr>
            <a:lvl6pPr lvl="5">
              <a:spcBef>
                <a:spcPts val="0"/>
              </a:spcBef>
              <a:spcAft>
                <a:spcPts val="0"/>
              </a:spcAft>
              <a:buClr>
                <a:schemeClr val="accent6"/>
              </a:buClr>
              <a:buSzPts val="3000"/>
              <a:buNone/>
              <a:defRPr>
                <a:solidFill>
                  <a:schemeClr val="accent6"/>
                </a:solidFill>
              </a:defRPr>
            </a:lvl6pPr>
            <a:lvl7pPr lvl="6">
              <a:spcBef>
                <a:spcPts val="0"/>
              </a:spcBef>
              <a:spcAft>
                <a:spcPts val="0"/>
              </a:spcAft>
              <a:buClr>
                <a:schemeClr val="accent6"/>
              </a:buClr>
              <a:buSzPts val="3000"/>
              <a:buNone/>
              <a:defRPr>
                <a:solidFill>
                  <a:schemeClr val="accent6"/>
                </a:solidFill>
              </a:defRPr>
            </a:lvl7pPr>
            <a:lvl8pPr lvl="7">
              <a:spcBef>
                <a:spcPts val="0"/>
              </a:spcBef>
              <a:spcAft>
                <a:spcPts val="0"/>
              </a:spcAft>
              <a:buClr>
                <a:schemeClr val="accent6"/>
              </a:buClr>
              <a:buSzPts val="3000"/>
              <a:buNone/>
              <a:defRPr>
                <a:solidFill>
                  <a:schemeClr val="accent6"/>
                </a:solidFill>
              </a:defRPr>
            </a:lvl8pPr>
            <a:lvl9pPr lvl="8">
              <a:spcBef>
                <a:spcPts val="0"/>
              </a:spcBef>
              <a:spcAft>
                <a:spcPts val="0"/>
              </a:spcAft>
              <a:buClr>
                <a:schemeClr val="accent6"/>
              </a:buClr>
              <a:buSzPts val="3000"/>
              <a:buNone/>
              <a:defRPr>
                <a:solidFill>
                  <a:schemeClr val="accent6"/>
                </a:solidFill>
              </a:defRPr>
            </a:lvl9pPr>
          </a:lstStyle>
          <a:p/>
        </p:txBody>
      </p:sp>
      <p:sp>
        <p:nvSpPr>
          <p:cNvPr id="790" name="Google Shape;790;p41"/>
          <p:cNvSpPr txBox="1"/>
          <p:nvPr>
            <p:ph idx="5"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791" name="Google Shape;791;p41"/>
          <p:cNvSpPr txBox="1"/>
          <p:nvPr>
            <p:ph idx="1" type="subTitle"/>
          </p:nvPr>
        </p:nvSpPr>
        <p:spPr>
          <a:xfrm>
            <a:off x="2176499" y="426400"/>
            <a:ext cx="3904200" cy="693600"/>
          </a:xfrm>
          <a:prstGeom prst="rect">
            <a:avLst/>
          </a:prstGeom>
        </p:spPr>
        <p:txBody>
          <a:bodyPr anchorCtr="0" anchor="t" bIns="91425" lIns="91425" spcFirstLastPara="1" rIns="91425" wrap="square" tIns="91425">
            <a:noAutofit/>
          </a:bodyPr>
          <a:lstStyle>
            <a:lvl1pPr lvl="0">
              <a:spcBef>
                <a:spcPts val="0"/>
              </a:spcBef>
              <a:spcAft>
                <a:spcPts val="0"/>
              </a:spcAft>
              <a:buNone/>
              <a:defRPr sz="1000">
                <a:solidFill>
                  <a:schemeClr val="dk2"/>
                </a:solidFill>
              </a:defRPr>
            </a:lvl1pPr>
            <a:lvl2pPr lvl="1">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2pPr>
            <a:lvl3pPr lvl="2">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3pPr>
            <a:lvl4pPr lvl="3">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4pPr>
            <a:lvl5pPr lvl="4">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5pPr>
            <a:lvl6pPr lvl="5">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6pPr>
            <a:lvl7pPr lvl="6">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7pPr>
            <a:lvl8pPr lvl="7">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8pPr>
            <a:lvl9pPr lvl="8">
              <a:spcBef>
                <a:spcPts val="0"/>
              </a:spcBef>
              <a:spcAft>
                <a:spcPts val="0"/>
              </a:spcAft>
              <a:buClr>
                <a:schemeClr val="dk2"/>
              </a:buClr>
              <a:buSzPts val="1800"/>
              <a:buFont typeface="IBM Plex Sans"/>
              <a:buNone/>
              <a:defRPr sz="1800">
                <a:solidFill>
                  <a:schemeClr val="dk2"/>
                </a:solidFill>
                <a:latin typeface="IBM Plex Sans"/>
                <a:ea typeface="IBM Plex Sans"/>
                <a:cs typeface="IBM Plex Sans"/>
                <a:sym typeface="IBM Plex Sans"/>
              </a:defRPr>
            </a:lvl9pPr>
          </a:lstStyle>
          <a:p/>
        </p:txBody>
      </p:sp>
      <p:cxnSp>
        <p:nvCxnSpPr>
          <p:cNvPr id="792" name="Google Shape;792;p41"/>
          <p:cNvCxnSpPr/>
          <p:nvPr/>
        </p:nvCxnSpPr>
        <p:spPr>
          <a:xfrm>
            <a:off x="1865850" y="523600"/>
            <a:ext cx="0" cy="520500"/>
          </a:xfrm>
          <a:prstGeom prst="straightConnector1">
            <a:avLst/>
          </a:prstGeom>
          <a:noFill/>
          <a:ln cap="flat" cmpd="sng" w="19050">
            <a:solidFill>
              <a:schemeClr val="accent6"/>
            </a:solidFill>
            <a:prstDash val="solid"/>
            <a:round/>
            <a:headEnd len="med" w="med" type="none"/>
            <a:tailEnd len="med" w="med" type="none"/>
          </a:ln>
        </p:spPr>
      </p:cxnSp>
      <p:grpSp>
        <p:nvGrpSpPr>
          <p:cNvPr id="793" name="Google Shape;793;p41"/>
          <p:cNvGrpSpPr/>
          <p:nvPr/>
        </p:nvGrpSpPr>
        <p:grpSpPr>
          <a:xfrm>
            <a:off x="7073603" y="-2"/>
            <a:ext cx="2070408" cy="2156562"/>
            <a:chOff x="6787102" y="-57263"/>
            <a:chExt cx="2403260" cy="1877393"/>
          </a:xfrm>
        </p:grpSpPr>
        <p:grpSp>
          <p:nvGrpSpPr>
            <p:cNvPr id="794" name="Google Shape;794;p41"/>
            <p:cNvGrpSpPr/>
            <p:nvPr/>
          </p:nvGrpSpPr>
          <p:grpSpPr>
            <a:xfrm rot="10800000">
              <a:off x="8286413" y="1320355"/>
              <a:ext cx="903863" cy="499775"/>
              <a:chOff x="532097" y="3249175"/>
              <a:chExt cx="669528" cy="370204"/>
            </a:xfrm>
          </p:grpSpPr>
          <p:sp>
            <p:nvSpPr>
              <p:cNvPr id="795" name="Google Shape;795;p41"/>
              <p:cNvSpPr/>
              <p:nvPr/>
            </p:nvSpPr>
            <p:spPr>
              <a:xfrm>
                <a:off x="532097" y="3249179"/>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96" name="Google Shape;796;p41"/>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797" name="Google Shape;797;p41"/>
            <p:cNvGrpSpPr/>
            <p:nvPr/>
          </p:nvGrpSpPr>
          <p:grpSpPr>
            <a:xfrm rot="10800000">
              <a:off x="6787103" y="820419"/>
              <a:ext cx="2402289" cy="499772"/>
              <a:chOff x="532752" y="3249175"/>
              <a:chExt cx="1779473" cy="370202"/>
            </a:xfrm>
          </p:grpSpPr>
          <p:sp>
            <p:nvSpPr>
              <p:cNvPr id="798" name="Google Shape;798;p41"/>
              <p:cNvSpPr/>
              <p:nvPr/>
            </p:nvSpPr>
            <p:spPr>
              <a:xfrm>
                <a:off x="532752" y="3249177"/>
                <a:ext cx="2988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799" name="Google Shape;799;p41"/>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0" name="Google Shape;800;p41"/>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1" name="Google Shape;801;p41"/>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02" name="Google Shape;802;p41"/>
            <p:cNvGrpSpPr/>
            <p:nvPr/>
          </p:nvGrpSpPr>
          <p:grpSpPr>
            <a:xfrm rot="10800000">
              <a:off x="7286873" y="320651"/>
              <a:ext cx="1499310" cy="499770"/>
              <a:chOff x="831425" y="3249175"/>
              <a:chExt cx="1110600" cy="370200"/>
            </a:xfrm>
          </p:grpSpPr>
          <p:sp>
            <p:nvSpPr>
              <p:cNvPr id="803" name="Google Shape;803;p41"/>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4" name="Google Shape;804;p41"/>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5" name="Google Shape;805;p41"/>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06" name="Google Shape;806;p41"/>
            <p:cNvGrpSpPr/>
            <p:nvPr/>
          </p:nvGrpSpPr>
          <p:grpSpPr>
            <a:xfrm rot="10800000">
              <a:off x="6787102" y="-57263"/>
              <a:ext cx="2403260" cy="377865"/>
              <a:chOff x="532032" y="3249173"/>
              <a:chExt cx="1780193" cy="370202"/>
            </a:xfrm>
          </p:grpSpPr>
          <p:sp>
            <p:nvSpPr>
              <p:cNvPr id="807" name="Google Shape;807;p41"/>
              <p:cNvSpPr/>
              <p:nvPr/>
            </p:nvSpPr>
            <p:spPr>
              <a:xfrm>
                <a:off x="532032" y="3249173"/>
                <a:ext cx="2994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8" name="Google Shape;808;p41"/>
              <p:cNvSpPr/>
              <p:nvPr/>
            </p:nvSpPr>
            <p:spPr>
              <a:xfrm>
                <a:off x="831430" y="3249173"/>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09" name="Google Shape;809;p41"/>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0" name="Google Shape;810;p41"/>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1" name="Google Shape;811;p41"/>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812" name="Google Shape;812;p41"/>
          <p:cNvSpPr/>
          <p:nvPr/>
        </p:nvSpPr>
        <p:spPr>
          <a:xfrm flipH="1" rot="10800000">
            <a:off x="8088611" y="426400"/>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3" name="Google Shape;813;p41"/>
          <p:cNvSpPr/>
          <p:nvPr/>
        </p:nvSpPr>
        <p:spPr>
          <a:xfrm flipH="1" rot="10800000">
            <a:off x="8088611" y="790239"/>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4" name="Google Shape;814;p41"/>
          <p:cNvSpPr/>
          <p:nvPr/>
        </p:nvSpPr>
        <p:spPr>
          <a:xfrm flipH="1" rot="10800000">
            <a:off x="8088611" y="1563000"/>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5" name="Google Shape;815;p41"/>
          <p:cNvSpPr/>
          <p:nvPr/>
        </p:nvSpPr>
        <p:spPr>
          <a:xfrm flipH="1" rot="10800000">
            <a:off x="8088611" y="1159294"/>
            <a:ext cx="1055400" cy="25200"/>
          </a:xfrm>
          <a:prstGeom prst="rect">
            <a:avLst/>
          </a:prstGeom>
          <a:gradFill>
            <a:gsLst>
              <a:gs pos="0">
                <a:schemeClr val="accent2"/>
              </a:gs>
              <a:gs pos="37000">
                <a:schemeClr val="lt2"/>
              </a:gs>
              <a:gs pos="92000">
                <a:schemeClr val="accent1"/>
              </a:gs>
              <a:gs pos="100000">
                <a:schemeClr val="accent1"/>
              </a:gs>
            </a:gsLst>
            <a:lin ang="10801400" scaled="0"/>
          </a:gra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16" name="Google Shape;816;p41"/>
          <p:cNvSpPr txBox="1"/>
          <p:nvPr>
            <p:ph idx="6" type="body"/>
          </p:nvPr>
        </p:nvSpPr>
        <p:spPr>
          <a:xfrm>
            <a:off x="104900" y="3568067"/>
            <a:ext cx="1583400" cy="2232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817" name="Google Shape;817;p41"/>
          <p:cNvSpPr txBox="1"/>
          <p:nvPr>
            <p:ph idx="7" type="body"/>
          </p:nvPr>
        </p:nvSpPr>
        <p:spPr>
          <a:xfrm>
            <a:off x="1932925" y="3568067"/>
            <a:ext cx="1583400" cy="2232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80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800"/>
              </a:spcBef>
              <a:spcAft>
                <a:spcPts val="80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818" name="Google Shape;818;p41"/>
          <p:cNvSpPr txBox="1"/>
          <p:nvPr>
            <p:ph idx="8" type="body"/>
          </p:nvPr>
        </p:nvSpPr>
        <p:spPr>
          <a:xfrm>
            <a:off x="3761000" y="3568067"/>
            <a:ext cx="1583400" cy="2232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819" name="Google Shape;819;p41"/>
          <p:cNvSpPr txBox="1"/>
          <p:nvPr>
            <p:ph idx="9" type="body"/>
          </p:nvPr>
        </p:nvSpPr>
        <p:spPr>
          <a:xfrm>
            <a:off x="5607150" y="3568067"/>
            <a:ext cx="1583400" cy="2232300"/>
          </a:xfrm>
          <a:prstGeom prst="rect">
            <a:avLst/>
          </a:prstGeom>
        </p:spPr>
        <p:txBody>
          <a:bodyPr anchorCtr="0" anchor="t" bIns="91425" lIns="91425" spcFirstLastPara="1" rIns="0" wrap="square" tIns="91425">
            <a:normAutofit/>
          </a:bodyPr>
          <a:lstStyle>
            <a:lvl1pPr indent="-292100" lvl="0" marL="457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1pPr>
            <a:lvl2pPr indent="-292100" lvl="1" marL="914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2pPr>
            <a:lvl3pPr indent="-292100" lvl="2" marL="1371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3pPr>
            <a:lvl4pPr indent="-292100" lvl="3" marL="1828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4pPr>
            <a:lvl5pPr indent="-292100" lvl="4" marL="22860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5pPr>
            <a:lvl6pPr indent="-292100" lvl="5" marL="27432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6pPr>
            <a:lvl7pPr indent="-292100" lvl="6" marL="32004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7pPr>
            <a:lvl8pPr indent="-292100" lvl="7" marL="36576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8pPr>
            <a:lvl9pPr indent="-292100" lvl="8" marL="4114800">
              <a:spcBef>
                <a:spcPts val="0"/>
              </a:spcBef>
              <a:spcAft>
                <a:spcPts val="0"/>
              </a:spcAft>
              <a:buClr>
                <a:schemeClr val="dk2"/>
              </a:buClr>
              <a:buSzPts val="1000"/>
              <a:buFont typeface="Sora ExtraLight"/>
              <a:buChar char="■"/>
              <a:defRPr sz="1000">
                <a:solidFill>
                  <a:schemeClr val="dk2"/>
                </a:solidFill>
                <a:latin typeface="Sora ExtraLight"/>
                <a:ea typeface="Sora ExtraLight"/>
                <a:cs typeface="Sora ExtraLight"/>
                <a:sym typeface="Sora ExtraLight"/>
              </a:defRPr>
            </a:lvl9pPr>
          </a:lstStyle>
          <a:p/>
        </p:txBody>
      </p:sp>
      <p:sp>
        <p:nvSpPr>
          <p:cNvPr id="820" name="Google Shape;820;p41"/>
          <p:cNvSpPr txBox="1"/>
          <p:nvPr>
            <p:ph idx="13" type="title"/>
          </p:nvPr>
        </p:nvSpPr>
        <p:spPr>
          <a:xfrm>
            <a:off x="239975" y="2129633"/>
            <a:ext cx="640200" cy="6432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821" name="Google Shape;821;p41"/>
          <p:cNvSpPr txBox="1"/>
          <p:nvPr>
            <p:ph idx="14" type="title"/>
          </p:nvPr>
        </p:nvSpPr>
        <p:spPr>
          <a:xfrm>
            <a:off x="2009500" y="2129633"/>
            <a:ext cx="640200" cy="6432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822" name="Google Shape;822;p41"/>
          <p:cNvSpPr txBox="1"/>
          <p:nvPr>
            <p:ph idx="15" type="title"/>
          </p:nvPr>
        </p:nvSpPr>
        <p:spPr>
          <a:xfrm>
            <a:off x="3895425" y="2129633"/>
            <a:ext cx="640200" cy="6432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823" name="Google Shape;823;p41"/>
          <p:cNvSpPr txBox="1"/>
          <p:nvPr>
            <p:ph idx="16" type="title"/>
          </p:nvPr>
        </p:nvSpPr>
        <p:spPr>
          <a:xfrm>
            <a:off x="5704700" y="2129633"/>
            <a:ext cx="640200" cy="643200"/>
          </a:xfrm>
          <a:prstGeom prst="rect">
            <a:avLst/>
          </a:prstGeom>
        </p:spPr>
        <p:txBody>
          <a:bodyPr anchorCtr="0" anchor="t" bIns="91425" lIns="91425" spcFirstLastPara="1" rIns="137150" wrap="square" tIns="91425">
            <a:noAutofit/>
          </a:bodyPr>
          <a:lstStyle>
            <a:lvl1pPr lvl="0" algn="ctr">
              <a:spcBef>
                <a:spcPts val="0"/>
              </a:spcBef>
              <a:spcAft>
                <a:spcPts val="0"/>
              </a:spcAft>
              <a:buClr>
                <a:schemeClr val="dk2"/>
              </a:buClr>
              <a:buSzPts val="1800"/>
              <a:buFont typeface="IBM Plex Sans"/>
              <a:buNone/>
              <a:defRPr sz="1800">
                <a:solidFill>
                  <a:schemeClr val="dk2"/>
                </a:solidFill>
              </a:defRPr>
            </a:lvl1pPr>
            <a:lvl2pPr lvl="1" algn="ctr">
              <a:spcBef>
                <a:spcPts val="0"/>
              </a:spcBef>
              <a:spcAft>
                <a:spcPts val="0"/>
              </a:spcAft>
              <a:buClr>
                <a:schemeClr val="dk2"/>
              </a:buClr>
              <a:buSzPts val="1800"/>
              <a:buFont typeface="IBM Plex Sans"/>
              <a:buNone/>
              <a:defRPr sz="1800">
                <a:solidFill>
                  <a:schemeClr val="dk2"/>
                </a:solidFill>
              </a:defRPr>
            </a:lvl2pPr>
            <a:lvl3pPr lvl="2" algn="ctr">
              <a:spcBef>
                <a:spcPts val="0"/>
              </a:spcBef>
              <a:spcAft>
                <a:spcPts val="0"/>
              </a:spcAft>
              <a:buClr>
                <a:schemeClr val="dk2"/>
              </a:buClr>
              <a:buSzPts val="1800"/>
              <a:buFont typeface="IBM Plex Sans"/>
              <a:buNone/>
              <a:defRPr sz="1800">
                <a:solidFill>
                  <a:schemeClr val="dk2"/>
                </a:solidFill>
              </a:defRPr>
            </a:lvl3pPr>
            <a:lvl4pPr lvl="3" algn="ctr">
              <a:spcBef>
                <a:spcPts val="0"/>
              </a:spcBef>
              <a:spcAft>
                <a:spcPts val="0"/>
              </a:spcAft>
              <a:buClr>
                <a:schemeClr val="dk2"/>
              </a:buClr>
              <a:buSzPts val="1800"/>
              <a:buFont typeface="IBM Plex Sans"/>
              <a:buNone/>
              <a:defRPr sz="1800">
                <a:solidFill>
                  <a:schemeClr val="dk2"/>
                </a:solidFill>
              </a:defRPr>
            </a:lvl4pPr>
            <a:lvl5pPr lvl="4" algn="ctr">
              <a:spcBef>
                <a:spcPts val="0"/>
              </a:spcBef>
              <a:spcAft>
                <a:spcPts val="0"/>
              </a:spcAft>
              <a:buClr>
                <a:schemeClr val="dk2"/>
              </a:buClr>
              <a:buSzPts val="1800"/>
              <a:buFont typeface="IBM Plex Sans"/>
              <a:buNone/>
              <a:defRPr sz="1800">
                <a:solidFill>
                  <a:schemeClr val="dk2"/>
                </a:solidFill>
              </a:defRPr>
            </a:lvl5pPr>
            <a:lvl6pPr lvl="5" algn="ctr">
              <a:spcBef>
                <a:spcPts val="0"/>
              </a:spcBef>
              <a:spcAft>
                <a:spcPts val="0"/>
              </a:spcAft>
              <a:buClr>
                <a:schemeClr val="dk2"/>
              </a:buClr>
              <a:buSzPts val="1800"/>
              <a:buFont typeface="IBM Plex Sans"/>
              <a:buNone/>
              <a:defRPr sz="1800">
                <a:solidFill>
                  <a:schemeClr val="dk2"/>
                </a:solidFill>
              </a:defRPr>
            </a:lvl6pPr>
            <a:lvl7pPr lvl="6" algn="ctr">
              <a:spcBef>
                <a:spcPts val="0"/>
              </a:spcBef>
              <a:spcAft>
                <a:spcPts val="0"/>
              </a:spcAft>
              <a:buClr>
                <a:schemeClr val="dk2"/>
              </a:buClr>
              <a:buSzPts val="1800"/>
              <a:buFont typeface="IBM Plex Sans"/>
              <a:buNone/>
              <a:defRPr sz="1800">
                <a:solidFill>
                  <a:schemeClr val="dk2"/>
                </a:solidFill>
              </a:defRPr>
            </a:lvl7pPr>
            <a:lvl8pPr lvl="7" algn="ctr">
              <a:spcBef>
                <a:spcPts val="0"/>
              </a:spcBef>
              <a:spcAft>
                <a:spcPts val="0"/>
              </a:spcAft>
              <a:buClr>
                <a:schemeClr val="dk2"/>
              </a:buClr>
              <a:buSzPts val="1800"/>
              <a:buFont typeface="IBM Plex Sans"/>
              <a:buNone/>
              <a:defRPr sz="1800">
                <a:solidFill>
                  <a:schemeClr val="dk2"/>
                </a:solidFill>
              </a:defRPr>
            </a:lvl8pPr>
            <a:lvl9pPr lvl="8" algn="ctr">
              <a:spcBef>
                <a:spcPts val="0"/>
              </a:spcBef>
              <a:spcAft>
                <a:spcPts val="0"/>
              </a:spcAft>
              <a:buClr>
                <a:schemeClr val="dk2"/>
              </a:buClr>
              <a:buSzPts val="1800"/>
              <a:buFont typeface="IBM Plex Sans"/>
              <a:buNone/>
              <a:defRPr sz="1800">
                <a:solidFill>
                  <a:schemeClr val="dk2"/>
                </a:solidFill>
              </a:defRPr>
            </a:lvl9pPr>
          </a:lstStyle>
          <a:p/>
        </p:txBody>
      </p:sp>
      <p:sp>
        <p:nvSpPr>
          <p:cNvPr id="824" name="Google Shape;824;p41"/>
          <p:cNvSpPr txBox="1"/>
          <p:nvPr>
            <p:ph idx="17" type="title"/>
          </p:nvPr>
        </p:nvSpPr>
        <p:spPr>
          <a:xfrm>
            <a:off x="38100" y="426200"/>
            <a:ext cx="1827900" cy="693600"/>
          </a:xfrm>
          <a:prstGeom prst="rect">
            <a:avLst/>
          </a:prstGeom>
        </p:spPr>
        <p:txBody>
          <a:bodyPr anchorCtr="0" anchor="t" bIns="91425" lIns="182875" spcFirstLastPara="1" rIns="91425" wrap="square" tIns="91425">
            <a:noAutofit/>
          </a:bodyPr>
          <a:lstStyle>
            <a:lvl1pPr lvl="0">
              <a:spcBef>
                <a:spcPts val="0"/>
              </a:spcBef>
              <a:spcAft>
                <a:spcPts val="0"/>
              </a:spcAft>
              <a:buNone/>
              <a:defRPr sz="1600">
                <a:solidFill>
                  <a:schemeClr val="accent6"/>
                </a:solidFill>
                <a:latin typeface="IBM Plex Sans Medium"/>
                <a:ea typeface="IBM Plex Sans Medium"/>
                <a:cs typeface="IBM Plex Sans Medium"/>
                <a:sym typeface="IBM Plex Sans Medium"/>
              </a:defRPr>
            </a:lvl1pPr>
            <a:lvl2pPr lvl="1">
              <a:lnSpc>
                <a:spcPct val="115000"/>
              </a:lnSpc>
              <a:spcBef>
                <a:spcPts val="0"/>
              </a:spcBef>
              <a:spcAft>
                <a:spcPts val="0"/>
              </a:spcAft>
              <a:buNone/>
              <a:defRPr sz="1800">
                <a:solidFill>
                  <a:schemeClr val="accent6"/>
                </a:solidFill>
              </a:defRPr>
            </a:lvl2pPr>
            <a:lvl3pPr lvl="2">
              <a:lnSpc>
                <a:spcPct val="115000"/>
              </a:lnSpc>
              <a:spcBef>
                <a:spcPts val="0"/>
              </a:spcBef>
              <a:spcAft>
                <a:spcPts val="0"/>
              </a:spcAft>
              <a:buNone/>
              <a:defRPr sz="1800">
                <a:solidFill>
                  <a:schemeClr val="accent6"/>
                </a:solidFill>
              </a:defRPr>
            </a:lvl3pPr>
            <a:lvl4pPr lvl="3">
              <a:lnSpc>
                <a:spcPct val="115000"/>
              </a:lnSpc>
              <a:spcBef>
                <a:spcPts val="0"/>
              </a:spcBef>
              <a:spcAft>
                <a:spcPts val="0"/>
              </a:spcAft>
              <a:buNone/>
              <a:defRPr sz="1800">
                <a:solidFill>
                  <a:schemeClr val="accent6"/>
                </a:solidFill>
              </a:defRPr>
            </a:lvl4pPr>
            <a:lvl5pPr lvl="4">
              <a:lnSpc>
                <a:spcPct val="115000"/>
              </a:lnSpc>
              <a:spcBef>
                <a:spcPts val="0"/>
              </a:spcBef>
              <a:spcAft>
                <a:spcPts val="0"/>
              </a:spcAft>
              <a:buNone/>
              <a:defRPr sz="1800">
                <a:solidFill>
                  <a:schemeClr val="accent6"/>
                </a:solidFill>
              </a:defRPr>
            </a:lvl5pPr>
            <a:lvl6pPr lvl="5">
              <a:lnSpc>
                <a:spcPct val="115000"/>
              </a:lnSpc>
              <a:spcBef>
                <a:spcPts val="0"/>
              </a:spcBef>
              <a:spcAft>
                <a:spcPts val="0"/>
              </a:spcAft>
              <a:buNone/>
              <a:defRPr sz="1800">
                <a:solidFill>
                  <a:schemeClr val="accent6"/>
                </a:solidFill>
              </a:defRPr>
            </a:lvl6pPr>
            <a:lvl7pPr lvl="6">
              <a:lnSpc>
                <a:spcPct val="115000"/>
              </a:lnSpc>
              <a:spcBef>
                <a:spcPts val="0"/>
              </a:spcBef>
              <a:spcAft>
                <a:spcPts val="0"/>
              </a:spcAft>
              <a:buNone/>
              <a:defRPr sz="1800">
                <a:solidFill>
                  <a:schemeClr val="accent6"/>
                </a:solidFill>
              </a:defRPr>
            </a:lvl7pPr>
            <a:lvl8pPr lvl="7">
              <a:lnSpc>
                <a:spcPct val="115000"/>
              </a:lnSpc>
              <a:spcBef>
                <a:spcPts val="0"/>
              </a:spcBef>
              <a:spcAft>
                <a:spcPts val="0"/>
              </a:spcAft>
              <a:buNone/>
              <a:defRPr sz="1800">
                <a:solidFill>
                  <a:schemeClr val="accent6"/>
                </a:solidFill>
              </a:defRPr>
            </a:lvl8pPr>
            <a:lvl9pPr lvl="8">
              <a:lnSpc>
                <a:spcPct val="115000"/>
              </a:lnSpc>
              <a:spcBef>
                <a:spcPts val="0"/>
              </a:spcBef>
              <a:spcAft>
                <a:spcPts val="0"/>
              </a:spcAft>
              <a:buNone/>
              <a:defRPr sz="1800">
                <a:solidFill>
                  <a:schemeClr val="accent6"/>
                </a:solidFill>
              </a:defRPr>
            </a:lvl9pPr>
          </a:lstStyle>
          <a:p/>
        </p:txBody>
      </p:sp>
      <p:sp>
        <p:nvSpPr>
          <p:cNvPr id="825" name="Google Shape;825;p41"/>
          <p:cNvSpPr txBox="1"/>
          <p:nvPr>
            <p:ph idx="18" type="title"/>
          </p:nvPr>
        </p:nvSpPr>
        <p:spPr>
          <a:xfrm>
            <a:off x="228600" y="6366571"/>
            <a:ext cx="1939200" cy="252300"/>
          </a:xfrm>
          <a:prstGeom prst="rect">
            <a:avLst/>
          </a:prstGeom>
        </p:spPr>
        <p:txBody>
          <a:bodyPr anchorCtr="0" anchor="t"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extLst>
    <p:ext uri="{DCECCB84-F9BA-43D5-87BE-67443E8EF086}">
      <p15:sldGuideLst>
        <p15:guide id="1" pos="4611">
          <p15:clr>
            <a:srgbClr val="E46962"/>
          </p15:clr>
        </p15:guide>
        <p15:guide id="2" pos="3431">
          <p15:clr>
            <a:srgbClr val="E46962"/>
          </p15:clr>
        </p15:guide>
        <p15:guide id="3" pos="2262">
          <p15:clr>
            <a:srgbClr val="E46962"/>
          </p15:clr>
        </p15:guide>
        <p15:guide id="4" pos="1173">
          <p15:clr>
            <a:srgbClr val="E46962"/>
          </p15:clr>
        </p15:guide>
        <p15:guide id="5" pos="1408">
          <p15:clr>
            <a:srgbClr val="E46962"/>
          </p15:clr>
        </p15:guide>
        <p15:guide id="6" pos="1175">
          <p15:clr>
            <a:srgbClr val="E46962"/>
          </p15:clr>
        </p15:guide>
      </p15:sldGuideLst>
    </p:ext>
  </p:extLst>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images with caption">
  <p:cSld name="BLANK_1_1_1_1_1_1_1_1_1_1_1_1_1_1_1_1_1_1_2">
    <p:bg>
      <p:bgPr>
        <a:solidFill>
          <a:schemeClr val="lt1"/>
        </a:solidFill>
      </p:bgPr>
    </p:bg>
    <p:spTree>
      <p:nvGrpSpPr>
        <p:cNvPr id="826" name="Shape 826"/>
        <p:cNvGrpSpPr/>
        <p:nvPr/>
      </p:nvGrpSpPr>
      <p:grpSpPr>
        <a:xfrm>
          <a:off x="0" y="0"/>
          <a:ext cx="0" cy="0"/>
          <a:chOff x="0" y="0"/>
          <a:chExt cx="0" cy="0"/>
        </a:xfrm>
      </p:grpSpPr>
      <p:sp>
        <p:nvSpPr>
          <p:cNvPr id="827" name="Google Shape;827;p42"/>
          <p:cNvSpPr txBox="1"/>
          <p:nvPr>
            <p:ph type="title"/>
          </p:nvPr>
        </p:nvSpPr>
        <p:spPr>
          <a:xfrm>
            <a:off x="38100" y="530333"/>
            <a:ext cx="1948200" cy="252300"/>
          </a:xfrm>
          <a:prstGeom prst="rect">
            <a:avLst/>
          </a:prstGeom>
        </p:spPr>
        <p:txBody>
          <a:bodyPr anchorCtr="0" anchor="t" bIns="91425" lIns="182875" spcFirstLastPara="1" rIns="91425" wrap="square" tIns="91425">
            <a:noAutofit/>
          </a:bodyPr>
          <a:lstStyle>
            <a:lvl1pPr lvl="0">
              <a:lnSpc>
                <a:spcPct val="70000"/>
              </a:lnSpc>
              <a:spcBef>
                <a:spcPts val="0"/>
              </a:spcBef>
              <a:spcAft>
                <a:spcPts val="0"/>
              </a:spcAft>
              <a:buNone/>
              <a:defRPr sz="1200">
                <a:solidFill>
                  <a:schemeClr val="dk2"/>
                </a:solidFill>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grpSp>
        <p:nvGrpSpPr>
          <p:cNvPr id="828" name="Google Shape;828;p42"/>
          <p:cNvGrpSpPr/>
          <p:nvPr/>
        </p:nvGrpSpPr>
        <p:grpSpPr>
          <a:xfrm rot="10800000">
            <a:off x="5657179" y="-156"/>
            <a:ext cx="3486840" cy="3874851"/>
            <a:chOff x="312900" y="2793625"/>
            <a:chExt cx="2221200" cy="1851250"/>
          </a:xfrm>
        </p:grpSpPr>
        <p:grpSp>
          <p:nvGrpSpPr>
            <p:cNvPr id="829" name="Google Shape;829;p42"/>
            <p:cNvGrpSpPr/>
            <p:nvPr/>
          </p:nvGrpSpPr>
          <p:grpSpPr>
            <a:xfrm>
              <a:off x="312900" y="2793625"/>
              <a:ext cx="1851000" cy="1851250"/>
              <a:chOff x="461225" y="3249175"/>
              <a:chExt cx="1851000" cy="1851250"/>
            </a:xfrm>
          </p:grpSpPr>
          <p:grpSp>
            <p:nvGrpSpPr>
              <p:cNvPr id="830" name="Google Shape;830;p42"/>
              <p:cNvGrpSpPr/>
              <p:nvPr/>
            </p:nvGrpSpPr>
            <p:grpSpPr>
              <a:xfrm>
                <a:off x="461225" y="3249175"/>
                <a:ext cx="1851000" cy="370200"/>
                <a:chOff x="461225" y="3249175"/>
                <a:chExt cx="1851000" cy="370200"/>
              </a:xfrm>
            </p:grpSpPr>
            <p:sp>
              <p:nvSpPr>
                <p:cNvPr id="831" name="Google Shape;831;p42"/>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32" name="Google Shape;832;p42"/>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33" name="Google Shape;833;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34" name="Google Shape;834;p42"/>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35" name="Google Shape;835;p42"/>
              <p:cNvGrpSpPr/>
              <p:nvPr/>
            </p:nvGrpSpPr>
            <p:grpSpPr>
              <a:xfrm>
                <a:off x="461225" y="3619500"/>
                <a:ext cx="1851000" cy="370200"/>
                <a:chOff x="461225" y="3249175"/>
                <a:chExt cx="1851000" cy="370200"/>
              </a:xfrm>
            </p:grpSpPr>
            <p:sp>
              <p:nvSpPr>
                <p:cNvPr id="836" name="Google Shape;836;p42"/>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37" name="Google Shape;837;p42"/>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38" name="Google Shape;838;p42"/>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39" name="Google Shape;839;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40" name="Google Shape;840;p42"/>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41" name="Google Shape;841;p42"/>
              <p:cNvGrpSpPr/>
              <p:nvPr/>
            </p:nvGrpSpPr>
            <p:grpSpPr>
              <a:xfrm>
                <a:off x="461225" y="3989700"/>
                <a:ext cx="1480800" cy="1110725"/>
                <a:chOff x="461225" y="3249175"/>
                <a:chExt cx="1480800" cy="1110725"/>
              </a:xfrm>
            </p:grpSpPr>
            <p:sp>
              <p:nvSpPr>
                <p:cNvPr id="842" name="Google Shape;842;p42"/>
                <p:cNvSpPr/>
                <p:nvPr/>
              </p:nvSpPr>
              <p:spPr>
                <a:xfrm>
                  <a:off x="4612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43" name="Google Shape;843;p42"/>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44" name="Google Shape;844;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45" name="Google Shape;845;p42"/>
                <p:cNvSpPr/>
                <p:nvPr/>
              </p:nvSpPr>
              <p:spPr>
                <a:xfrm>
                  <a:off x="1201625" y="3989700"/>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nvGrpSpPr>
              <p:cNvPr id="846" name="Google Shape;846;p42"/>
              <p:cNvGrpSpPr/>
              <p:nvPr/>
            </p:nvGrpSpPr>
            <p:grpSpPr>
              <a:xfrm>
                <a:off x="831425" y="4360025"/>
                <a:ext cx="1480800" cy="370200"/>
                <a:chOff x="831425" y="3249175"/>
                <a:chExt cx="1480800" cy="370200"/>
              </a:xfrm>
            </p:grpSpPr>
            <p:sp>
              <p:nvSpPr>
                <p:cNvPr id="847" name="Google Shape;847;p42"/>
                <p:cNvSpPr/>
                <p:nvPr/>
              </p:nvSpPr>
              <p:spPr>
                <a:xfrm>
                  <a:off x="8314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48" name="Google Shape;848;p42"/>
                <p:cNvSpPr/>
                <p:nvPr/>
              </p:nvSpPr>
              <p:spPr>
                <a:xfrm>
                  <a:off x="12016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49" name="Google Shape;849;p42"/>
                <p:cNvSpPr/>
                <p:nvPr/>
              </p:nvSpPr>
              <p:spPr>
                <a:xfrm>
                  <a:off x="15718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sp>
              <p:nvSpPr>
                <p:cNvPr id="850" name="Google Shape;850;p42"/>
                <p:cNvSpPr/>
                <p:nvPr/>
              </p:nvSpPr>
              <p:spPr>
                <a:xfrm>
                  <a:off x="1942025" y="324917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grpSp>
        <p:sp>
          <p:nvSpPr>
            <p:cNvPr id="851" name="Google Shape;851;p42"/>
            <p:cNvSpPr/>
            <p:nvPr/>
          </p:nvSpPr>
          <p:spPr>
            <a:xfrm>
              <a:off x="2163900" y="2793625"/>
              <a:ext cx="370200" cy="370200"/>
            </a:xfrm>
            <a:prstGeom prst="rect">
              <a:avLst/>
            </a:prstGeom>
            <a:no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chemeClr val="lt1"/>
                </a:solidFill>
                <a:latin typeface="Sora"/>
                <a:ea typeface="Sora"/>
                <a:cs typeface="Sora"/>
                <a:sym typeface="Sora"/>
              </a:endParaRPr>
            </a:p>
          </p:txBody>
        </p:sp>
      </p:grpSp>
      <p:sp>
        <p:nvSpPr>
          <p:cNvPr id="852" name="Google Shape;852;p42"/>
          <p:cNvSpPr/>
          <p:nvPr>
            <p:ph idx="2" type="pic"/>
          </p:nvPr>
        </p:nvSpPr>
        <p:spPr>
          <a:xfrm>
            <a:off x="1200750" y="1312983"/>
            <a:ext cx="1649400" cy="1649400"/>
          </a:xfrm>
          <a:prstGeom prst="ellipse">
            <a:avLst/>
          </a:prstGeom>
          <a:noFill/>
          <a:ln>
            <a:noFill/>
          </a:ln>
        </p:spPr>
      </p:sp>
      <p:sp>
        <p:nvSpPr>
          <p:cNvPr id="853" name="Google Shape;853;p42"/>
          <p:cNvSpPr/>
          <p:nvPr>
            <p:ph idx="3" type="pic"/>
          </p:nvPr>
        </p:nvSpPr>
        <p:spPr>
          <a:xfrm>
            <a:off x="3747300" y="1229317"/>
            <a:ext cx="1649400" cy="1649400"/>
          </a:xfrm>
          <a:prstGeom prst="ellipse">
            <a:avLst/>
          </a:prstGeom>
          <a:noFill/>
          <a:ln>
            <a:noFill/>
          </a:ln>
        </p:spPr>
      </p:sp>
      <p:sp>
        <p:nvSpPr>
          <p:cNvPr id="854" name="Google Shape;854;p42"/>
          <p:cNvSpPr/>
          <p:nvPr>
            <p:ph idx="4" type="pic"/>
          </p:nvPr>
        </p:nvSpPr>
        <p:spPr>
          <a:xfrm>
            <a:off x="6080650" y="1255250"/>
            <a:ext cx="1649400" cy="1649400"/>
          </a:xfrm>
          <a:prstGeom prst="ellipse">
            <a:avLst/>
          </a:prstGeom>
          <a:noFill/>
          <a:ln>
            <a:noFill/>
          </a:ln>
        </p:spPr>
      </p:sp>
      <p:sp>
        <p:nvSpPr>
          <p:cNvPr id="855" name="Google Shape;855;p42"/>
          <p:cNvSpPr txBox="1"/>
          <p:nvPr>
            <p:ph idx="1" type="subTitle"/>
          </p:nvPr>
        </p:nvSpPr>
        <p:spPr>
          <a:xfrm>
            <a:off x="947750" y="4471867"/>
            <a:ext cx="2086800" cy="1796700"/>
          </a:xfrm>
          <a:prstGeom prst="rect">
            <a:avLst/>
          </a:prstGeom>
        </p:spPr>
        <p:txBody>
          <a:bodyPr anchorCtr="0" anchor="t" bIns="91425" lIns="91425" spcFirstLastPara="1" rIns="91425" wrap="square" tIns="91425">
            <a:noAutofit/>
          </a:bodyPr>
          <a:lstStyle>
            <a:lvl1pPr lvl="0" algn="ctr">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856" name="Google Shape;856;p42"/>
          <p:cNvSpPr txBox="1"/>
          <p:nvPr>
            <p:ph idx="5" type="title"/>
          </p:nvPr>
        </p:nvSpPr>
        <p:spPr>
          <a:xfrm>
            <a:off x="1111850" y="4082167"/>
            <a:ext cx="1758600" cy="364500"/>
          </a:xfrm>
          <a:prstGeom prst="rect">
            <a:avLst/>
          </a:prstGeom>
        </p:spPr>
        <p:txBody>
          <a:bodyPr anchorCtr="0" anchor="b" bIns="91425" lIns="91425" spcFirstLastPara="1" rIns="91425" wrap="square" tIns="91425">
            <a:noAutofit/>
          </a:bodyPr>
          <a:lstStyle>
            <a:lvl1pPr lvl="0" algn="ctr">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857" name="Google Shape;857;p42"/>
          <p:cNvSpPr txBox="1"/>
          <p:nvPr>
            <p:ph idx="6" type="subTitle"/>
          </p:nvPr>
        </p:nvSpPr>
        <p:spPr>
          <a:xfrm>
            <a:off x="3528600" y="4471867"/>
            <a:ext cx="2086800" cy="1796700"/>
          </a:xfrm>
          <a:prstGeom prst="rect">
            <a:avLst/>
          </a:prstGeom>
        </p:spPr>
        <p:txBody>
          <a:bodyPr anchorCtr="0" anchor="t" bIns="91425" lIns="91425" spcFirstLastPara="1" rIns="91425" wrap="square" tIns="91425">
            <a:noAutofit/>
          </a:bodyPr>
          <a:lstStyle>
            <a:lvl1pPr lvl="0" algn="ctr">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858" name="Google Shape;858;p42"/>
          <p:cNvSpPr txBox="1"/>
          <p:nvPr>
            <p:ph idx="7" type="title"/>
          </p:nvPr>
        </p:nvSpPr>
        <p:spPr>
          <a:xfrm>
            <a:off x="3692700" y="4082167"/>
            <a:ext cx="1758600" cy="364500"/>
          </a:xfrm>
          <a:prstGeom prst="rect">
            <a:avLst/>
          </a:prstGeom>
        </p:spPr>
        <p:txBody>
          <a:bodyPr anchorCtr="0" anchor="b" bIns="91425" lIns="91425" spcFirstLastPara="1" rIns="91425" wrap="square" tIns="91425">
            <a:noAutofit/>
          </a:bodyPr>
          <a:lstStyle>
            <a:lvl1pPr lvl="0" algn="ctr">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859" name="Google Shape;859;p42"/>
          <p:cNvSpPr txBox="1"/>
          <p:nvPr>
            <p:ph idx="8" type="subTitle"/>
          </p:nvPr>
        </p:nvSpPr>
        <p:spPr>
          <a:xfrm>
            <a:off x="5861950" y="4471867"/>
            <a:ext cx="2086800" cy="1796700"/>
          </a:xfrm>
          <a:prstGeom prst="rect">
            <a:avLst/>
          </a:prstGeom>
        </p:spPr>
        <p:txBody>
          <a:bodyPr anchorCtr="0" anchor="t" bIns="91425" lIns="91425" spcFirstLastPara="1" rIns="91425" wrap="square" tIns="91425">
            <a:noAutofit/>
          </a:bodyPr>
          <a:lstStyle>
            <a:lvl1pPr lvl="0" algn="ctr">
              <a:lnSpc>
                <a:spcPct val="115000"/>
              </a:lnSpc>
              <a:spcBef>
                <a:spcPts val="0"/>
              </a:spcBef>
              <a:spcAft>
                <a:spcPts val="0"/>
              </a:spcAft>
              <a:buNone/>
              <a:defRPr sz="1000">
                <a:solidFill>
                  <a:schemeClr val="dk2"/>
                </a:solidFill>
                <a:latin typeface="Sora ExtraLight"/>
                <a:ea typeface="Sora ExtraLight"/>
                <a:cs typeface="Sora ExtraLight"/>
                <a:sym typeface="Sora ExtraLight"/>
              </a:defRPr>
            </a:lvl1pPr>
            <a:lvl2pPr lvl="1">
              <a:spcBef>
                <a:spcPts val="0"/>
              </a:spcBef>
              <a:spcAft>
                <a:spcPts val="0"/>
              </a:spcAft>
              <a:buClr>
                <a:schemeClr val="dk2"/>
              </a:buClr>
              <a:buSzPts val="1400"/>
              <a:buNone/>
              <a:defRPr>
                <a:solidFill>
                  <a:schemeClr val="dk2"/>
                </a:solidFill>
              </a:defRPr>
            </a:lvl2pPr>
            <a:lvl3pPr lvl="2">
              <a:spcBef>
                <a:spcPts val="0"/>
              </a:spcBef>
              <a:spcAft>
                <a:spcPts val="0"/>
              </a:spcAft>
              <a:buClr>
                <a:schemeClr val="dk2"/>
              </a:buClr>
              <a:buSzPts val="1400"/>
              <a:buNone/>
              <a:defRPr>
                <a:solidFill>
                  <a:schemeClr val="dk2"/>
                </a:solidFill>
              </a:defRPr>
            </a:lvl3pPr>
            <a:lvl4pPr lvl="3">
              <a:spcBef>
                <a:spcPts val="0"/>
              </a:spcBef>
              <a:spcAft>
                <a:spcPts val="0"/>
              </a:spcAft>
              <a:buClr>
                <a:schemeClr val="dk2"/>
              </a:buClr>
              <a:buSzPts val="1400"/>
              <a:buNone/>
              <a:defRPr>
                <a:solidFill>
                  <a:schemeClr val="dk2"/>
                </a:solidFill>
              </a:defRPr>
            </a:lvl4pPr>
            <a:lvl5pPr lvl="4">
              <a:spcBef>
                <a:spcPts val="0"/>
              </a:spcBef>
              <a:spcAft>
                <a:spcPts val="0"/>
              </a:spcAft>
              <a:buClr>
                <a:schemeClr val="dk2"/>
              </a:buClr>
              <a:buSzPts val="1400"/>
              <a:buNone/>
              <a:defRPr>
                <a:solidFill>
                  <a:schemeClr val="dk2"/>
                </a:solidFill>
              </a:defRPr>
            </a:lvl5pPr>
            <a:lvl6pPr lvl="5">
              <a:spcBef>
                <a:spcPts val="0"/>
              </a:spcBef>
              <a:spcAft>
                <a:spcPts val="0"/>
              </a:spcAft>
              <a:buClr>
                <a:schemeClr val="dk2"/>
              </a:buClr>
              <a:buSzPts val="1400"/>
              <a:buNone/>
              <a:defRPr>
                <a:solidFill>
                  <a:schemeClr val="dk2"/>
                </a:solidFill>
              </a:defRPr>
            </a:lvl6pPr>
            <a:lvl7pPr lvl="6">
              <a:spcBef>
                <a:spcPts val="0"/>
              </a:spcBef>
              <a:spcAft>
                <a:spcPts val="0"/>
              </a:spcAft>
              <a:buClr>
                <a:schemeClr val="dk2"/>
              </a:buClr>
              <a:buSzPts val="1400"/>
              <a:buNone/>
              <a:defRPr>
                <a:solidFill>
                  <a:schemeClr val="dk2"/>
                </a:solidFill>
              </a:defRPr>
            </a:lvl7pPr>
            <a:lvl8pPr lvl="7">
              <a:spcBef>
                <a:spcPts val="0"/>
              </a:spcBef>
              <a:spcAft>
                <a:spcPts val="0"/>
              </a:spcAft>
              <a:buClr>
                <a:schemeClr val="dk2"/>
              </a:buClr>
              <a:buSzPts val="1400"/>
              <a:buNone/>
              <a:defRPr>
                <a:solidFill>
                  <a:schemeClr val="dk2"/>
                </a:solidFill>
              </a:defRPr>
            </a:lvl8pPr>
            <a:lvl9pPr lvl="8">
              <a:spcBef>
                <a:spcPts val="0"/>
              </a:spcBef>
              <a:spcAft>
                <a:spcPts val="0"/>
              </a:spcAft>
              <a:buClr>
                <a:schemeClr val="dk2"/>
              </a:buClr>
              <a:buSzPts val="1400"/>
              <a:buNone/>
              <a:defRPr>
                <a:solidFill>
                  <a:schemeClr val="dk2"/>
                </a:solidFill>
              </a:defRPr>
            </a:lvl9pPr>
          </a:lstStyle>
          <a:p/>
        </p:txBody>
      </p:sp>
      <p:sp>
        <p:nvSpPr>
          <p:cNvPr id="860" name="Google Shape;860;p42"/>
          <p:cNvSpPr txBox="1"/>
          <p:nvPr>
            <p:ph idx="9" type="title"/>
          </p:nvPr>
        </p:nvSpPr>
        <p:spPr>
          <a:xfrm>
            <a:off x="6026050" y="4082167"/>
            <a:ext cx="1758600" cy="364500"/>
          </a:xfrm>
          <a:prstGeom prst="rect">
            <a:avLst/>
          </a:prstGeom>
        </p:spPr>
        <p:txBody>
          <a:bodyPr anchorCtr="0" anchor="b" bIns="91425" lIns="91425" spcFirstLastPara="1" rIns="91425" wrap="square" tIns="91425">
            <a:noAutofit/>
          </a:bodyPr>
          <a:lstStyle>
            <a:lvl1pPr lvl="0" algn="ctr">
              <a:lnSpc>
                <a:spcPct val="115000"/>
              </a:lnSpc>
              <a:spcBef>
                <a:spcPts val="0"/>
              </a:spcBef>
              <a:spcAft>
                <a:spcPts val="0"/>
              </a:spcAft>
              <a:buNone/>
              <a:defRPr sz="1200">
                <a:solidFill>
                  <a:schemeClr val="dk2"/>
                </a:solidFill>
                <a:latin typeface="IBM Plex Sans Medium"/>
                <a:ea typeface="IBM Plex Sans Medium"/>
                <a:cs typeface="IBM Plex Sans Medium"/>
                <a:sym typeface="IBM Plex Sans Medium"/>
              </a:defRPr>
            </a:lvl1pPr>
            <a:lvl2pPr lvl="1">
              <a:spcBef>
                <a:spcPts val="0"/>
              </a:spcBef>
              <a:spcAft>
                <a:spcPts val="0"/>
              </a:spcAft>
              <a:buClr>
                <a:schemeClr val="dk2"/>
              </a:buClr>
              <a:buSzPts val="3000"/>
              <a:buNone/>
              <a:defRPr>
                <a:solidFill>
                  <a:schemeClr val="dk2"/>
                </a:solidFill>
              </a:defRPr>
            </a:lvl2pPr>
            <a:lvl3pPr lvl="2">
              <a:spcBef>
                <a:spcPts val="0"/>
              </a:spcBef>
              <a:spcAft>
                <a:spcPts val="0"/>
              </a:spcAft>
              <a:buClr>
                <a:schemeClr val="dk2"/>
              </a:buClr>
              <a:buSzPts val="3000"/>
              <a:buNone/>
              <a:defRPr>
                <a:solidFill>
                  <a:schemeClr val="dk2"/>
                </a:solidFill>
              </a:defRPr>
            </a:lvl3pPr>
            <a:lvl4pPr lvl="3">
              <a:spcBef>
                <a:spcPts val="0"/>
              </a:spcBef>
              <a:spcAft>
                <a:spcPts val="0"/>
              </a:spcAft>
              <a:buClr>
                <a:schemeClr val="dk2"/>
              </a:buClr>
              <a:buSzPts val="3000"/>
              <a:buNone/>
              <a:defRPr>
                <a:solidFill>
                  <a:schemeClr val="dk2"/>
                </a:solidFill>
              </a:defRPr>
            </a:lvl4pPr>
            <a:lvl5pPr lvl="4">
              <a:spcBef>
                <a:spcPts val="0"/>
              </a:spcBef>
              <a:spcAft>
                <a:spcPts val="0"/>
              </a:spcAft>
              <a:buClr>
                <a:schemeClr val="dk2"/>
              </a:buClr>
              <a:buSzPts val="3000"/>
              <a:buNone/>
              <a:defRPr>
                <a:solidFill>
                  <a:schemeClr val="dk2"/>
                </a:solidFill>
              </a:defRPr>
            </a:lvl5pPr>
            <a:lvl6pPr lvl="5">
              <a:spcBef>
                <a:spcPts val="0"/>
              </a:spcBef>
              <a:spcAft>
                <a:spcPts val="0"/>
              </a:spcAft>
              <a:buClr>
                <a:schemeClr val="dk2"/>
              </a:buClr>
              <a:buSzPts val="3000"/>
              <a:buNone/>
              <a:defRPr>
                <a:solidFill>
                  <a:schemeClr val="dk2"/>
                </a:solidFill>
              </a:defRPr>
            </a:lvl6pPr>
            <a:lvl7pPr lvl="6">
              <a:spcBef>
                <a:spcPts val="0"/>
              </a:spcBef>
              <a:spcAft>
                <a:spcPts val="0"/>
              </a:spcAft>
              <a:buClr>
                <a:schemeClr val="dk2"/>
              </a:buClr>
              <a:buSzPts val="3000"/>
              <a:buNone/>
              <a:defRPr>
                <a:solidFill>
                  <a:schemeClr val="dk2"/>
                </a:solidFill>
              </a:defRPr>
            </a:lvl7pPr>
            <a:lvl8pPr lvl="7">
              <a:spcBef>
                <a:spcPts val="0"/>
              </a:spcBef>
              <a:spcAft>
                <a:spcPts val="0"/>
              </a:spcAft>
              <a:buClr>
                <a:schemeClr val="dk2"/>
              </a:buClr>
              <a:buSzPts val="3000"/>
              <a:buNone/>
              <a:defRPr>
                <a:solidFill>
                  <a:schemeClr val="dk2"/>
                </a:solidFill>
              </a:defRPr>
            </a:lvl8pPr>
            <a:lvl9pPr lvl="8">
              <a:spcBef>
                <a:spcPts val="0"/>
              </a:spcBef>
              <a:spcAft>
                <a:spcPts val="0"/>
              </a:spcAft>
              <a:buClr>
                <a:schemeClr val="dk2"/>
              </a:buClr>
              <a:buSzPts val="3000"/>
              <a:buNone/>
              <a:defRPr>
                <a:solidFill>
                  <a:schemeClr val="dk2"/>
                </a:solidFill>
              </a:defRPr>
            </a:lvl9pPr>
          </a:lstStyle>
          <a:p/>
        </p:txBody>
      </p:sp>
      <p:sp>
        <p:nvSpPr>
          <p:cNvPr id="861" name="Google Shape;861;p42"/>
          <p:cNvSpPr txBox="1"/>
          <p:nvPr>
            <p:ph idx="13" type="title"/>
          </p:nvPr>
        </p:nvSpPr>
        <p:spPr>
          <a:xfrm>
            <a:off x="38100" y="124200"/>
            <a:ext cx="1583400" cy="252300"/>
          </a:xfrm>
          <a:prstGeom prst="rect">
            <a:avLst/>
          </a:prstGeom>
        </p:spPr>
        <p:txBody>
          <a:bodyPr anchorCtr="0" anchor="t" bIns="91425" lIns="182875" spcFirstLastPara="1" rIns="91425" wrap="square" tIns="91425">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a:ea typeface="Sora"/>
                <a:cs typeface="Sora"/>
                <a:sym typeface="Sora"/>
              </a:defRPr>
            </a:lvl2pPr>
            <a:lvl3pPr lvl="2">
              <a:spcBef>
                <a:spcPts val="0"/>
              </a:spcBef>
              <a:spcAft>
                <a:spcPts val="0"/>
              </a:spcAft>
              <a:buClr>
                <a:schemeClr val="dk2"/>
              </a:buClr>
              <a:buSzPts val="900"/>
              <a:buFont typeface="Sora"/>
              <a:buNone/>
              <a:defRPr sz="900">
                <a:solidFill>
                  <a:schemeClr val="dk2"/>
                </a:solidFill>
                <a:latin typeface="Sora"/>
                <a:ea typeface="Sora"/>
                <a:cs typeface="Sora"/>
                <a:sym typeface="Sora"/>
              </a:defRPr>
            </a:lvl3pPr>
            <a:lvl4pPr lvl="3">
              <a:spcBef>
                <a:spcPts val="0"/>
              </a:spcBef>
              <a:spcAft>
                <a:spcPts val="0"/>
              </a:spcAft>
              <a:buClr>
                <a:schemeClr val="dk2"/>
              </a:buClr>
              <a:buSzPts val="900"/>
              <a:buFont typeface="Sora"/>
              <a:buNone/>
              <a:defRPr sz="900">
                <a:solidFill>
                  <a:schemeClr val="dk2"/>
                </a:solidFill>
                <a:latin typeface="Sora"/>
                <a:ea typeface="Sora"/>
                <a:cs typeface="Sora"/>
                <a:sym typeface="Sora"/>
              </a:defRPr>
            </a:lvl4pPr>
            <a:lvl5pPr lvl="4">
              <a:spcBef>
                <a:spcPts val="0"/>
              </a:spcBef>
              <a:spcAft>
                <a:spcPts val="0"/>
              </a:spcAft>
              <a:buClr>
                <a:schemeClr val="dk2"/>
              </a:buClr>
              <a:buSzPts val="900"/>
              <a:buFont typeface="Sora"/>
              <a:buNone/>
              <a:defRPr sz="900">
                <a:solidFill>
                  <a:schemeClr val="dk2"/>
                </a:solidFill>
                <a:latin typeface="Sora"/>
                <a:ea typeface="Sora"/>
                <a:cs typeface="Sora"/>
                <a:sym typeface="Sora"/>
              </a:defRPr>
            </a:lvl5pPr>
            <a:lvl6pPr lvl="5">
              <a:spcBef>
                <a:spcPts val="0"/>
              </a:spcBef>
              <a:spcAft>
                <a:spcPts val="0"/>
              </a:spcAft>
              <a:buClr>
                <a:schemeClr val="dk2"/>
              </a:buClr>
              <a:buSzPts val="900"/>
              <a:buFont typeface="Sora"/>
              <a:buNone/>
              <a:defRPr sz="900">
                <a:solidFill>
                  <a:schemeClr val="dk2"/>
                </a:solidFill>
                <a:latin typeface="Sora"/>
                <a:ea typeface="Sora"/>
                <a:cs typeface="Sora"/>
                <a:sym typeface="Sora"/>
              </a:defRPr>
            </a:lvl6pPr>
            <a:lvl7pPr lvl="6">
              <a:spcBef>
                <a:spcPts val="0"/>
              </a:spcBef>
              <a:spcAft>
                <a:spcPts val="0"/>
              </a:spcAft>
              <a:buClr>
                <a:schemeClr val="dk2"/>
              </a:buClr>
              <a:buSzPts val="900"/>
              <a:buFont typeface="Sora"/>
              <a:buNone/>
              <a:defRPr sz="900">
                <a:solidFill>
                  <a:schemeClr val="dk2"/>
                </a:solidFill>
                <a:latin typeface="Sora"/>
                <a:ea typeface="Sora"/>
                <a:cs typeface="Sora"/>
                <a:sym typeface="Sora"/>
              </a:defRPr>
            </a:lvl7pPr>
            <a:lvl8pPr lvl="7">
              <a:spcBef>
                <a:spcPts val="0"/>
              </a:spcBef>
              <a:spcAft>
                <a:spcPts val="0"/>
              </a:spcAft>
              <a:buClr>
                <a:schemeClr val="dk2"/>
              </a:buClr>
              <a:buSzPts val="900"/>
              <a:buFont typeface="Sora"/>
              <a:buNone/>
              <a:defRPr sz="900">
                <a:solidFill>
                  <a:schemeClr val="dk2"/>
                </a:solidFill>
                <a:latin typeface="Sora"/>
                <a:ea typeface="Sora"/>
                <a:cs typeface="Sora"/>
                <a:sym typeface="Sora"/>
              </a:defRPr>
            </a:lvl8pPr>
            <a:lvl9pPr lvl="8">
              <a:spcBef>
                <a:spcPts val="0"/>
              </a:spcBef>
              <a:spcAft>
                <a:spcPts val="0"/>
              </a:spcAft>
              <a:buClr>
                <a:schemeClr val="dk2"/>
              </a:buClr>
              <a:buSzPts val="900"/>
              <a:buFont typeface="Sora"/>
              <a:buNone/>
              <a:defRPr sz="900">
                <a:solidFill>
                  <a:schemeClr val="dk2"/>
                </a:solidFill>
                <a:latin typeface="Sora"/>
                <a:ea typeface="Sora"/>
                <a:cs typeface="Sora"/>
                <a:sym typeface="Sora"/>
              </a:defRPr>
            </a:lvl9pPr>
          </a:lstStyle>
          <a:p/>
        </p:txBody>
      </p:sp>
      <p:sp>
        <p:nvSpPr>
          <p:cNvPr id="862" name="Google Shape;862;p42"/>
          <p:cNvSpPr txBox="1"/>
          <p:nvPr>
            <p:ph idx="14" type="title"/>
          </p:nvPr>
        </p:nvSpPr>
        <p:spPr>
          <a:xfrm>
            <a:off x="228600" y="6366571"/>
            <a:ext cx="1939200" cy="252300"/>
          </a:xfrm>
          <a:prstGeom prst="rect">
            <a:avLst/>
          </a:prstGeom>
        </p:spPr>
        <p:txBody>
          <a:bodyPr anchorCtr="0" anchor="ctr" bIns="0" lIns="0" spcFirstLastPara="1" rIns="0" wrap="square" tIns="0">
            <a:noAutofit/>
          </a:bodyPr>
          <a:lstStyle>
            <a:lvl1pPr lvl="0">
              <a:spcBef>
                <a:spcPts val="0"/>
              </a:spcBef>
              <a:spcAft>
                <a:spcPts val="0"/>
              </a:spcAft>
              <a:buNone/>
              <a:defRPr sz="900">
                <a:solidFill>
                  <a:schemeClr val="dk2"/>
                </a:solidFill>
                <a:latin typeface="Sora"/>
                <a:ea typeface="Sora"/>
                <a:cs typeface="Sora"/>
                <a:sym typeface="Sora"/>
              </a:defRPr>
            </a:lvl1pPr>
            <a:lvl2pPr lvl="1">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2pPr>
            <a:lvl3pPr lvl="2">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3pPr>
            <a:lvl4pPr lvl="3">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4pPr>
            <a:lvl5pPr lvl="4">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5pPr>
            <a:lvl6pPr lvl="5">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6pPr>
            <a:lvl7pPr lvl="6">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7pPr>
            <a:lvl8pPr lvl="7">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8pPr>
            <a:lvl9pPr lvl="8">
              <a:spcBef>
                <a:spcPts val="0"/>
              </a:spcBef>
              <a:spcAft>
                <a:spcPts val="0"/>
              </a:spcAft>
              <a:buClr>
                <a:schemeClr val="dk2"/>
              </a:buClr>
              <a:buSzPts val="900"/>
              <a:buFont typeface="Sora"/>
              <a:buNone/>
              <a:defRPr sz="900">
                <a:solidFill>
                  <a:schemeClr val="dk2"/>
                </a:solidFill>
                <a:latin typeface="Sora SemiBold"/>
                <a:ea typeface="Sora SemiBold"/>
                <a:cs typeface="Sora SemiBold"/>
                <a:sym typeface="Sora SemiBold"/>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spTree>
      <p:nvGrpSpPr>
        <p:cNvPr id="863" name="Shape 863"/>
        <p:cNvGrpSpPr/>
        <p:nvPr/>
      </p:nvGrpSpPr>
      <p:grpSpPr>
        <a:xfrm>
          <a:off x="0" y="0"/>
          <a:ext cx="0" cy="0"/>
          <a:chOff x="0" y="0"/>
          <a:chExt cx="0" cy="0"/>
        </a:xfrm>
      </p:grpSpPr>
      <p:sp>
        <p:nvSpPr>
          <p:cNvPr id="864" name="Google Shape;864;p43"/>
          <p:cNvSpPr txBox="1"/>
          <p:nvPr>
            <p:ph type="ctrTitle"/>
          </p:nvPr>
        </p:nvSpPr>
        <p:spPr>
          <a:xfrm>
            <a:off x="311708" y="992767"/>
            <a:ext cx="8520600" cy="2736900"/>
          </a:xfrm>
          <a:prstGeom prst="rect">
            <a:avLst/>
          </a:prstGeom>
        </p:spPr>
        <p:txBody>
          <a:bodyPr anchorCtr="0" anchor="b" bIns="91425" lIns="91425" spcFirstLastPara="1" rIns="91425" wrap="square" tIns="91425">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5" name="Google Shape;865;p43"/>
          <p:cNvSpPr txBox="1"/>
          <p:nvPr>
            <p:ph idx="1" type="subTitle"/>
          </p:nvPr>
        </p:nvSpPr>
        <p:spPr>
          <a:xfrm>
            <a:off x="311700" y="3778833"/>
            <a:ext cx="8520600" cy="1056900"/>
          </a:xfrm>
          <a:prstGeom prst="rect">
            <a:avLst/>
          </a:prstGeom>
        </p:spPr>
        <p:txBody>
          <a:bodyPr anchorCtr="0" anchor="t" bIns="91425" lIns="91425" spcFirstLastPara="1" rIns="91425" wrap="square" tIns="91425">
            <a:noAutofit/>
          </a:bodyPr>
          <a:lstStyle>
            <a:lvl1pPr lvl="0" algn="ctr">
              <a:spcBef>
                <a:spcPts val="0"/>
              </a:spcBef>
              <a:spcAft>
                <a:spcPts val="0"/>
              </a:spcAft>
              <a:buSzPts val="2800"/>
              <a:buNone/>
              <a:defRPr sz="2800"/>
            </a:lvl1pPr>
            <a:lvl2pPr lvl="1" algn="ctr">
              <a:spcBef>
                <a:spcPts val="0"/>
              </a:spcBef>
              <a:spcAft>
                <a:spcPts val="0"/>
              </a:spcAft>
              <a:buSzPts val="2800"/>
              <a:buNone/>
              <a:defRPr sz="2800"/>
            </a:lvl2pPr>
            <a:lvl3pPr lvl="2" algn="ctr">
              <a:spcBef>
                <a:spcPts val="0"/>
              </a:spcBef>
              <a:spcAft>
                <a:spcPts val="0"/>
              </a:spcAft>
              <a:buSzPts val="2800"/>
              <a:buNone/>
              <a:defRPr sz="2800"/>
            </a:lvl3pPr>
            <a:lvl4pPr lvl="3" algn="ctr">
              <a:spcBef>
                <a:spcPts val="0"/>
              </a:spcBef>
              <a:spcAft>
                <a:spcPts val="0"/>
              </a:spcAft>
              <a:buSzPts val="2800"/>
              <a:buNone/>
              <a:defRPr sz="2800"/>
            </a:lvl4pPr>
            <a:lvl5pPr lvl="4" algn="ctr">
              <a:spcBef>
                <a:spcPts val="0"/>
              </a:spcBef>
              <a:spcAft>
                <a:spcPts val="0"/>
              </a:spcAft>
              <a:buSzPts val="2800"/>
              <a:buNone/>
              <a:defRPr sz="2800"/>
            </a:lvl5pPr>
            <a:lvl6pPr lvl="5" algn="ctr">
              <a:spcBef>
                <a:spcPts val="0"/>
              </a:spcBef>
              <a:spcAft>
                <a:spcPts val="0"/>
              </a:spcAft>
              <a:buSzPts val="2800"/>
              <a:buNone/>
              <a:defRPr sz="2800"/>
            </a:lvl6pPr>
            <a:lvl7pPr lvl="6" algn="ctr">
              <a:spcBef>
                <a:spcPts val="0"/>
              </a:spcBef>
              <a:spcAft>
                <a:spcPts val="0"/>
              </a:spcAft>
              <a:buSzPts val="2800"/>
              <a:buNone/>
              <a:defRPr sz="2800"/>
            </a:lvl7pPr>
            <a:lvl8pPr lvl="7" algn="ctr">
              <a:spcBef>
                <a:spcPts val="0"/>
              </a:spcBef>
              <a:spcAft>
                <a:spcPts val="0"/>
              </a:spcAft>
              <a:buSzPts val="2800"/>
              <a:buNone/>
              <a:defRPr sz="2800"/>
            </a:lvl8pPr>
            <a:lvl9pPr lvl="8" algn="ctr">
              <a:spcBef>
                <a:spcPts val="0"/>
              </a:spcBef>
              <a:spcAft>
                <a:spcPts val="0"/>
              </a:spcAft>
              <a:buSzPts val="2800"/>
              <a:buNone/>
              <a:defRPr sz="2800"/>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866" name="Shape 866"/>
        <p:cNvGrpSpPr/>
        <p:nvPr/>
      </p:nvGrpSpPr>
      <p:grpSpPr>
        <a:xfrm>
          <a:off x="0" y="0"/>
          <a:ext cx="0" cy="0"/>
          <a:chOff x="0" y="0"/>
          <a:chExt cx="0" cy="0"/>
        </a:xfrm>
      </p:grpSpPr>
      <p:sp>
        <p:nvSpPr>
          <p:cNvPr id="867" name="Google Shape;867;p44"/>
          <p:cNvSpPr txBox="1"/>
          <p:nvPr>
            <p:ph type="title"/>
          </p:nvPr>
        </p:nvSpPr>
        <p:spPr>
          <a:xfrm>
            <a:off x="311700" y="2867800"/>
            <a:ext cx="8520600" cy="1122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868" name="Shape 868"/>
        <p:cNvGrpSpPr/>
        <p:nvPr/>
      </p:nvGrpSpPr>
      <p:grpSpPr>
        <a:xfrm>
          <a:off x="0" y="0"/>
          <a:ext cx="0" cy="0"/>
          <a:chOff x="0" y="0"/>
          <a:chExt cx="0" cy="0"/>
        </a:xfrm>
      </p:grpSpPr>
      <p:sp>
        <p:nvSpPr>
          <p:cNvPr id="869" name="Google Shape;869;p45"/>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70" name="Google Shape;870;p45"/>
          <p:cNvSpPr txBox="1"/>
          <p:nvPr>
            <p:ph idx="1" type="body"/>
          </p:nvPr>
        </p:nvSpPr>
        <p:spPr>
          <a:xfrm>
            <a:off x="311700" y="1536633"/>
            <a:ext cx="8520600" cy="45552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p:cSld name="Title and two columns">
    <p:spTree>
      <p:nvGrpSpPr>
        <p:cNvPr id="871" name="Shape 871"/>
        <p:cNvGrpSpPr/>
        <p:nvPr/>
      </p:nvGrpSpPr>
      <p:grpSpPr>
        <a:xfrm>
          <a:off x="0" y="0"/>
          <a:ext cx="0" cy="0"/>
          <a:chOff x="0" y="0"/>
          <a:chExt cx="0" cy="0"/>
        </a:xfrm>
      </p:grpSpPr>
      <p:sp>
        <p:nvSpPr>
          <p:cNvPr id="872" name="Google Shape;872;p46"/>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73" name="Google Shape;873;p46"/>
          <p:cNvSpPr txBox="1"/>
          <p:nvPr>
            <p:ph idx="1" type="body"/>
          </p:nvPr>
        </p:nvSpPr>
        <p:spPr>
          <a:xfrm>
            <a:off x="311700" y="1536633"/>
            <a:ext cx="3999900" cy="45552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874" name="Google Shape;874;p46"/>
          <p:cNvSpPr txBox="1"/>
          <p:nvPr>
            <p:ph idx="2" type="body"/>
          </p:nvPr>
        </p:nvSpPr>
        <p:spPr>
          <a:xfrm>
            <a:off x="4832400" y="1536633"/>
            <a:ext cx="3999900" cy="45552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875" name="Shape 875"/>
        <p:cNvGrpSpPr/>
        <p:nvPr/>
      </p:nvGrpSpPr>
      <p:grpSpPr>
        <a:xfrm>
          <a:off x="0" y="0"/>
          <a:ext cx="0" cy="0"/>
          <a:chOff x="0" y="0"/>
          <a:chExt cx="0" cy="0"/>
        </a:xfrm>
      </p:grpSpPr>
      <p:sp>
        <p:nvSpPr>
          <p:cNvPr id="876" name="Google Shape;876;p47"/>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 column text">
    <p:spTree>
      <p:nvGrpSpPr>
        <p:cNvPr id="877" name="Shape 877"/>
        <p:cNvGrpSpPr/>
        <p:nvPr/>
      </p:nvGrpSpPr>
      <p:grpSpPr>
        <a:xfrm>
          <a:off x="0" y="0"/>
          <a:ext cx="0" cy="0"/>
          <a:chOff x="0" y="0"/>
          <a:chExt cx="0" cy="0"/>
        </a:xfrm>
      </p:grpSpPr>
      <p:sp>
        <p:nvSpPr>
          <p:cNvPr id="878" name="Google Shape;878;p48"/>
          <p:cNvSpPr txBox="1"/>
          <p:nvPr>
            <p:ph type="title"/>
          </p:nvPr>
        </p:nvSpPr>
        <p:spPr>
          <a:xfrm>
            <a:off x="311700" y="740800"/>
            <a:ext cx="2808000" cy="1007700"/>
          </a:xfrm>
          <a:prstGeom prst="rect">
            <a:avLst/>
          </a:prstGeom>
        </p:spPr>
        <p:txBody>
          <a:bodyPr anchorCtr="0" anchor="b" bIns="91425" lIns="91425" spcFirstLastPara="1" rIns="91425" wrap="square" tIns="91425">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879" name="Google Shape;879;p48"/>
          <p:cNvSpPr txBox="1"/>
          <p:nvPr>
            <p:ph idx="1" type="body"/>
          </p:nvPr>
        </p:nvSpPr>
        <p:spPr>
          <a:xfrm>
            <a:off x="311700" y="1852800"/>
            <a:ext cx="2808000" cy="42393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 point">
    <p:spTree>
      <p:nvGrpSpPr>
        <p:cNvPr id="880" name="Shape 880"/>
        <p:cNvGrpSpPr/>
        <p:nvPr/>
      </p:nvGrpSpPr>
      <p:grpSpPr>
        <a:xfrm>
          <a:off x="0" y="0"/>
          <a:ext cx="0" cy="0"/>
          <a:chOff x="0" y="0"/>
          <a:chExt cx="0" cy="0"/>
        </a:xfrm>
      </p:grpSpPr>
      <p:sp>
        <p:nvSpPr>
          <p:cNvPr id="881" name="Google Shape;881;p49"/>
          <p:cNvSpPr txBox="1"/>
          <p:nvPr>
            <p:ph type="title"/>
          </p:nvPr>
        </p:nvSpPr>
        <p:spPr>
          <a:xfrm>
            <a:off x="490250" y="600200"/>
            <a:ext cx="6367800" cy="5454300"/>
          </a:xfrm>
          <a:prstGeom prst="rect">
            <a:avLst/>
          </a:prstGeom>
        </p:spPr>
        <p:txBody>
          <a:bodyPr anchorCtr="0" anchor="ctr" bIns="91425" lIns="91425" spcFirstLastPara="1" rIns="91425" wrap="square" tIns="91425">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 title and description">
    <p:spTree>
      <p:nvGrpSpPr>
        <p:cNvPr id="882" name="Shape 882"/>
        <p:cNvGrpSpPr/>
        <p:nvPr/>
      </p:nvGrpSpPr>
      <p:grpSpPr>
        <a:xfrm>
          <a:off x="0" y="0"/>
          <a:ext cx="0" cy="0"/>
          <a:chOff x="0" y="0"/>
          <a:chExt cx="0" cy="0"/>
        </a:xfrm>
      </p:grpSpPr>
      <p:sp>
        <p:nvSpPr>
          <p:cNvPr id="883" name="Google Shape;883;p50"/>
          <p:cNvSpPr txBox="1"/>
          <p:nvPr>
            <p:ph type="title"/>
          </p:nvPr>
        </p:nvSpPr>
        <p:spPr>
          <a:xfrm>
            <a:off x="265500" y="1644233"/>
            <a:ext cx="4045200" cy="1976400"/>
          </a:xfrm>
          <a:prstGeom prst="rect">
            <a:avLst/>
          </a:prstGeom>
        </p:spPr>
        <p:txBody>
          <a:bodyPr anchorCtr="0" anchor="b" bIns="91425" lIns="91425" spcFirstLastPara="1" rIns="91425" wrap="square" tIns="91425">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884" name="Google Shape;884;p50"/>
          <p:cNvSpPr txBox="1"/>
          <p:nvPr>
            <p:ph idx="1" type="subTitle"/>
          </p:nvPr>
        </p:nvSpPr>
        <p:spPr>
          <a:xfrm>
            <a:off x="265500" y="3737433"/>
            <a:ext cx="4045200" cy="1646700"/>
          </a:xfrm>
          <a:prstGeom prst="rect">
            <a:avLst/>
          </a:prstGeom>
        </p:spPr>
        <p:txBody>
          <a:bodyPr anchorCtr="0" anchor="t" bIns="91425" lIns="91425" spcFirstLastPara="1" rIns="91425" wrap="square" tIns="91425">
            <a:noAutofit/>
          </a:bodyPr>
          <a:lstStyle>
            <a:lvl1pPr lvl="0" algn="ctr">
              <a:spcBef>
                <a:spcPts val="0"/>
              </a:spcBef>
              <a:spcAft>
                <a:spcPts val="0"/>
              </a:spcAft>
              <a:buSzPts val="2100"/>
              <a:buNone/>
              <a:defRPr sz="2100"/>
            </a:lvl1pPr>
            <a:lvl2pPr lvl="1" algn="ctr">
              <a:spcBef>
                <a:spcPts val="0"/>
              </a:spcBef>
              <a:spcAft>
                <a:spcPts val="0"/>
              </a:spcAft>
              <a:buSzPts val="2100"/>
              <a:buNone/>
              <a:defRPr sz="2100"/>
            </a:lvl2pPr>
            <a:lvl3pPr lvl="2" algn="ctr">
              <a:spcBef>
                <a:spcPts val="0"/>
              </a:spcBef>
              <a:spcAft>
                <a:spcPts val="0"/>
              </a:spcAft>
              <a:buSzPts val="2100"/>
              <a:buNone/>
              <a:defRPr sz="2100"/>
            </a:lvl3pPr>
            <a:lvl4pPr lvl="3" algn="ctr">
              <a:spcBef>
                <a:spcPts val="0"/>
              </a:spcBef>
              <a:spcAft>
                <a:spcPts val="0"/>
              </a:spcAft>
              <a:buSzPts val="2100"/>
              <a:buNone/>
              <a:defRPr sz="2100"/>
            </a:lvl4pPr>
            <a:lvl5pPr lvl="4" algn="ctr">
              <a:spcBef>
                <a:spcPts val="0"/>
              </a:spcBef>
              <a:spcAft>
                <a:spcPts val="0"/>
              </a:spcAft>
              <a:buSzPts val="2100"/>
              <a:buNone/>
              <a:defRPr sz="2100"/>
            </a:lvl5pPr>
            <a:lvl6pPr lvl="5" algn="ctr">
              <a:spcBef>
                <a:spcPts val="0"/>
              </a:spcBef>
              <a:spcAft>
                <a:spcPts val="0"/>
              </a:spcAft>
              <a:buSzPts val="2100"/>
              <a:buNone/>
              <a:defRPr sz="2100"/>
            </a:lvl6pPr>
            <a:lvl7pPr lvl="6" algn="ctr">
              <a:spcBef>
                <a:spcPts val="0"/>
              </a:spcBef>
              <a:spcAft>
                <a:spcPts val="0"/>
              </a:spcAft>
              <a:buSzPts val="2100"/>
              <a:buNone/>
              <a:defRPr sz="2100"/>
            </a:lvl7pPr>
            <a:lvl8pPr lvl="7" algn="ctr">
              <a:spcBef>
                <a:spcPts val="0"/>
              </a:spcBef>
              <a:spcAft>
                <a:spcPts val="0"/>
              </a:spcAft>
              <a:buSzPts val="2100"/>
              <a:buNone/>
              <a:defRPr sz="2100"/>
            </a:lvl8pPr>
            <a:lvl9pPr lvl="8" algn="ctr">
              <a:spcBef>
                <a:spcPts val="0"/>
              </a:spcBef>
              <a:spcAft>
                <a:spcPts val="0"/>
              </a:spcAft>
              <a:buSzPts val="2100"/>
              <a:buNone/>
              <a:defRPr sz="2100"/>
            </a:lvl9pPr>
          </a:lstStyle>
          <a:p/>
        </p:txBody>
      </p:sp>
      <p:sp>
        <p:nvSpPr>
          <p:cNvPr id="885" name="Google Shape;885;p50"/>
          <p:cNvSpPr txBox="1"/>
          <p:nvPr>
            <p:ph idx="2" type="body"/>
          </p:nvPr>
        </p:nvSpPr>
        <p:spPr>
          <a:xfrm>
            <a:off x="4939500" y="965433"/>
            <a:ext cx="3837000" cy="4926900"/>
          </a:xfrm>
          <a:prstGeom prst="rect">
            <a:avLst/>
          </a:prstGeom>
        </p:spPr>
        <p:txBody>
          <a:bodyPr anchorCtr="0" anchor="ctr"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
    <p:spTree>
      <p:nvGrpSpPr>
        <p:cNvPr id="886" name="Shape 886"/>
        <p:cNvGrpSpPr/>
        <p:nvPr/>
      </p:nvGrpSpPr>
      <p:grpSpPr>
        <a:xfrm>
          <a:off x="0" y="0"/>
          <a:ext cx="0" cy="0"/>
          <a:chOff x="0" y="0"/>
          <a:chExt cx="0" cy="0"/>
        </a:xfrm>
      </p:grpSpPr>
      <p:sp>
        <p:nvSpPr>
          <p:cNvPr id="887" name="Google Shape;887;p51"/>
          <p:cNvSpPr txBox="1"/>
          <p:nvPr>
            <p:ph idx="1" type="body"/>
          </p:nvPr>
        </p:nvSpPr>
        <p:spPr>
          <a:xfrm>
            <a:off x="311700" y="5640767"/>
            <a:ext cx="5998800" cy="806700"/>
          </a:xfrm>
          <a:prstGeom prst="rect">
            <a:avLst/>
          </a:prstGeom>
        </p:spPr>
        <p:txBody>
          <a:bodyPr anchorCtr="0" anchor="ctr" bIns="91425" lIns="91425" spcFirstLastPara="1" rIns="91425" wrap="square" tIns="91425">
            <a:noAutofit/>
          </a:bodyPr>
          <a:lstStyle>
            <a:lvl1pPr indent="-228600" lvl="0" marL="457200">
              <a:spcBef>
                <a:spcPts val="0"/>
              </a:spcBef>
              <a:spcAft>
                <a:spcPts val="0"/>
              </a:spcAft>
              <a:buSzPts val="1200"/>
              <a:buNone/>
              <a:defRPr/>
            </a:lvl1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
    <p:spTree>
      <p:nvGrpSpPr>
        <p:cNvPr id="888" name="Shape 888"/>
        <p:cNvGrpSpPr/>
        <p:nvPr/>
      </p:nvGrpSpPr>
      <p:grpSpPr>
        <a:xfrm>
          <a:off x="0" y="0"/>
          <a:ext cx="0" cy="0"/>
          <a:chOff x="0" y="0"/>
          <a:chExt cx="0" cy="0"/>
        </a:xfrm>
      </p:grpSpPr>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Agenda">
  <p:cSld name="Agenda">
    <p:spTree>
      <p:nvGrpSpPr>
        <p:cNvPr id="889" name="Shape 889"/>
        <p:cNvGrpSpPr/>
        <p:nvPr/>
      </p:nvGrpSpPr>
      <p:grpSpPr>
        <a:xfrm>
          <a:off x="0" y="0"/>
          <a:ext cx="0" cy="0"/>
          <a:chOff x="0" y="0"/>
          <a:chExt cx="0" cy="0"/>
        </a:xfrm>
      </p:grpSpPr>
      <p:sp>
        <p:nvSpPr>
          <p:cNvPr id="890" name="Google Shape;890;p53"/>
          <p:cNvSpPr txBox="1"/>
          <p:nvPr>
            <p:ph type="title"/>
          </p:nvPr>
        </p:nvSpPr>
        <p:spPr>
          <a:xfrm>
            <a:off x="677325" y="2443700"/>
            <a:ext cx="3217200" cy="1978800"/>
          </a:xfrm>
          <a:prstGeom prst="rect">
            <a:avLst/>
          </a:prstGeom>
        </p:spPr>
        <p:txBody>
          <a:bodyPr anchorCtr="0" anchor="ctr" bIns="91425" lIns="91425" spcFirstLastPara="1" rIns="91425" wrap="square" tIns="91425">
            <a:noAutofit/>
          </a:bodyPr>
          <a:lstStyle>
            <a:lvl1pPr lvl="0">
              <a:spcBef>
                <a:spcPts val="0"/>
              </a:spcBef>
              <a:spcAft>
                <a:spcPts val="0"/>
              </a:spcAft>
              <a:buSzPts val="4200"/>
              <a:buNone/>
              <a:defRPr sz="42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53"/>
          <p:cNvSpPr txBox="1"/>
          <p:nvPr>
            <p:ph idx="1" type="subTitle"/>
          </p:nvPr>
        </p:nvSpPr>
        <p:spPr>
          <a:xfrm>
            <a:off x="4406650" y="525000"/>
            <a:ext cx="44097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2" name="Google Shape;892;p53"/>
          <p:cNvSpPr txBox="1"/>
          <p:nvPr>
            <p:ph idx="2" type="subTitle"/>
          </p:nvPr>
        </p:nvSpPr>
        <p:spPr>
          <a:xfrm>
            <a:off x="4406650" y="1535607"/>
            <a:ext cx="44097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3" name="Google Shape;893;p53"/>
          <p:cNvSpPr txBox="1"/>
          <p:nvPr>
            <p:ph idx="3" type="subTitle"/>
          </p:nvPr>
        </p:nvSpPr>
        <p:spPr>
          <a:xfrm>
            <a:off x="4406650" y="4567427"/>
            <a:ext cx="44097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4" name="Google Shape;894;p53"/>
          <p:cNvSpPr txBox="1"/>
          <p:nvPr>
            <p:ph idx="4" type="subTitle"/>
          </p:nvPr>
        </p:nvSpPr>
        <p:spPr>
          <a:xfrm>
            <a:off x="4406650" y="2546213"/>
            <a:ext cx="44097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5" name="Google Shape;895;p53"/>
          <p:cNvSpPr txBox="1"/>
          <p:nvPr>
            <p:ph idx="5" type="subTitle"/>
          </p:nvPr>
        </p:nvSpPr>
        <p:spPr>
          <a:xfrm>
            <a:off x="4406650" y="5578033"/>
            <a:ext cx="44097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896" name="Google Shape;896;p53"/>
          <p:cNvSpPr txBox="1"/>
          <p:nvPr>
            <p:ph idx="6" type="subTitle"/>
          </p:nvPr>
        </p:nvSpPr>
        <p:spPr>
          <a:xfrm>
            <a:off x="4406650" y="3556820"/>
            <a:ext cx="44097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body and image">
  <p:cSld name="Title, body and image">
    <p:spTree>
      <p:nvGrpSpPr>
        <p:cNvPr id="897" name="Shape 897"/>
        <p:cNvGrpSpPr/>
        <p:nvPr/>
      </p:nvGrpSpPr>
      <p:grpSpPr>
        <a:xfrm>
          <a:off x="0" y="0"/>
          <a:ext cx="0" cy="0"/>
          <a:chOff x="0" y="0"/>
          <a:chExt cx="0" cy="0"/>
        </a:xfrm>
      </p:grpSpPr>
      <p:sp>
        <p:nvSpPr>
          <p:cNvPr id="898" name="Google Shape;898;p54"/>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9" name="Google Shape;899;p54"/>
          <p:cNvSpPr txBox="1"/>
          <p:nvPr>
            <p:ph idx="1" type="body"/>
          </p:nvPr>
        </p:nvSpPr>
        <p:spPr>
          <a:xfrm>
            <a:off x="311700" y="1536633"/>
            <a:ext cx="4473900" cy="45552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900" name="Google Shape;900;p54"/>
          <p:cNvSpPr/>
          <p:nvPr>
            <p:ph idx="2" type="pic"/>
          </p:nvPr>
        </p:nvSpPr>
        <p:spPr>
          <a:xfrm>
            <a:off x="4992024" y="1537033"/>
            <a:ext cx="3840300" cy="4555200"/>
          </a:xfrm>
          <a:prstGeom prst="rect">
            <a:avLst/>
          </a:prstGeom>
          <a:noFill/>
          <a:ln>
            <a:noFill/>
          </a:ln>
        </p:spPr>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big ideas">
  <p:cSld name="Two big ideas">
    <p:spTree>
      <p:nvGrpSpPr>
        <p:cNvPr id="901" name="Shape 901"/>
        <p:cNvGrpSpPr/>
        <p:nvPr/>
      </p:nvGrpSpPr>
      <p:grpSpPr>
        <a:xfrm>
          <a:off x="0" y="0"/>
          <a:ext cx="0" cy="0"/>
          <a:chOff x="0" y="0"/>
          <a:chExt cx="0" cy="0"/>
        </a:xfrm>
      </p:grpSpPr>
      <p:sp>
        <p:nvSpPr>
          <p:cNvPr id="902" name="Google Shape;902;p55"/>
          <p:cNvSpPr txBox="1"/>
          <p:nvPr>
            <p:ph type="title"/>
          </p:nvPr>
        </p:nvSpPr>
        <p:spPr>
          <a:xfrm>
            <a:off x="483175" y="600033"/>
            <a:ext cx="8184600" cy="10107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03" name="Google Shape;903;p55"/>
          <p:cNvSpPr txBox="1"/>
          <p:nvPr>
            <p:ph idx="1" type="body"/>
          </p:nvPr>
        </p:nvSpPr>
        <p:spPr>
          <a:xfrm>
            <a:off x="483150" y="2983717"/>
            <a:ext cx="3619800" cy="31647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904" name="Google Shape;904;p55"/>
          <p:cNvSpPr txBox="1"/>
          <p:nvPr>
            <p:ph idx="2" type="body"/>
          </p:nvPr>
        </p:nvSpPr>
        <p:spPr>
          <a:xfrm>
            <a:off x="5048000" y="2983717"/>
            <a:ext cx="3619800" cy="31647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05" name="Google Shape;905;p55"/>
          <p:cNvSpPr txBox="1"/>
          <p:nvPr>
            <p:ph idx="3" type="subTitle"/>
          </p:nvPr>
        </p:nvSpPr>
        <p:spPr>
          <a:xfrm>
            <a:off x="483150" y="1781548"/>
            <a:ext cx="36198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906" name="Google Shape;906;p55"/>
          <p:cNvSpPr txBox="1"/>
          <p:nvPr>
            <p:ph idx="4" type="subTitle"/>
          </p:nvPr>
        </p:nvSpPr>
        <p:spPr>
          <a:xfrm>
            <a:off x="5048000" y="1781548"/>
            <a:ext cx="3619800" cy="7236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big ideas">
  <p:cSld name="Three big ideas">
    <p:spTree>
      <p:nvGrpSpPr>
        <p:cNvPr id="907" name="Shape 907"/>
        <p:cNvGrpSpPr/>
        <p:nvPr/>
      </p:nvGrpSpPr>
      <p:grpSpPr>
        <a:xfrm>
          <a:off x="0" y="0"/>
          <a:ext cx="0" cy="0"/>
          <a:chOff x="0" y="0"/>
          <a:chExt cx="0" cy="0"/>
        </a:xfrm>
      </p:grpSpPr>
      <p:sp>
        <p:nvSpPr>
          <p:cNvPr id="908" name="Google Shape;908;p56"/>
          <p:cNvSpPr txBox="1"/>
          <p:nvPr>
            <p:ph idx="1" type="body"/>
          </p:nvPr>
        </p:nvSpPr>
        <p:spPr>
          <a:xfrm>
            <a:off x="483175" y="3223333"/>
            <a:ext cx="2455500" cy="31647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909" name="Google Shape;909;p56"/>
          <p:cNvSpPr txBox="1"/>
          <p:nvPr>
            <p:ph idx="2" type="body"/>
          </p:nvPr>
        </p:nvSpPr>
        <p:spPr>
          <a:xfrm>
            <a:off x="3347725" y="3223333"/>
            <a:ext cx="2455500" cy="31647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10" name="Google Shape;910;p56"/>
          <p:cNvSpPr txBox="1"/>
          <p:nvPr>
            <p:ph type="title"/>
          </p:nvPr>
        </p:nvSpPr>
        <p:spPr>
          <a:xfrm>
            <a:off x="483175" y="600033"/>
            <a:ext cx="8184600" cy="10107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11" name="Google Shape;911;p56"/>
          <p:cNvSpPr txBox="1"/>
          <p:nvPr>
            <p:ph idx="3" type="subTitle"/>
          </p:nvPr>
        </p:nvSpPr>
        <p:spPr>
          <a:xfrm>
            <a:off x="483175" y="1781533"/>
            <a:ext cx="2455500" cy="10380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912" name="Google Shape;912;p56"/>
          <p:cNvSpPr txBox="1"/>
          <p:nvPr>
            <p:ph idx="4" type="subTitle"/>
          </p:nvPr>
        </p:nvSpPr>
        <p:spPr>
          <a:xfrm>
            <a:off x="3347725" y="1781533"/>
            <a:ext cx="2455500" cy="10380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913" name="Google Shape;913;p56"/>
          <p:cNvSpPr txBox="1"/>
          <p:nvPr>
            <p:ph idx="5" type="subTitle"/>
          </p:nvPr>
        </p:nvSpPr>
        <p:spPr>
          <a:xfrm>
            <a:off x="6212275" y="1781533"/>
            <a:ext cx="2455500" cy="10380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914" name="Google Shape;914;p56"/>
          <p:cNvSpPr txBox="1"/>
          <p:nvPr>
            <p:ph idx="6" type="body"/>
          </p:nvPr>
        </p:nvSpPr>
        <p:spPr>
          <a:xfrm>
            <a:off x="6212275" y="3223333"/>
            <a:ext cx="2455500" cy="31647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ig ideas">
  <p:cSld name="Four big ideas">
    <p:spTree>
      <p:nvGrpSpPr>
        <p:cNvPr id="915" name="Shape 915"/>
        <p:cNvGrpSpPr/>
        <p:nvPr/>
      </p:nvGrpSpPr>
      <p:grpSpPr>
        <a:xfrm>
          <a:off x="0" y="0"/>
          <a:ext cx="0" cy="0"/>
          <a:chOff x="0" y="0"/>
          <a:chExt cx="0" cy="0"/>
        </a:xfrm>
      </p:grpSpPr>
      <p:sp>
        <p:nvSpPr>
          <p:cNvPr id="916" name="Google Shape;916;p57"/>
          <p:cNvSpPr txBox="1"/>
          <p:nvPr>
            <p:ph idx="1" type="body"/>
          </p:nvPr>
        </p:nvSpPr>
        <p:spPr>
          <a:xfrm>
            <a:off x="366725" y="2345458"/>
            <a:ext cx="3838500" cy="1518000"/>
          </a:xfrm>
          <a:prstGeom prst="rect">
            <a:avLst/>
          </a:prstGeom>
        </p:spPr>
        <p:txBody>
          <a:bodyPr anchorCtr="0" anchor="t" bIns="91425" lIns="91425" spcFirstLastPara="1" rIns="91425" wrap="square" tIns="91425">
            <a:spAutoFit/>
          </a:bodyPr>
          <a:lstStyle>
            <a:lvl1pPr indent="-317500" lvl="0" marL="457200">
              <a:spcBef>
                <a:spcPts val="0"/>
              </a:spcBef>
              <a:spcAft>
                <a:spcPts val="0"/>
              </a:spcAft>
              <a:buSzPts val="1400"/>
              <a:buChar char="●"/>
              <a:defRPr sz="1400"/>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917" name="Google Shape;917;p57"/>
          <p:cNvSpPr txBox="1"/>
          <p:nvPr>
            <p:ph idx="2" type="body"/>
          </p:nvPr>
        </p:nvSpPr>
        <p:spPr>
          <a:xfrm>
            <a:off x="4938725" y="2345458"/>
            <a:ext cx="3838500" cy="1518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18" name="Google Shape;918;p57"/>
          <p:cNvSpPr txBox="1"/>
          <p:nvPr>
            <p:ph idx="3" type="body"/>
          </p:nvPr>
        </p:nvSpPr>
        <p:spPr>
          <a:xfrm>
            <a:off x="366750" y="4864767"/>
            <a:ext cx="3838500" cy="1518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19" name="Google Shape;919;p57"/>
          <p:cNvSpPr txBox="1"/>
          <p:nvPr>
            <p:ph idx="4" type="body"/>
          </p:nvPr>
        </p:nvSpPr>
        <p:spPr>
          <a:xfrm>
            <a:off x="4938750" y="4864767"/>
            <a:ext cx="3838500" cy="1518000"/>
          </a:xfrm>
          <a:prstGeom prst="rect">
            <a:avLst/>
          </a:prstGeom>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20" name="Google Shape;920;p57"/>
          <p:cNvSpPr txBox="1"/>
          <p:nvPr>
            <p:ph type="title"/>
          </p:nvPr>
        </p:nvSpPr>
        <p:spPr>
          <a:xfrm>
            <a:off x="366750" y="600033"/>
            <a:ext cx="8184600" cy="1010700"/>
          </a:xfrm>
          <a:prstGeom prst="rect">
            <a:avLst/>
          </a:prstGeom>
        </p:spPr>
        <p:txBody>
          <a:bodyPr anchorCtr="0" anchor="ctr"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21" name="Google Shape;921;p57"/>
          <p:cNvSpPr txBox="1"/>
          <p:nvPr>
            <p:ph idx="5" type="subTitle"/>
          </p:nvPr>
        </p:nvSpPr>
        <p:spPr>
          <a:xfrm>
            <a:off x="366763" y="1703876"/>
            <a:ext cx="3838500" cy="641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922" name="Google Shape;922;p57"/>
          <p:cNvSpPr txBox="1"/>
          <p:nvPr>
            <p:ph idx="6" type="subTitle"/>
          </p:nvPr>
        </p:nvSpPr>
        <p:spPr>
          <a:xfrm>
            <a:off x="4938738" y="1703876"/>
            <a:ext cx="3838500" cy="641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923" name="Google Shape;923;p57"/>
          <p:cNvSpPr txBox="1"/>
          <p:nvPr>
            <p:ph idx="7" type="subTitle"/>
          </p:nvPr>
        </p:nvSpPr>
        <p:spPr>
          <a:xfrm>
            <a:off x="4938761" y="4223150"/>
            <a:ext cx="3838500" cy="641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
        <p:nvSpPr>
          <p:cNvPr id="924" name="Google Shape;924;p57"/>
          <p:cNvSpPr txBox="1"/>
          <p:nvPr>
            <p:ph idx="8" type="subTitle"/>
          </p:nvPr>
        </p:nvSpPr>
        <p:spPr>
          <a:xfrm>
            <a:off x="366750" y="4223150"/>
            <a:ext cx="3838500" cy="641700"/>
          </a:xfrm>
          <a:prstGeom prst="rect">
            <a:avLst/>
          </a:prstGeom>
        </p:spPr>
        <p:txBody>
          <a:bodyPr anchorCtr="0" anchor="t" bIns="91425" lIns="91425" spcFirstLastPara="1" rIns="91425" wrap="square" tIns="91425">
            <a:noAutofit/>
          </a:bodyPr>
          <a:lstStyle>
            <a:lvl1pPr lvl="0">
              <a:spcBef>
                <a:spcPts val="0"/>
              </a:spcBef>
              <a:spcAft>
                <a:spcPts val="0"/>
              </a:spcAft>
              <a:buSzPts val="2000"/>
              <a:buNone/>
              <a:defRPr sz="2000"/>
            </a:lvl1pPr>
            <a:lvl2pPr lvl="1">
              <a:spcBef>
                <a:spcPts val="0"/>
              </a:spcBef>
              <a:spcAft>
                <a:spcPts val="0"/>
              </a:spcAft>
              <a:buSzPts val="2000"/>
              <a:buNone/>
              <a:defRPr sz="2000"/>
            </a:lvl2pPr>
            <a:lvl3pPr lvl="2">
              <a:spcBef>
                <a:spcPts val="0"/>
              </a:spcBef>
              <a:spcAft>
                <a:spcPts val="0"/>
              </a:spcAft>
              <a:buSzPts val="2000"/>
              <a:buNone/>
              <a:defRPr sz="2000"/>
            </a:lvl3pPr>
            <a:lvl4pPr lvl="3">
              <a:spcBef>
                <a:spcPts val="0"/>
              </a:spcBef>
              <a:spcAft>
                <a:spcPts val="0"/>
              </a:spcAft>
              <a:buSzPts val="2000"/>
              <a:buNone/>
              <a:defRPr sz="2000"/>
            </a:lvl4pPr>
            <a:lvl5pPr lvl="4">
              <a:spcBef>
                <a:spcPts val="0"/>
              </a:spcBef>
              <a:spcAft>
                <a:spcPts val="0"/>
              </a:spcAft>
              <a:buSzPts val="2000"/>
              <a:buNone/>
              <a:defRPr sz="2000"/>
            </a:lvl5pPr>
            <a:lvl6pPr lvl="5">
              <a:spcBef>
                <a:spcPts val="0"/>
              </a:spcBef>
              <a:spcAft>
                <a:spcPts val="0"/>
              </a:spcAft>
              <a:buSzPts val="2000"/>
              <a:buNone/>
              <a:defRPr sz="2000"/>
            </a:lvl6pPr>
            <a:lvl7pPr lvl="6">
              <a:spcBef>
                <a:spcPts val="0"/>
              </a:spcBef>
              <a:spcAft>
                <a:spcPts val="0"/>
              </a:spcAft>
              <a:buSzPts val="2000"/>
              <a:buNone/>
              <a:defRPr sz="2000"/>
            </a:lvl7pPr>
            <a:lvl8pPr lvl="7">
              <a:spcBef>
                <a:spcPts val="0"/>
              </a:spcBef>
              <a:spcAft>
                <a:spcPts val="0"/>
              </a:spcAft>
              <a:buSzPts val="2000"/>
              <a:buNone/>
              <a:defRPr sz="2000"/>
            </a:lvl8pPr>
            <a:lvl9pPr lvl="8">
              <a:spcBef>
                <a:spcPts val="0"/>
              </a:spcBef>
              <a:spcAft>
                <a:spcPts val="0"/>
              </a:spcAft>
              <a:buSzPts val="2000"/>
              <a:buNone/>
              <a:defRPr sz="2000"/>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image">
  <p:cSld name="Title and image">
    <p:spTree>
      <p:nvGrpSpPr>
        <p:cNvPr id="925" name="Shape 925"/>
        <p:cNvGrpSpPr/>
        <p:nvPr/>
      </p:nvGrpSpPr>
      <p:grpSpPr>
        <a:xfrm>
          <a:off x="0" y="0"/>
          <a:ext cx="0" cy="0"/>
          <a:chOff x="0" y="0"/>
          <a:chExt cx="0" cy="0"/>
        </a:xfrm>
      </p:grpSpPr>
      <p:sp>
        <p:nvSpPr>
          <p:cNvPr id="926" name="Google Shape;926;p58"/>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27" name="Google Shape;927;p58"/>
          <p:cNvSpPr/>
          <p:nvPr>
            <p:ph idx="2" type="pic"/>
          </p:nvPr>
        </p:nvSpPr>
        <p:spPr>
          <a:xfrm>
            <a:off x="311700" y="1560567"/>
            <a:ext cx="8520600" cy="4657200"/>
          </a:xfrm>
          <a:prstGeom prst="rect">
            <a:avLst/>
          </a:prstGeom>
          <a:noFill/>
          <a:ln>
            <a:noFill/>
          </a:ln>
        </p:spPr>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storyboards">
  <p:cSld name="Two storyboards">
    <p:spTree>
      <p:nvGrpSpPr>
        <p:cNvPr id="928" name="Shape 928"/>
        <p:cNvGrpSpPr/>
        <p:nvPr/>
      </p:nvGrpSpPr>
      <p:grpSpPr>
        <a:xfrm>
          <a:off x="0" y="0"/>
          <a:ext cx="0" cy="0"/>
          <a:chOff x="0" y="0"/>
          <a:chExt cx="0" cy="0"/>
        </a:xfrm>
      </p:grpSpPr>
      <p:sp>
        <p:nvSpPr>
          <p:cNvPr id="929" name="Google Shape;929;p59"/>
          <p:cNvSpPr txBox="1"/>
          <p:nvPr>
            <p:ph idx="1" type="body"/>
          </p:nvPr>
        </p:nvSpPr>
        <p:spPr>
          <a:xfrm>
            <a:off x="311700" y="5440300"/>
            <a:ext cx="4027500" cy="12348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930" name="Google Shape;930;p59"/>
          <p:cNvSpPr/>
          <p:nvPr>
            <p:ph idx="2" type="pic"/>
          </p:nvPr>
        </p:nvSpPr>
        <p:spPr>
          <a:xfrm>
            <a:off x="4804825" y="1511067"/>
            <a:ext cx="4027500" cy="3190500"/>
          </a:xfrm>
          <a:prstGeom prst="rect">
            <a:avLst/>
          </a:prstGeom>
          <a:noFill/>
          <a:ln>
            <a:noFill/>
          </a:ln>
        </p:spPr>
      </p:sp>
      <p:sp>
        <p:nvSpPr>
          <p:cNvPr id="931" name="Google Shape;931;p59"/>
          <p:cNvSpPr/>
          <p:nvPr>
            <p:ph idx="3" type="pic"/>
          </p:nvPr>
        </p:nvSpPr>
        <p:spPr>
          <a:xfrm>
            <a:off x="311725" y="1511067"/>
            <a:ext cx="4027500" cy="3190500"/>
          </a:xfrm>
          <a:prstGeom prst="rect">
            <a:avLst/>
          </a:prstGeom>
          <a:noFill/>
          <a:ln>
            <a:noFill/>
          </a:ln>
        </p:spPr>
      </p:sp>
      <p:sp>
        <p:nvSpPr>
          <p:cNvPr id="932" name="Google Shape;932;p59"/>
          <p:cNvSpPr txBox="1"/>
          <p:nvPr>
            <p:ph idx="4" type="body"/>
          </p:nvPr>
        </p:nvSpPr>
        <p:spPr>
          <a:xfrm>
            <a:off x="4804825" y="5440300"/>
            <a:ext cx="4027500" cy="12348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33" name="Google Shape;933;p59"/>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34" name="Google Shape;934;p59"/>
          <p:cNvSpPr txBox="1"/>
          <p:nvPr>
            <p:ph idx="5" type="subTitle"/>
          </p:nvPr>
        </p:nvSpPr>
        <p:spPr>
          <a:xfrm>
            <a:off x="311725" y="4777200"/>
            <a:ext cx="4027500" cy="641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35" name="Google Shape;935;p59"/>
          <p:cNvSpPr txBox="1"/>
          <p:nvPr>
            <p:ph idx="6" type="subTitle"/>
          </p:nvPr>
        </p:nvSpPr>
        <p:spPr>
          <a:xfrm>
            <a:off x="4804825" y="4777200"/>
            <a:ext cx="4027500" cy="641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ree storyboards">
  <p:cSld name="Three storyboards">
    <p:spTree>
      <p:nvGrpSpPr>
        <p:cNvPr id="936" name="Shape 936"/>
        <p:cNvGrpSpPr/>
        <p:nvPr/>
      </p:nvGrpSpPr>
      <p:grpSpPr>
        <a:xfrm>
          <a:off x="0" y="0"/>
          <a:ext cx="0" cy="0"/>
          <a:chOff x="0" y="0"/>
          <a:chExt cx="0" cy="0"/>
        </a:xfrm>
      </p:grpSpPr>
      <p:sp>
        <p:nvSpPr>
          <p:cNvPr id="937" name="Google Shape;937;p60"/>
          <p:cNvSpPr txBox="1"/>
          <p:nvPr>
            <p:ph idx="1" type="body"/>
          </p:nvPr>
        </p:nvSpPr>
        <p:spPr>
          <a:xfrm>
            <a:off x="311700" y="5215600"/>
            <a:ext cx="2627100" cy="1358100"/>
          </a:xfrm>
          <a:prstGeom prst="rect">
            <a:avLst/>
          </a:prstGeom>
        </p:spPr>
        <p:txBody>
          <a:bodyPr anchorCtr="0" anchor="t" bIns="91425" lIns="91425" spcFirstLastPara="1" rIns="91425" wrap="square" tIns="91425">
            <a:spAutoFit/>
          </a:bodyPr>
          <a:lstStyle>
            <a:lvl1pPr indent="-304800" lvl="0" marL="457200">
              <a:spcBef>
                <a:spcPts val="0"/>
              </a:spcBef>
              <a:spcAft>
                <a:spcPts val="0"/>
              </a:spcAft>
              <a:buSzPts val="1200"/>
              <a:buChar char="●"/>
              <a:defRPr/>
            </a:lvl1pPr>
            <a:lvl2pPr indent="-304800" lvl="1" marL="914400">
              <a:spcBef>
                <a:spcPts val="800"/>
              </a:spcBef>
              <a:spcAft>
                <a:spcPts val="0"/>
              </a:spcAft>
              <a:buSzPts val="1200"/>
              <a:buChar char="○"/>
              <a:defRPr/>
            </a:lvl2pPr>
            <a:lvl3pPr indent="-304800" lvl="2" marL="1371600">
              <a:spcBef>
                <a:spcPts val="800"/>
              </a:spcBef>
              <a:spcAft>
                <a:spcPts val="0"/>
              </a:spcAft>
              <a:buSzPts val="1200"/>
              <a:buChar char="■"/>
              <a:defRPr/>
            </a:lvl3pPr>
            <a:lvl4pPr indent="-304800" lvl="3" marL="1828800">
              <a:spcBef>
                <a:spcPts val="800"/>
              </a:spcBef>
              <a:spcAft>
                <a:spcPts val="0"/>
              </a:spcAft>
              <a:buSzPts val="1200"/>
              <a:buChar char="●"/>
              <a:defRPr/>
            </a:lvl4pPr>
            <a:lvl5pPr indent="-304800" lvl="4" marL="2286000">
              <a:spcBef>
                <a:spcPts val="800"/>
              </a:spcBef>
              <a:spcAft>
                <a:spcPts val="0"/>
              </a:spcAft>
              <a:buSzPts val="1200"/>
              <a:buChar char="○"/>
              <a:defRPr/>
            </a:lvl5pPr>
            <a:lvl6pPr indent="-304800" lvl="5" marL="2743200">
              <a:spcBef>
                <a:spcPts val="800"/>
              </a:spcBef>
              <a:spcAft>
                <a:spcPts val="0"/>
              </a:spcAft>
              <a:buSzPts val="1200"/>
              <a:buChar char="■"/>
              <a:defRPr/>
            </a:lvl6pPr>
            <a:lvl7pPr indent="-304800" lvl="6" marL="3200400">
              <a:spcBef>
                <a:spcPts val="800"/>
              </a:spcBef>
              <a:spcAft>
                <a:spcPts val="0"/>
              </a:spcAft>
              <a:buSzPts val="1200"/>
              <a:buChar char="●"/>
              <a:defRPr/>
            </a:lvl7pPr>
            <a:lvl8pPr indent="-304800" lvl="7" marL="3657600">
              <a:spcBef>
                <a:spcPts val="800"/>
              </a:spcBef>
              <a:spcAft>
                <a:spcPts val="0"/>
              </a:spcAft>
              <a:buSzPts val="1200"/>
              <a:buChar char="○"/>
              <a:defRPr/>
            </a:lvl8pPr>
            <a:lvl9pPr indent="-304800" lvl="8" marL="4114800">
              <a:spcBef>
                <a:spcPts val="800"/>
              </a:spcBef>
              <a:spcAft>
                <a:spcPts val="800"/>
              </a:spcAft>
              <a:buSzPts val="1200"/>
              <a:buChar char="■"/>
              <a:defRPr/>
            </a:lvl9pPr>
          </a:lstStyle>
          <a:p/>
        </p:txBody>
      </p:sp>
      <p:sp>
        <p:nvSpPr>
          <p:cNvPr id="938" name="Google Shape;938;p60"/>
          <p:cNvSpPr/>
          <p:nvPr>
            <p:ph idx="2" type="pic"/>
          </p:nvPr>
        </p:nvSpPr>
        <p:spPr>
          <a:xfrm>
            <a:off x="6205225" y="1504433"/>
            <a:ext cx="2627100" cy="3030900"/>
          </a:xfrm>
          <a:prstGeom prst="rect">
            <a:avLst/>
          </a:prstGeom>
          <a:noFill/>
          <a:ln>
            <a:noFill/>
          </a:ln>
        </p:spPr>
      </p:sp>
      <p:sp>
        <p:nvSpPr>
          <p:cNvPr id="939" name="Google Shape;939;p60"/>
          <p:cNvSpPr/>
          <p:nvPr>
            <p:ph idx="3" type="pic"/>
          </p:nvPr>
        </p:nvSpPr>
        <p:spPr>
          <a:xfrm>
            <a:off x="311725" y="1504433"/>
            <a:ext cx="2627100" cy="3030900"/>
          </a:xfrm>
          <a:prstGeom prst="rect">
            <a:avLst/>
          </a:prstGeom>
          <a:noFill/>
          <a:ln>
            <a:noFill/>
          </a:ln>
        </p:spPr>
      </p:sp>
      <p:sp>
        <p:nvSpPr>
          <p:cNvPr id="940" name="Google Shape;940;p60"/>
          <p:cNvSpPr txBox="1"/>
          <p:nvPr>
            <p:ph idx="4" type="body"/>
          </p:nvPr>
        </p:nvSpPr>
        <p:spPr>
          <a:xfrm>
            <a:off x="6205225" y="5215600"/>
            <a:ext cx="2627100" cy="1358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41" name="Google Shape;941;p60"/>
          <p:cNvSpPr/>
          <p:nvPr>
            <p:ph idx="5" type="pic"/>
          </p:nvPr>
        </p:nvSpPr>
        <p:spPr>
          <a:xfrm>
            <a:off x="3255250" y="1504433"/>
            <a:ext cx="2627100" cy="3030900"/>
          </a:xfrm>
          <a:prstGeom prst="rect">
            <a:avLst/>
          </a:prstGeom>
          <a:noFill/>
          <a:ln>
            <a:noFill/>
          </a:ln>
        </p:spPr>
      </p:sp>
      <p:sp>
        <p:nvSpPr>
          <p:cNvPr id="942" name="Google Shape;942;p60"/>
          <p:cNvSpPr txBox="1"/>
          <p:nvPr>
            <p:ph idx="6" type="body"/>
          </p:nvPr>
        </p:nvSpPr>
        <p:spPr>
          <a:xfrm>
            <a:off x="3255250" y="5215600"/>
            <a:ext cx="2627100" cy="1358100"/>
          </a:xfrm>
          <a:prstGeom prst="rect">
            <a:avLst/>
          </a:prstGeom>
        </p:spPr>
        <p:txBody>
          <a:bodyPr anchorCtr="0" anchor="t" bIns="91425" lIns="91425" spcFirstLastPara="1" rIns="91425" wrap="square" tIns="91425">
            <a:noAutofit/>
          </a:bodyPr>
          <a:lstStyle>
            <a:lvl1pPr indent="-304800" lvl="0" marL="457200">
              <a:spcBef>
                <a:spcPts val="0"/>
              </a:spcBef>
              <a:spcAft>
                <a:spcPts val="0"/>
              </a:spcAft>
              <a:buSzPts val="1200"/>
              <a:buChar char="●"/>
              <a:defRPr/>
            </a:lvl1pPr>
            <a:lvl2pPr indent="-304800" lvl="1" marL="914400">
              <a:spcBef>
                <a:spcPts val="0"/>
              </a:spcBef>
              <a:spcAft>
                <a:spcPts val="0"/>
              </a:spcAft>
              <a:buSzPts val="12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943" name="Google Shape;943;p60"/>
          <p:cNvSpPr txBox="1"/>
          <p:nvPr>
            <p:ph type="title"/>
          </p:nvPr>
        </p:nvSpPr>
        <p:spPr>
          <a:xfrm>
            <a:off x="311700" y="593367"/>
            <a:ext cx="8520600" cy="763500"/>
          </a:xfrm>
          <a:prstGeom prst="rect">
            <a:avLst/>
          </a:prstGeom>
        </p:spPr>
        <p:txBody>
          <a:bodyPr anchorCtr="0" anchor="t" bIns="91425" lIns="91425" spcFirstLastPara="1" rIns="91425" wrap="square" tIns="91425">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44" name="Google Shape;944;p60"/>
          <p:cNvSpPr txBox="1"/>
          <p:nvPr>
            <p:ph idx="7" type="subTitle"/>
          </p:nvPr>
        </p:nvSpPr>
        <p:spPr>
          <a:xfrm>
            <a:off x="311725" y="4574000"/>
            <a:ext cx="2627100" cy="641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45" name="Google Shape;945;p60"/>
          <p:cNvSpPr txBox="1"/>
          <p:nvPr>
            <p:ph idx="8" type="subTitle"/>
          </p:nvPr>
        </p:nvSpPr>
        <p:spPr>
          <a:xfrm>
            <a:off x="6205225" y="4574000"/>
            <a:ext cx="2627100" cy="641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946" name="Google Shape;946;p60"/>
          <p:cNvSpPr txBox="1"/>
          <p:nvPr>
            <p:ph idx="9" type="subTitle"/>
          </p:nvPr>
        </p:nvSpPr>
        <p:spPr>
          <a:xfrm>
            <a:off x="3255250" y="4574000"/>
            <a:ext cx="2627100" cy="641700"/>
          </a:xfrm>
          <a:prstGeom prst="rect">
            <a:avLst/>
          </a:prstGeom>
        </p:spPr>
        <p:txBody>
          <a:bodyPr anchorCtr="0" anchor="t" bIns="91425" lIns="91425" spcFirstLastPara="1" rIns="91425" wrap="square" tIns="91425">
            <a:noAutofit/>
          </a:bodyPr>
          <a:lstStyle>
            <a:lvl1pPr lvl="0">
              <a:spcBef>
                <a:spcPts val="0"/>
              </a:spcBef>
              <a:spcAft>
                <a:spcPts val="0"/>
              </a:spcAft>
              <a:buSzPts val="1400"/>
              <a:buNone/>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only">
  <p:cSld name="Image only">
    <p:spTree>
      <p:nvGrpSpPr>
        <p:cNvPr id="947" name="Shape 947"/>
        <p:cNvGrpSpPr/>
        <p:nvPr/>
      </p:nvGrpSpPr>
      <p:grpSpPr>
        <a:xfrm>
          <a:off x="0" y="0"/>
          <a:ext cx="0" cy="0"/>
          <a:chOff x="0" y="0"/>
          <a:chExt cx="0" cy="0"/>
        </a:xfrm>
      </p:grpSpPr>
      <p:sp>
        <p:nvSpPr>
          <p:cNvPr id="948" name="Google Shape;948;p61"/>
          <p:cNvSpPr/>
          <p:nvPr>
            <p:ph idx="2" type="pic"/>
          </p:nvPr>
        </p:nvSpPr>
        <p:spPr>
          <a:xfrm>
            <a:off x="311700" y="593367"/>
            <a:ext cx="8520600" cy="5624400"/>
          </a:xfrm>
          <a:prstGeom prst="rect">
            <a:avLst/>
          </a:prstGeom>
          <a:noFill/>
          <a:ln>
            <a:noFill/>
          </a:ln>
        </p:spPr>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Image grid">
  <p:cSld name="Image grid">
    <p:spTree>
      <p:nvGrpSpPr>
        <p:cNvPr id="949" name="Shape 949"/>
        <p:cNvGrpSpPr/>
        <p:nvPr/>
      </p:nvGrpSpPr>
      <p:grpSpPr>
        <a:xfrm>
          <a:off x="0" y="0"/>
          <a:ext cx="0" cy="0"/>
          <a:chOff x="0" y="0"/>
          <a:chExt cx="0" cy="0"/>
        </a:xfrm>
      </p:grpSpPr>
      <p:sp>
        <p:nvSpPr>
          <p:cNvPr id="950" name="Google Shape;950;p62"/>
          <p:cNvSpPr/>
          <p:nvPr>
            <p:ph idx="2" type="pic"/>
          </p:nvPr>
        </p:nvSpPr>
        <p:spPr>
          <a:xfrm>
            <a:off x="3389600" y="158550"/>
            <a:ext cx="1643700" cy="2046900"/>
          </a:xfrm>
          <a:prstGeom prst="rect">
            <a:avLst/>
          </a:prstGeom>
          <a:noFill/>
          <a:ln>
            <a:noFill/>
          </a:ln>
        </p:spPr>
      </p:sp>
      <p:sp>
        <p:nvSpPr>
          <p:cNvPr id="951" name="Google Shape;951;p62"/>
          <p:cNvSpPr/>
          <p:nvPr>
            <p:ph idx="3" type="pic"/>
          </p:nvPr>
        </p:nvSpPr>
        <p:spPr>
          <a:xfrm>
            <a:off x="5195935" y="158550"/>
            <a:ext cx="1643700" cy="2046900"/>
          </a:xfrm>
          <a:prstGeom prst="rect">
            <a:avLst/>
          </a:prstGeom>
          <a:noFill/>
          <a:ln>
            <a:noFill/>
          </a:ln>
        </p:spPr>
      </p:sp>
      <p:sp>
        <p:nvSpPr>
          <p:cNvPr id="952" name="Google Shape;952;p62"/>
          <p:cNvSpPr/>
          <p:nvPr>
            <p:ph idx="4" type="pic"/>
          </p:nvPr>
        </p:nvSpPr>
        <p:spPr>
          <a:xfrm>
            <a:off x="7002270" y="158550"/>
            <a:ext cx="1643700" cy="2046900"/>
          </a:xfrm>
          <a:prstGeom prst="rect">
            <a:avLst/>
          </a:prstGeom>
          <a:noFill/>
          <a:ln>
            <a:noFill/>
          </a:ln>
        </p:spPr>
      </p:sp>
      <p:sp>
        <p:nvSpPr>
          <p:cNvPr id="953" name="Google Shape;953;p62"/>
          <p:cNvSpPr/>
          <p:nvPr>
            <p:ph idx="5" type="pic"/>
          </p:nvPr>
        </p:nvSpPr>
        <p:spPr>
          <a:xfrm>
            <a:off x="3389588" y="2405616"/>
            <a:ext cx="1643700" cy="2046900"/>
          </a:xfrm>
          <a:prstGeom prst="rect">
            <a:avLst/>
          </a:prstGeom>
          <a:noFill/>
          <a:ln>
            <a:noFill/>
          </a:ln>
        </p:spPr>
      </p:sp>
      <p:sp>
        <p:nvSpPr>
          <p:cNvPr id="954" name="Google Shape;954;p62"/>
          <p:cNvSpPr/>
          <p:nvPr>
            <p:ph idx="6" type="pic"/>
          </p:nvPr>
        </p:nvSpPr>
        <p:spPr>
          <a:xfrm>
            <a:off x="5195922" y="2405616"/>
            <a:ext cx="1643700" cy="2046900"/>
          </a:xfrm>
          <a:prstGeom prst="rect">
            <a:avLst/>
          </a:prstGeom>
          <a:noFill/>
          <a:ln>
            <a:noFill/>
          </a:ln>
        </p:spPr>
      </p:sp>
      <p:sp>
        <p:nvSpPr>
          <p:cNvPr id="955" name="Google Shape;955;p62"/>
          <p:cNvSpPr/>
          <p:nvPr>
            <p:ph idx="7" type="pic"/>
          </p:nvPr>
        </p:nvSpPr>
        <p:spPr>
          <a:xfrm>
            <a:off x="7002257" y="2405616"/>
            <a:ext cx="1643700" cy="2046900"/>
          </a:xfrm>
          <a:prstGeom prst="rect">
            <a:avLst/>
          </a:prstGeom>
          <a:noFill/>
          <a:ln>
            <a:noFill/>
          </a:ln>
        </p:spPr>
      </p:sp>
      <p:sp>
        <p:nvSpPr>
          <p:cNvPr id="956" name="Google Shape;956;p62"/>
          <p:cNvSpPr txBox="1"/>
          <p:nvPr>
            <p:ph type="title"/>
          </p:nvPr>
        </p:nvSpPr>
        <p:spPr>
          <a:xfrm>
            <a:off x="351550" y="593367"/>
            <a:ext cx="2596800" cy="2275200"/>
          </a:xfrm>
          <a:prstGeom prst="rect">
            <a:avLst/>
          </a:prstGeom>
        </p:spPr>
        <p:txBody>
          <a:bodyPr anchorCtr="0" anchor="t" bIns="91425" lIns="91425" spcFirstLastPara="1" rIns="91425" wrap="square" tIns="91425">
            <a:sp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957" name="Google Shape;957;p62"/>
          <p:cNvSpPr/>
          <p:nvPr>
            <p:ph idx="8" type="pic"/>
          </p:nvPr>
        </p:nvSpPr>
        <p:spPr>
          <a:xfrm>
            <a:off x="3389588" y="4652649"/>
            <a:ext cx="1643700" cy="2046900"/>
          </a:xfrm>
          <a:prstGeom prst="rect">
            <a:avLst/>
          </a:prstGeom>
          <a:noFill/>
          <a:ln>
            <a:noFill/>
          </a:ln>
        </p:spPr>
      </p:sp>
      <p:sp>
        <p:nvSpPr>
          <p:cNvPr id="958" name="Google Shape;958;p62"/>
          <p:cNvSpPr/>
          <p:nvPr>
            <p:ph idx="9" type="pic"/>
          </p:nvPr>
        </p:nvSpPr>
        <p:spPr>
          <a:xfrm>
            <a:off x="5195922" y="4652649"/>
            <a:ext cx="1643700" cy="2046900"/>
          </a:xfrm>
          <a:prstGeom prst="rect">
            <a:avLst/>
          </a:prstGeom>
          <a:noFill/>
          <a:ln>
            <a:noFill/>
          </a:ln>
        </p:spPr>
      </p:sp>
      <p:sp>
        <p:nvSpPr>
          <p:cNvPr id="959" name="Google Shape;959;p62"/>
          <p:cNvSpPr/>
          <p:nvPr>
            <p:ph idx="13" type="pic"/>
          </p:nvPr>
        </p:nvSpPr>
        <p:spPr>
          <a:xfrm>
            <a:off x="7002257" y="4652649"/>
            <a:ext cx="1643700" cy="2046900"/>
          </a:xfrm>
          <a:prstGeom prst="rect">
            <a:avLst/>
          </a:prstGeom>
          <a:noFill/>
          <a:ln>
            <a:noFill/>
          </a:ln>
        </p:spPr>
      </p:sp>
    </p:spTree>
  </p:cSld>
  <p:clrMapOvr>
    <a:masterClrMapping/>
  </p:clrMapOvr>
  <p:extLst>
    <p:ext uri="{DCECCB84-F9BA-43D5-87BE-67443E8EF086}">
      <p15:sldGuideLst>
        <p15:guide id="1" pos="5564">
          <p15:clr>
            <a:srgbClr val="E46962"/>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40" Type="http://schemas.openxmlformats.org/officeDocument/2006/relationships/slideLayout" Target="../slideLayouts/slideLayout51.xml"/><Relationship Id="rId42" Type="http://schemas.openxmlformats.org/officeDocument/2006/relationships/slideLayout" Target="../slideLayouts/slideLayout53.xml"/><Relationship Id="rId41" Type="http://schemas.openxmlformats.org/officeDocument/2006/relationships/slideLayout" Target="../slideLayouts/slideLayout52.xml"/><Relationship Id="rId44" Type="http://schemas.openxmlformats.org/officeDocument/2006/relationships/slideLayout" Target="../slideLayouts/slideLayout55.xml"/><Relationship Id="rId43" Type="http://schemas.openxmlformats.org/officeDocument/2006/relationships/slideLayout" Target="../slideLayouts/slideLayout54.xml"/><Relationship Id="rId46" Type="http://schemas.openxmlformats.org/officeDocument/2006/relationships/slideLayout" Target="../slideLayouts/slideLayout57.xml"/><Relationship Id="rId45" Type="http://schemas.openxmlformats.org/officeDocument/2006/relationships/slideLayout" Target="../slideLayouts/slideLayout56.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48" Type="http://schemas.openxmlformats.org/officeDocument/2006/relationships/slideLayout" Target="../slideLayouts/slideLayout59.xml"/><Relationship Id="rId47" Type="http://schemas.openxmlformats.org/officeDocument/2006/relationships/slideLayout" Target="../slideLayouts/slideLayout58.xml"/><Relationship Id="rId49" Type="http://schemas.openxmlformats.org/officeDocument/2006/relationships/slideLayout" Target="../slideLayouts/slideLayout6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31" Type="http://schemas.openxmlformats.org/officeDocument/2006/relationships/slideLayout" Target="../slideLayouts/slideLayout42.xml"/><Relationship Id="rId30" Type="http://schemas.openxmlformats.org/officeDocument/2006/relationships/slideLayout" Target="../slideLayouts/slideLayout41.xml"/><Relationship Id="rId33" Type="http://schemas.openxmlformats.org/officeDocument/2006/relationships/slideLayout" Target="../slideLayouts/slideLayout44.xml"/><Relationship Id="rId32" Type="http://schemas.openxmlformats.org/officeDocument/2006/relationships/slideLayout" Target="../slideLayouts/slideLayout43.xml"/><Relationship Id="rId35" Type="http://schemas.openxmlformats.org/officeDocument/2006/relationships/slideLayout" Target="../slideLayouts/slideLayout46.xml"/><Relationship Id="rId34" Type="http://schemas.openxmlformats.org/officeDocument/2006/relationships/slideLayout" Target="../slideLayouts/slideLayout45.xml"/><Relationship Id="rId37" Type="http://schemas.openxmlformats.org/officeDocument/2006/relationships/slideLayout" Target="../slideLayouts/slideLayout48.xml"/><Relationship Id="rId36" Type="http://schemas.openxmlformats.org/officeDocument/2006/relationships/slideLayout" Target="../slideLayouts/slideLayout47.xml"/><Relationship Id="rId39" Type="http://schemas.openxmlformats.org/officeDocument/2006/relationships/slideLayout" Target="../slideLayouts/slideLayout50.xml"/><Relationship Id="rId38" Type="http://schemas.openxmlformats.org/officeDocument/2006/relationships/slideLayout" Target="../slideLayouts/slideLayout49.xml"/><Relationship Id="rId20" Type="http://schemas.openxmlformats.org/officeDocument/2006/relationships/slideLayout" Target="../slideLayouts/slideLayout31.xml"/><Relationship Id="rId22" Type="http://schemas.openxmlformats.org/officeDocument/2006/relationships/slideLayout" Target="../slideLayouts/slideLayout33.xml"/><Relationship Id="rId21" Type="http://schemas.openxmlformats.org/officeDocument/2006/relationships/slideLayout" Target="../slideLayouts/slideLayout32.xml"/><Relationship Id="rId24" Type="http://schemas.openxmlformats.org/officeDocument/2006/relationships/slideLayout" Target="../slideLayouts/slideLayout35.xml"/><Relationship Id="rId23" Type="http://schemas.openxmlformats.org/officeDocument/2006/relationships/slideLayout" Target="../slideLayouts/slideLayout34.xml"/><Relationship Id="rId26" Type="http://schemas.openxmlformats.org/officeDocument/2006/relationships/slideLayout" Target="../slideLayouts/slideLayout37.xml"/><Relationship Id="rId25" Type="http://schemas.openxmlformats.org/officeDocument/2006/relationships/slideLayout" Target="../slideLayouts/slideLayout36.xml"/><Relationship Id="rId28" Type="http://schemas.openxmlformats.org/officeDocument/2006/relationships/slideLayout" Target="../slideLayouts/slideLayout39.xml"/><Relationship Id="rId27" Type="http://schemas.openxmlformats.org/officeDocument/2006/relationships/slideLayout" Target="../slideLayouts/slideLayout38.xml"/><Relationship Id="rId29" Type="http://schemas.openxmlformats.org/officeDocument/2006/relationships/slideLayout" Target="../slideLayouts/slideLayout40.xml"/><Relationship Id="rId50" Type="http://schemas.openxmlformats.org/officeDocument/2006/relationships/theme" Target="../theme/theme3.xml"/><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19" Type="http://schemas.openxmlformats.org/officeDocument/2006/relationships/slideLayout" Target="../slideLayouts/slideLayout30.xml"/><Relationship Id="rId18" Type="http://schemas.openxmlformats.org/officeDocument/2006/relationships/slideLayout" Target="../slideLayouts/slideLayout2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dk2"/>
        </a:solidFill>
      </p:bgPr>
    </p:bg>
    <p:spTree>
      <p:nvGrpSpPr>
        <p:cNvPr id="80" name="Shape 80"/>
        <p:cNvGrpSpPr/>
        <p:nvPr/>
      </p:nvGrpSpPr>
      <p:grpSpPr>
        <a:xfrm>
          <a:off x="0" y="0"/>
          <a:ext cx="0" cy="0"/>
          <a:chOff x="0" y="0"/>
          <a:chExt cx="0" cy="0"/>
        </a:xfrm>
      </p:grpSpPr>
      <p:sp>
        <p:nvSpPr>
          <p:cNvPr id="81" name="Google Shape;81;p13"/>
          <p:cNvSpPr txBox="1"/>
          <p:nvPr>
            <p:ph idx="1" type="body"/>
          </p:nvPr>
        </p:nvSpPr>
        <p:spPr>
          <a:xfrm>
            <a:off x="228600" y="1936167"/>
            <a:ext cx="5760600" cy="4613700"/>
          </a:xfrm>
          <a:prstGeom prst="rect">
            <a:avLst/>
          </a:prstGeom>
          <a:noFill/>
          <a:ln>
            <a:noFill/>
          </a:ln>
        </p:spPr>
        <p:txBody>
          <a:bodyPr anchorCtr="0" anchor="t" bIns="91425" lIns="91425" spcFirstLastPara="1" rIns="91425" wrap="square" tIns="91425">
            <a:spAutoFit/>
          </a:bodyPr>
          <a:lstStyle>
            <a:lvl1pPr indent="-304800" lvl="0" marL="457200">
              <a:lnSpc>
                <a:spcPct val="115000"/>
              </a:lnSpc>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1pPr>
            <a:lvl2pPr indent="-304800" lvl="1" marL="9144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2pPr>
            <a:lvl3pPr indent="-304800" lvl="2" marL="13716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3pPr>
            <a:lvl4pPr indent="-304800" lvl="3" marL="18288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4pPr>
            <a:lvl5pPr indent="-304800" lvl="4" marL="22860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5pPr>
            <a:lvl6pPr indent="-304800" lvl="5" marL="27432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6pPr>
            <a:lvl7pPr indent="-304800" lvl="6" marL="32004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7pPr>
            <a:lvl8pPr indent="-304800" lvl="7" marL="3657600">
              <a:lnSpc>
                <a:spcPct val="115000"/>
              </a:lnSpc>
              <a:spcBef>
                <a:spcPts val="800"/>
              </a:spcBef>
              <a:spcAft>
                <a:spcPts val="0"/>
              </a:spcAft>
              <a:buClr>
                <a:schemeClr val="lt1"/>
              </a:buClr>
              <a:buSzPts val="1200"/>
              <a:buFont typeface="Sora"/>
              <a:buChar char="○"/>
              <a:defRPr sz="1200">
                <a:solidFill>
                  <a:schemeClr val="lt1"/>
                </a:solidFill>
                <a:latin typeface="Sora"/>
                <a:ea typeface="Sora"/>
                <a:cs typeface="Sora"/>
                <a:sym typeface="Sora"/>
              </a:defRPr>
            </a:lvl8pPr>
            <a:lvl9pPr indent="-304800" lvl="8" marL="4114800">
              <a:lnSpc>
                <a:spcPct val="115000"/>
              </a:lnSpc>
              <a:spcBef>
                <a:spcPts val="800"/>
              </a:spcBef>
              <a:spcAft>
                <a:spcPts val="800"/>
              </a:spcAft>
              <a:buClr>
                <a:schemeClr val="lt1"/>
              </a:buClr>
              <a:buSzPts val="1200"/>
              <a:buFont typeface="Sora"/>
              <a:buChar char="■"/>
              <a:defRPr sz="1200">
                <a:solidFill>
                  <a:schemeClr val="lt1"/>
                </a:solidFill>
                <a:latin typeface="Sora"/>
                <a:ea typeface="Sora"/>
                <a:cs typeface="Sora"/>
                <a:sym typeface="Sora"/>
              </a:defRPr>
            </a:lvl9pPr>
          </a:lstStyle>
          <a:p/>
        </p:txBody>
      </p:sp>
      <p:sp>
        <p:nvSpPr>
          <p:cNvPr id="82" name="Google Shape;82;p13"/>
          <p:cNvSpPr txBox="1"/>
          <p:nvPr>
            <p:ph type="title"/>
          </p:nvPr>
        </p:nvSpPr>
        <p:spPr>
          <a:xfrm>
            <a:off x="402800" y="262967"/>
            <a:ext cx="6537900" cy="1673100"/>
          </a:xfrm>
          <a:prstGeom prst="rect">
            <a:avLst/>
          </a:prstGeom>
          <a:noFill/>
          <a:ln>
            <a:noFill/>
          </a:ln>
        </p:spPr>
        <p:txBody>
          <a:bodyPr anchorCtr="0" anchor="t" bIns="91425" lIns="91425" spcFirstLastPara="1" rIns="91425" wrap="square" tIns="91425">
            <a:noAutofit/>
          </a:bodyPr>
          <a:lstStyle>
            <a:lvl1pPr lvl="0">
              <a:spcBef>
                <a:spcPts val="0"/>
              </a:spcBef>
              <a:spcAft>
                <a:spcPts val="0"/>
              </a:spcAft>
              <a:buClr>
                <a:schemeClr val="lt1"/>
              </a:buClr>
              <a:buSzPts val="3000"/>
              <a:buFont typeface="IBM Plex Sans"/>
              <a:buNone/>
              <a:defRPr sz="3000">
                <a:solidFill>
                  <a:schemeClr val="lt1"/>
                </a:solidFill>
                <a:latin typeface="IBM Plex Sans"/>
                <a:ea typeface="IBM Plex Sans"/>
                <a:cs typeface="IBM Plex Sans"/>
                <a:sym typeface="IBM Plex Sans"/>
              </a:defRPr>
            </a:lvl1pPr>
            <a:lvl2pPr lvl="1">
              <a:spcBef>
                <a:spcPts val="0"/>
              </a:spcBef>
              <a:spcAft>
                <a:spcPts val="0"/>
              </a:spcAft>
              <a:buSzPts val="3000"/>
              <a:buFont typeface="IBM Plex Sans"/>
              <a:buNone/>
              <a:defRPr sz="3000">
                <a:latin typeface="IBM Plex Sans"/>
                <a:ea typeface="IBM Plex Sans"/>
                <a:cs typeface="IBM Plex Sans"/>
                <a:sym typeface="IBM Plex Sans"/>
              </a:defRPr>
            </a:lvl2pPr>
            <a:lvl3pPr lvl="2">
              <a:spcBef>
                <a:spcPts val="0"/>
              </a:spcBef>
              <a:spcAft>
                <a:spcPts val="0"/>
              </a:spcAft>
              <a:buSzPts val="3000"/>
              <a:buFont typeface="IBM Plex Sans"/>
              <a:buNone/>
              <a:defRPr sz="3000">
                <a:latin typeface="IBM Plex Sans"/>
                <a:ea typeface="IBM Plex Sans"/>
                <a:cs typeface="IBM Plex Sans"/>
                <a:sym typeface="IBM Plex Sans"/>
              </a:defRPr>
            </a:lvl3pPr>
            <a:lvl4pPr lvl="3">
              <a:spcBef>
                <a:spcPts val="0"/>
              </a:spcBef>
              <a:spcAft>
                <a:spcPts val="0"/>
              </a:spcAft>
              <a:buSzPts val="3000"/>
              <a:buFont typeface="IBM Plex Sans"/>
              <a:buNone/>
              <a:defRPr sz="3000">
                <a:latin typeface="IBM Plex Sans"/>
                <a:ea typeface="IBM Plex Sans"/>
                <a:cs typeface="IBM Plex Sans"/>
                <a:sym typeface="IBM Plex Sans"/>
              </a:defRPr>
            </a:lvl4pPr>
            <a:lvl5pPr lvl="4">
              <a:spcBef>
                <a:spcPts val="0"/>
              </a:spcBef>
              <a:spcAft>
                <a:spcPts val="0"/>
              </a:spcAft>
              <a:buSzPts val="3000"/>
              <a:buFont typeface="IBM Plex Sans"/>
              <a:buNone/>
              <a:defRPr sz="3000">
                <a:latin typeface="IBM Plex Sans"/>
                <a:ea typeface="IBM Plex Sans"/>
                <a:cs typeface="IBM Plex Sans"/>
                <a:sym typeface="IBM Plex Sans"/>
              </a:defRPr>
            </a:lvl5pPr>
            <a:lvl6pPr lvl="5">
              <a:spcBef>
                <a:spcPts val="0"/>
              </a:spcBef>
              <a:spcAft>
                <a:spcPts val="0"/>
              </a:spcAft>
              <a:buSzPts val="3000"/>
              <a:buFont typeface="IBM Plex Sans"/>
              <a:buNone/>
              <a:defRPr sz="3000">
                <a:latin typeface="IBM Plex Sans"/>
                <a:ea typeface="IBM Plex Sans"/>
                <a:cs typeface="IBM Plex Sans"/>
                <a:sym typeface="IBM Plex Sans"/>
              </a:defRPr>
            </a:lvl6pPr>
            <a:lvl7pPr lvl="6">
              <a:spcBef>
                <a:spcPts val="0"/>
              </a:spcBef>
              <a:spcAft>
                <a:spcPts val="0"/>
              </a:spcAft>
              <a:buSzPts val="3000"/>
              <a:buFont typeface="IBM Plex Sans"/>
              <a:buNone/>
              <a:defRPr sz="3000">
                <a:latin typeface="IBM Plex Sans"/>
                <a:ea typeface="IBM Plex Sans"/>
                <a:cs typeface="IBM Plex Sans"/>
                <a:sym typeface="IBM Plex Sans"/>
              </a:defRPr>
            </a:lvl7pPr>
            <a:lvl8pPr lvl="7">
              <a:spcBef>
                <a:spcPts val="0"/>
              </a:spcBef>
              <a:spcAft>
                <a:spcPts val="0"/>
              </a:spcAft>
              <a:buSzPts val="3000"/>
              <a:buFont typeface="IBM Plex Sans"/>
              <a:buNone/>
              <a:defRPr sz="3000">
                <a:latin typeface="IBM Plex Sans"/>
                <a:ea typeface="IBM Plex Sans"/>
                <a:cs typeface="IBM Plex Sans"/>
                <a:sym typeface="IBM Plex Sans"/>
              </a:defRPr>
            </a:lvl8pPr>
            <a:lvl9pPr lvl="8">
              <a:spcBef>
                <a:spcPts val="0"/>
              </a:spcBef>
              <a:spcAft>
                <a:spcPts val="0"/>
              </a:spcAft>
              <a:buSzPts val="3000"/>
              <a:buFont typeface="IBM Plex Sans"/>
              <a:buNone/>
              <a:defRPr sz="3000">
                <a:latin typeface="IBM Plex Sans"/>
                <a:ea typeface="IBM Plex Sans"/>
                <a:cs typeface="IBM Plex Sans"/>
                <a:sym typeface="IBM Plex Sans"/>
              </a:defRPr>
            </a:lvl9pPr>
          </a:lstStyle>
          <a:p/>
        </p:txBody>
      </p:sp>
      <p:sp>
        <p:nvSpPr>
          <p:cNvPr id="83" name="Google Shape;83;p13"/>
          <p:cNvSpPr txBox="1"/>
          <p:nvPr>
            <p:ph idx="2" type="body"/>
          </p:nvPr>
        </p:nvSpPr>
        <p:spPr>
          <a:xfrm>
            <a:off x="3439325" y="2003700"/>
            <a:ext cx="5344800" cy="3253200"/>
          </a:xfrm>
          <a:prstGeom prst="rect">
            <a:avLst/>
          </a:prstGeom>
          <a:noFill/>
          <a:ln>
            <a:noFill/>
          </a:ln>
        </p:spPr>
        <p:txBody>
          <a:bodyPr anchorCtr="0" anchor="t" bIns="91425" lIns="91425" spcFirstLastPara="1" rIns="91425" wrap="square" tIns="91425">
            <a:noAutofit/>
          </a:bodyPr>
          <a:lstStyle>
            <a:lvl1pPr indent="-304800" lvl="0" marL="4572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1pPr>
            <a:lvl2pPr indent="-304800" lvl="1" marL="9144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2pPr>
            <a:lvl3pPr indent="-304800" lvl="2" marL="13716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3pPr>
            <a:lvl4pPr indent="-304800" lvl="3" marL="18288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4pPr>
            <a:lvl5pPr indent="-304800" lvl="4" marL="22860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5pPr>
            <a:lvl6pPr indent="-304800" lvl="5" marL="27432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6pPr>
            <a:lvl7pPr indent="-304800" lvl="6" marL="32004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7pPr>
            <a:lvl8pPr indent="-304800" lvl="7" marL="36576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8pPr>
            <a:lvl9pPr indent="-304800" lvl="8" marL="4114800">
              <a:spcBef>
                <a:spcPts val="0"/>
              </a:spcBef>
              <a:spcAft>
                <a:spcPts val="0"/>
              </a:spcAft>
              <a:buClr>
                <a:schemeClr val="lt1"/>
              </a:buClr>
              <a:buSzPts val="1200"/>
              <a:buFont typeface="Sora"/>
              <a:buChar char="■"/>
              <a:defRPr sz="1200">
                <a:solidFill>
                  <a:schemeClr val="lt1"/>
                </a:solidFill>
                <a:latin typeface="Sora"/>
                <a:ea typeface="Sora"/>
                <a:cs typeface="Sora"/>
                <a:sym typeface="Sora"/>
              </a:defRPr>
            </a:lvl9pPr>
          </a:lstStyle>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 id="2147483680" r:id="rId22"/>
    <p:sldLayoutId id="2147483681" r:id="rId23"/>
    <p:sldLayoutId id="2147483682" r:id="rId24"/>
    <p:sldLayoutId id="2147483683" r:id="rId25"/>
    <p:sldLayoutId id="2147483684" r:id="rId26"/>
    <p:sldLayoutId id="2147483685" r:id="rId27"/>
    <p:sldLayoutId id="2147483686" r:id="rId28"/>
    <p:sldLayoutId id="2147483687" r:id="rId29"/>
    <p:sldLayoutId id="2147483688" r:id="rId30"/>
    <p:sldLayoutId id="2147483689" r:id="rId31"/>
    <p:sldLayoutId id="2147483690" r:id="rId32"/>
    <p:sldLayoutId id="2147483691" r:id="rId33"/>
    <p:sldLayoutId id="2147483692" r:id="rId34"/>
    <p:sldLayoutId id="2147483693" r:id="rId35"/>
    <p:sldLayoutId id="2147483694" r:id="rId36"/>
    <p:sldLayoutId id="2147483695" r:id="rId37"/>
    <p:sldLayoutId id="2147483696" r:id="rId38"/>
    <p:sldLayoutId id="2147483697" r:id="rId39"/>
    <p:sldLayoutId id="2147483698" r:id="rId40"/>
    <p:sldLayoutId id="2147483699" r:id="rId41"/>
    <p:sldLayoutId id="2147483700" r:id="rId42"/>
    <p:sldLayoutId id="2147483701" r:id="rId43"/>
    <p:sldLayoutId id="2147483702" r:id="rId44"/>
    <p:sldLayoutId id="2147483703" r:id="rId45"/>
    <p:sldLayoutId id="2147483704" r:id="rId46"/>
    <p:sldLayoutId id="2147483705" r:id="rId47"/>
    <p:sldLayoutId id="2147483706" r:id="rId48"/>
    <p:sldLayoutId id="2147483707" r:id="rId4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pos="5616">
          <p15:clr>
            <a:srgbClr val="E46962"/>
          </p15:clr>
        </p15:guide>
        <p15:guide id="2" pos="144">
          <p15:clr>
            <a:srgbClr val="E46962"/>
          </p15:clr>
        </p15:guide>
        <p15:guide id="3" orient="horz" pos="192">
          <p15:clr>
            <a:srgbClr val="E46962"/>
          </p15:clr>
        </p15:guide>
        <p15:guide id="4" orient="horz" pos="4126">
          <p15:clr>
            <a:srgbClr val="E46962"/>
          </p15:clr>
        </p15:guide>
        <p15:guide id="5" pos="2850">
          <p15:clr>
            <a:srgbClr val="E46962"/>
          </p15:clr>
        </p15:guide>
        <p15:guide id="6" pos="2910">
          <p15:clr>
            <a:srgbClr val="E46962"/>
          </p15:clr>
        </p15:guide>
        <p15:guide id="7" pos="1468">
          <p15:clr>
            <a:srgbClr val="E46962"/>
          </p15:clr>
        </p15:guide>
        <p15:guide id="8" pos="1527">
          <p15:clr>
            <a:srgbClr val="E46962"/>
          </p15:clr>
        </p15:guide>
        <p15:guide id="9" pos="4226">
          <p15:clr>
            <a:srgbClr val="E46962"/>
          </p15:clr>
        </p15:guide>
        <p15:guide id="10" pos="4285">
          <p15:clr>
            <a:srgbClr val="E46962"/>
          </p15:clr>
        </p15:guide>
        <p15:guide id="11" pos="3773">
          <p15:clr>
            <a:srgbClr val="E46962"/>
          </p15:clr>
        </p15:guide>
        <p15:guide id="12" pos="3830">
          <p15:clr>
            <a:srgbClr val="E46962"/>
          </p15:clr>
        </p15:guide>
        <p15:guide id="13" pos="1930">
          <p15:clr>
            <a:srgbClr val="E46962"/>
          </p15:clr>
        </p15:guide>
        <p15:guide id="14" pos="1987">
          <p15:clr>
            <a:srgbClr val="E46962"/>
          </p15:clr>
        </p15:guide>
        <p15:guide id="15" orient="horz" pos="384">
          <p15:clr>
            <a:srgbClr val="E46962"/>
          </p15:clr>
        </p15:guide>
        <p15:guide id="16" orient="horz" pos="3934">
          <p15:clr>
            <a:srgbClr val="E46962"/>
          </p15:clr>
        </p15:guide>
        <p15:guide id="17" orient="horz" pos="1513">
          <p15:clr>
            <a:srgbClr val="E46962"/>
          </p15:clr>
        </p15:guide>
        <p15:guide id="18" orient="horz" pos="1592">
          <p15:clr>
            <a:srgbClr val="E46962"/>
          </p15:clr>
        </p15:guide>
        <p15:guide id="19" orient="horz" pos="2725">
          <p15:clr>
            <a:srgbClr val="E46962"/>
          </p15:clr>
        </p15:guide>
        <p15:guide id="20" orient="horz" pos="2803">
          <p15:clr>
            <a:srgbClr val="E46962"/>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hyperlink" Target="https://www.paloaltonetworks.com/cyberpedia/harvest-now-decrypt-later-hndl" TargetMode="External"/><Relationship Id="rId5" Type="http://schemas.openxmlformats.org/officeDocument/2006/relationships/hyperlink" Target="https://www.paloaltonetworks.com/cyberpedia/harvest-now-decrypt-later-hnd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63"/>
          <p:cNvSpPr txBox="1"/>
          <p:nvPr>
            <p:ph idx="2" type="title"/>
          </p:nvPr>
        </p:nvSpPr>
        <p:spPr>
          <a:xfrm>
            <a:off x="115025" y="670367"/>
            <a:ext cx="6055500" cy="6834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US"/>
              <a:t>Problem - Quantum Threat</a:t>
            </a:r>
            <a:endParaRPr/>
          </a:p>
        </p:txBody>
      </p:sp>
      <p:sp>
        <p:nvSpPr>
          <p:cNvPr id="965" name="Google Shape;965;p63"/>
          <p:cNvSpPr txBox="1"/>
          <p:nvPr>
            <p:ph idx="1" type="body"/>
          </p:nvPr>
        </p:nvSpPr>
        <p:spPr>
          <a:xfrm>
            <a:off x="115025" y="1353775"/>
            <a:ext cx="6811200" cy="4495200"/>
          </a:xfrm>
          <a:prstGeom prst="rect">
            <a:avLst/>
          </a:prstGeom>
        </p:spPr>
        <p:txBody>
          <a:bodyPr anchorCtr="0" anchor="t" bIns="91425" lIns="91425" spcFirstLastPara="1" rIns="0" wrap="square" tIns="91425">
            <a:noAutofit/>
          </a:bodyPr>
          <a:lstStyle/>
          <a:p>
            <a:pPr indent="0" lvl="0" marL="0" rtl="0" algn="just">
              <a:lnSpc>
                <a:spcPct val="90000"/>
              </a:lnSpc>
              <a:spcBef>
                <a:spcPts val="0"/>
              </a:spcBef>
              <a:spcAft>
                <a:spcPts val="0"/>
              </a:spcAft>
              <a:buNone/>
            </a:pPr>
            <a:r>
              <a:rPr lang="en-US" sz="1600"/>
              <a:t>Modern digital systems rely on cryptographic techniques such as RSA and Elliptic Curve Cryptography to secure communication and protect sensitive data. However, with the advancement of quantum computing, these methods are expected to become vulnerable. Quantum algorithms, particularly Shor’s algorithm, can efficiently break these cryptographic schemes once large-scale quantum computers are available.</a:t>
            </a:r>
            <a:endParaRPr sz="1600"/>
          </a:p>
          <a:p>
            <a:pPr indent="0" lvl="0" marL="0" rtl="0" algn="just">
              <a:lnSpc>
                <a:spcPct val="115000"/>
              </a:lnSpc>
              <a:spcBef>
                <a:spcPts val="1200"/>
              </a:spcBef>
              <a:spcAft>
                <a:spcPts val="0"/>
              </a:spcAft>
              <a:buNone/>
            </a:pPr>
            <a:r>
              <a:rPr lang="en-US" sz="1600"/>
              <a:t>A major concern is the “</a:t>
            </a:r>
            <a:r>
              <a:rPr b="1" lang="en-US" sz="1600">
                <a:latin typeface="Sora"/>
                <a:ea typeface="Sora"/>
                <a:cs typeface="Sora"/>
                <a:sym typeface="Sora"/>
              </a:rPr>
              <a:t>harvest now, decrypt later</a:t>
            </a:r>
            <a:r>
              <a:rPr lang="en-US" sz="1600"/>
              <a:t>” threat, where attackers can capture encrypted data today and decrypt it in the future using quantum capabilities. This puts long-term sensitive data, such as healthcare records, financial information, and government data, at significant risk.</a:t>
            </a:r>
            <a:endParaRPr sz="1600">
              <a:solidFill>
                <a:schemeClr val="accent3"/>
              </a:solidFill>
              <a:latin typeface="Sora Medium"/>
              <a:ea typeface="Sora Medium"/>
              <a:cs typeface="Sora Medium"/>
              <a:sym typeface="Sora Medium"/>
            </a:endParaRPr>
          </a:p>
          <a:p>
            <a:pPr indent="0" lvl="0" marL="0" rtl="0" algn="just">
              <a:lnSpc>
                <a:spcPct val="90000"/>
              </a:lnSpc>
              <a:spcBef>
                <a:spcPts val="1200"/>
              </a:spcBef>
              <a:spcAft>
                <a:spcPts val="0"/>
              </a:spcAft>
              <a:buNone/>
            </a:pPr>
            <a:r>
              <a:t/>
            </a:r>
            <a:endParaRPr sz="1600">
              <a:solidFill>
                <a:schemeClr val="accent3"/>
              </a:solidFill>
              <a:latin typeface="Sora Medium"/>
              <a:ea typeface="Sora Medium"/>
              <a:cs typeface="Sora Medium"/>
              <a:sym typeface="Sora Medium"/>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9" name="Shape 969"/>
        <p:cNvGrpSpPr/>
        <p:nvPr/>
      </p:nvGrpSpPr>
      <p:grpSpPr>
        <a:xfrm>
          <a:off x="0" y="0"/>
          <a:ext cx="0" cy="0"/>
          <a:chOff x="0" y="0"/>
          <a:chExt cx="0" cy="0"/>
        </a:xfrm>
      </p:grpSpPr>
      <p:sp>
        <p:nvSpPr>
          <p:cNvPr id="970" name="Google Shape;970;p64"/>
          <p:cNvSpPr txBox="1"/>
          <p:nvPr>
            <p:ph type="title"/>
          </p:nvPr>
        </p:nvSpPr>
        <p:spPr>
          <a:xfrm>
            <a:off x="92525" y="3213775"/>
            <a:ext cx="8049600" cy="3510000"/>
          </a:xfrm>
          <a:prstGeom prst="rect">
            <a:avLst/>
          </a:prstGeom>
        </p:spPr>
        <p:txBody>
          <a:bodyPr anchorCtr="0" anchor="b" bIns="91425" lIns="91425" spcFirstLastPara="1" rIns="91425" wrap="square" tIns="91425">
            <a:noAutofit/>
          </a:bodyPr>
          <a:lstStyle/>
          <a:p>
            <a:pPr indent="0" lvl="0" marL="0" rtl="0" algn="l">
              <a:lnSpc>
                <a:spcPct val="90000"/>
              </a:lnSpc>
              <a:spcBef>
                <a:spcPts val="0"/>
              </a:spcBef>
              <a:spcAft>
                <a:spcPts val="0"/>
              </a:spcAft>
              <a:buNone/>
            </a:pPr>
            <a:r>
              <a:rPr lang="en-US" sz="4100">
                <a:solidFill>
                  <a:schemeClr val="dk2"/>
                </a:solidFill>
              </a:rPr>
              <a:t>Quantum Risk-Aware Context-Adaptive Post-Quantum Cryptographic Framework for Smart Digital Systems </a:t>
            </a:r>
            <a:endParaRPr sz="7400">
              <a:solidFill>
                <a:srgbClr val="000000"/>
              </a:solidFill>
              <a:latin typeface="Calibri"/>
              <a:ea typeface="Calibri"/>
              <a:cs typeface="Calibri"/>
              <a:sym typeface="Calibri"/>
            </a:endParaRPr>
          </a:p>
          <a:p>
            <a:pPr indent="0" lvl="0" marL="0" rtl="0" algn="l">
              <a:lnSpc>
                <a:spcPct val="90000"/>
              </a:lnSpc>
              <a:spcBef>
                <a:spcPts val="0"/>
              </a:spcBef>
              <a:spcAft>
                <a:spcPts val="0"/>
              </a:spcAft>
              <a:buNone/>
            </a:pPr>
            <a:r>
              <a:t/>
            </a:r>
            <a:endParaRPr>
              <a:solidFill>
                <a:schemeClr val="dk2"/>
              </a:solidFill>
            </a:endParaRPr>
          </a:p>
        </p:txBody>
      </p:sp>
      <p:sp>
        <p:nvSpPr>
          <p:cNvPr id="971" name="Google Shape;971;p64"/>
          <p:cNvSpPr txBox="1"/>
          <p:nvPr/>
        </p:nvSpPr>
        <p:spPr>
          <a:xfrm>
            <a:off x="154650" y="5899550"/>
            <a:ext cx="3000000" cy="354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1200"/>
              </a:spcBef>
              <a:spcAft>
                <a:spcPts val="1200"/>
              </a:spcAft>
              <a:buNone/>
            </a:pPr>
            <a:r>
              <a:rPr b="1" lang="en-US" sz="1100">
                <a:solidFill>
                  <a:schemeClr val="dk1"/>
                </a:solidFill>
              </a:rPr>
              <a:t>Progress Update and Prototype </a:t>
            </a:r>
            <a:endParaRPr b="1" sz="1100">
              <a:solidFill>
                <a:schemeClr val="dk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5" name="Shape 975"/>
        <p:cNvGrpSpPr/>
        <p:nvPr/>
      </p:nvGrpSpPr>
      <p:grpSpPr>
        <a:xfrm>
          <a:off x="0" y="0"/>
          <a:ext cx="0" cy="0"/>
          <a:chOff x="0" y="0"/>
          <a:chExt cx="0" cy="0"/>
        </a:xfrm>
      </p:grpSpPr>
      <p:sp>
        <p:nvSpPr>
          <p:cNvPr id="976" name="Google Shape;976;p65"/>
          <p:cNvSpPr txBox="1"/>
          <p:nvPr>
            <p:ph idx="2" type="title"/>
          </p:nvPr>
        </p:nvSpPr>
        <p:spPr>
          <a:xfrm>
            <a:off x="115025" y="670367"/>
            <a:ext cx="6055500" cy="683400"/>
          </a:xfrm>
          <a:prstGeom prst="rect">
            <a:avLst/>
          </a:prstGeom>
        </p:spPr>
        <p:txBody>
          <a:bodyPr anchorCtr="0" anchor="t" bIns="91425" lIns="91425" spcFirstLastPara="1" rIns="91425" wrap="square" tIns="91425">
            <a:spAutoFit/>
          </a:bodyPr>
          <a:lstStyle/>
          <a:p>
            <a:pPr indent="0" lvl="0" marL="0" rtl="0" algn="l">
              <a:spcBef>
                <a:spcPts val="0"/>
              </a:spcBef>
              <a:spcAft>
                <a:spcPts val="0"/>
              </a:spcAft>
              <a:buNone/>
            </a:pPr>
            <a:r>
              <a:rPr lang="en-US"/>
              <a:t>Problem - Quantum Threat</a:t>
            </a:r>
            <a:endParaRPr/>
          </a:p>
        </p:txBody>
      </p:sp>
      <p:pic>
        <p:nvPicPr>
          <p:cNvPr id="977" name="Google Shape;977;p65"/>
          <p:cNvPicPr preferRelativeResize="0"/>
          <p:nvPr/>
        </p:nvPicPr>
        <p:blipFill>
          <a:blip r:embed="rId3">
            <a:alphaModFix/>
          </a:blip>
          <a:stretch>
            <a:fillRect/>
          </a:stretch>
        </p:blipFill>
        <p:spPr>
          <a:xfrm>
            <a:off x="118377" y="1353775"/>
            <a:ext cx="8915400" cy="5014918"/>
          </a:xfrm>
          <a:prstGeom prst="rect">
            <a:avLst/>
          </a:prstGeom>
          <a:noFill/>
          <a:ln>
            <a:noFill/>
          </a:ln>
        </p:spPr>
      </p:pic>
      <p:sp>
        <p:nvSpPr>
          <p:cNvPr id="978" name="Google Shape;978;p65"/>
          <p:cNvSpPr txBox="1"/>
          <p:nvPr/>
        </p:nvSpPr>
        <p:spPr>
          <a:xfrm>
            <a:off x="105146" y="6024571"/>
            <a:ext cx="8631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solidFill>
                  <a:schemeClr val="hlink"/>
                </a:solidFill>
                <a:uFill>
                  <a:noFill/>
                </a:uFill>
                <a:hlinkClick r:id="rId4"/>
              </a:rPr>
              <a:t>link</a:t>
            </a:r>
            <a:r>
              <a:rPr lang="en-US">
                <a:solidFill>
                  <a:schemeClr val="hlink"/>
                </a:solidFill>
                <a:uFill>
                  <a:noFill/>
                </a:uFill>
                <a:hlinkClick r:id="rId5"/>
              </a:rPr>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2" name="Shape 982"/>
        <p:cNvGrpSpPr/>
        <p:nvPr/>
      </p:nvGrpSpPr>
      <p:grpSpPr>
        <a:xfrm>
          <a:off x="0" y="0"/>
          <a:ext cx="0" cy="0"/>
          <a:chOff x="0" y="0"/>
          <a:chExt cx="0" cy="0"/>
        </a:xfrm>
      </p:grpSpPr>
      <p:sp>
        <p:nvSpPr>
          <p:cNvPr id="983" name="Google Shape;983;p66"/>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rPr b="1" lang="en-US" sz="2300">
                <a:solidFill>
                  <a:schemeClr val="dk1"/>
                </a:solidFill>
                <a:latin typeface="Arial"/>
                <a:ea typeface="Arial"/>
                <a:cs typeface="Arial"/>
                <a:sym typeface="Arial"/>
              </a:rPr>
              <a:t>W</a:t>
            </a:r>
            <a:r>
              <a:rPr b="1" lang="en-US" sz="2300">
                <a:solidFill>
                  <a:schemeClr val="dk1"/>
                </a:solidFill>
                <a:latin typeface="Arial"/>
                <a:ea typeface="Arial"/>
                <a:cs typeface="Arial"/>
                <a:sym typeface="Arial"/>
              </a:rPr>
              <a:t>hy Current S</a:t>
            </a:r>
            <a:r>
              <a:rPr b="1" lang="en-US" sz="2300">
                <a:solidFill>
                  <a:schemeClr val="dk1"/>
                </a:solidFill>
                <a:latin typeface="Arial"/>
                <a:ea typeface="Arial"/>
                <a:cs typeface="Arial"/>
                <a:sym typeface="Arial"/>
              </a:rPr>
              <a:t>o</a:t>
            </a:r>
            <a:r>
              <a:rPr b="1" lang="en-US" sz="2300">
                <a:solidFill>
                  <a:schemeClr val="dk1"/>
                </a:solidFill>
                <a:latin typeface="Arial"/>
                <a:ea typeface="Arial"/>
                <a:cs typeface="Arial"/>
                <a:sym typeface="Arial"/>
              </a:rPr>
              <a:t>lutions Are Incomplete</a:t>
            </a:r>
            <a:endParaRPr>
              <a:solidFill>
                <a:schemeClr val="dk1"/>
              </a:solidFill>
            </a:endParaRPr>
          </a:p>
        </p:txBody>
      </p:sp>
      <p:sp>
        <p:nvSpPr>
          <p:cNvPr id="984" name="Google Shape;984;p66"/>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spcBef>
                <a:spcPts val="0"/>
              </a:spcBef>
              <a:spcAft>
                <a:spcPts val="0"/>
              </a:spcAft>
              <a:buNone/>
            </a:pPr>
            <a:r>
              <a:rPr lang="en-US" sz="1500"/>
              <a:t>Current efforts in post-quantum cryptography mainly focus on developing and standardizing new algorithms such as CRYSTALS Kyber and Dilithium. While these algorithms are essential, they do not address the practical challenge of deploying them across real-world systems.</a:t>
            </a:r>
            <a:endParaRPr sz="1500"/>
          </a:p>
          <a:p>
            <a:pPr indent="0" lvl="0" marL="0" rtl="0" algn="just">
              <a:spcBef>
                <a:spcPts val="1200"/>
              </a:spcBef>
              <a:spcAft>
                <a:spcPts val="1200"/>
              </a:spcAft>
              <a:buNone/>
            </a:pPr>
            <a:r>
              <a:rPr lang="en-US" sz="1500"/>
              <a:t>Different systems have very different requirements. For example, IoT devices have limited computational power, while servers can handle more complex operations. Applying the same cryptographic solution across all systems can lead to inefficiencies and performance issues. Therefore, simply having strong algorithms is not enough without a structured deployment strategy.</a:t>
            </a:r>
            <a:endParaRPr sz="1500"/>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cxnSp>
        <p:nvCxnSpPr>
          <p:cNvPr id="989" name="Google Shape;989;p67"/>
          <p:cNvCxnSpPr/>
          <p:nvPr/>
        </p:nvCxnSpPr>
        <p:spPr>
          <a:xfrm>
            <a:off x="1865850" y="523600"/>
            <a:ext cx="0" cy="520500"/>
          </a:xfrm>
          <a:prstGeom prst="straightConnector1">
            <a:avLst/>
          </a:prstGeom>
          <a:noFill/>
          <a:ln cap="flat" cmpd="sng" w="19050">
            <a:solidFill>
              <a:schemeClr val="lt2"/>
            </a:solidFill>
            <a:prstDash val="solid"/>
            <a:round/>
            <a:headEnd len="med" w="med" type="none"/>
            <a:tailEnd len="med" w="med" type="none"/>
          </a:ln>
        </p:spPr>
      </p:cxnSp>
      <p:sp>
        <p:nvSpPr>
          <p:cNvPr id="990" name="Google Shape;990;p67"/>
          <p:cNvSpPr txBox="1"/>
          <p:nvPr>
            <p:ph idx="6" type="subTitle"/>
          </p:nvPr>
        </p:nvSpPr>
        <p:spPr>
          <a:xfrm>
            <a:off x="1919068" y="220454"/>
            <a:ext cx="5948100" cy="6936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0"/>
              </a:spcAft>
              <a:buNone/>
            </a:pPr>
            <a:r>
              <a:rPr b="1" lang="en-US" sz="2300">
                <a:solidFill>
                  <a:schemeClr val="dk1"/>
                </a:solidFill>
                <a:latin typeface="Arial"/>
                <a:ea typeface="Arial"/>
                <a:cs typeface="Arial"/>
                <a:sym typeface="Arial"/>
              </a:rPr>
              <a:t>GAP - Missing Deployment Framework</a:t>
            </a:r>
            <a:endParaRPr b="1" sz="2300">
              <a:solidFill>
                <a:schemeClr val="dk1"/>
              </a:solidFill>
              <a:latin typeface="Arial"/>
              <a:ea typeface="Arial"/>
              <a:cs typeface="Arial"/>
              <a:sym typeface="Arial"/>
            </a:endParaRPr>
          </a:p>
          <a:p>
            <a:pPr indent="0" lvl="0" marL="0" rtl="0" algn="l">
              <a:spcBef>
                <a:spcPts val="600"/>
              </a:spcBef>
              <a:spcAft>
                <a:spcPts val="0"/>
              </a:spcAft>
              <a:buNone/>
            </a:pPr>
            <a:r>
              <a:t/>
            </a:r>
            <a:endParaRPr>
              <a:solidFill>
                <a:schemeClr val="dk1"/>
              </a:solidFill>
            </a:endParaRPr>
          </a:p>
        </p:txBody>
      </p:sp>
      <p:sp>
        <p:nvSpPr>
          <p:cNvPr id="991" name="Google Shape;991;p67"/>
          <p:cNvSpPr txBox="1"/>
          <p:nvPr>
            <p:ph idx="8"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lnSpc>
                <a:spcPct val="115000"/>
              </a:lnSpc>
              <a:spcBef>
                <a:spcPts val="1200"/>
              </a:spcBef>
              <a:spcAft>
                <a:spcPts val="0"/>
              </a:spcAft>
              <a:buNone/>
            </a:pPr>
            <a:r>
              <a:rPr lang="en-US" sz="1700">
                <a:solidFill>
                  <a:schemeClr val="dk2"/>
                </a:solidFill>
                <a:latin typeface="Sora ExtraLight"/>
                <a:ea typeface="Sora ExtraLight"/>
                <a:cs typeface="Sora ExtraLight"/>
                <a:sym typeface="Sora ExtraLight"/>
              </a:rPr>
              <a:t>There is currently no widely adopted framework that guides how heterogeneous systems should transition to post-quantum cryptography in a practical and efficient manner.</a:t>
            </a:r>
            <a:endParaRPr sz="1700">
              <a:solidFill>
                <a:schemeClr val="dk2"/>
              </a:solidFill>
              <a:latin typeface="Sora ExtraLight"/>
              <a:ea typeface="Sora ExtraLight"/>
              <a:cs typeface="Sora ExtraLight"/>
              <a:sym typeface="Sora ExtraLight"/>
            </a:endParaRPr>
          </a:p>
          <a:p>
            <a:pPr indent="0" lvl="0" marL="0" rtl="0" algn="just">
              <a:lnSpc>
                <a:spcPct val="115000"/>
              </a:lnSpc>
              <a:spcBef>
                <a:spcPts val="1200"/>
              </a:spcBef>
              <a:spcAft>
                <a:spcPts val="0"/>
              </a:spcAft>
              <a:buNone/>
            </a:pPr>
            <a:r>
              <a:rPr lang="en-US" sz="1700">
                <a:solidFill>
                  <a:schemeClr val="dk2"/>
                </a:solidFill>
                <a:latin typeface="Sora ExtraLight"/>
                <a:ea typeface="Sora ExtraLight"/>
                <a:cs typeface="Sora ExtraLight"/>
                <a:sym typeface="Sora ExtraLight"/>
              </a:rPr>
              <a:t>Organizations lack a method to evaluate which systems are most at risk and how to prioritize migration. Without such a framework, migration can either be delayed or done inefficiently, leading to unnecessary overhead or security gaps. This creates a clear need for a system that can guide decision-making based on risk and system context.</a:t>
            </a:r>
            <a:endParaRPr sz="1700">
              <a:solidFill>
                <a:schemeClr val="dk2"/>
              </a:solidFill>
              <a:latin typeface="Sora ExtraLight"/>
              <a:ea typeface="Sora ExtraLight"/>
              <a:cs typeface="Sora ExtraLight"/>
              <a:sym typeface="Sora ExtraLight"/>
            </a:endParaRPr>
          </a:p>
          <a:p>
            <a:pPr indent="0" lvl="0" marL="0" rtl="0" algn="just">
              <a:lnSpc>
                <a:spcPct val="115000"/>
              </a:lnSpc>
              <a:spcBef>
                <a:spcPts val="1200"/>
              </a:spcBef>
              <a:spcAft>
                <a:spcPts val="0"/>
              </a:spcAft>
              <a:buNone/>
            </a:pPr>
            <a:r>
              <a:t/>
            </a:r>
            <a:endParaRPr sz="1700">
              <a:solidFill>
                <a:schemeClr val="dk2"/>
              </a:solidFill>
              <a:latin typeface="Sora ExtraLight"/>
              <a:ea typeface="Sora ExtraLight"/>
              <a:cs typeface="Sora ExtraLight"/>
              <a:sym typeface="Sora ExtraLight"/>
            </a:endParaRPr>
          </a:p>
          <a:p>
            <a:pPr indent="0" lvl="0" marL="0" rtl="0" algn="just">
              <a:spcBef>
                <a:spcPts val="1200"/>
              </a:spcBef>
              <a:spcAft>
                <a:spcPts val="1200"/>
              </a:spcAft>
              <a:buNone/>
            </a:pPr>
            <a:r>
              <a:t/>
            </a:r>
            <a:endParaRPr sz="15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cxnSp>
        <p:nvCxnSpPr>
          <p:cNvPr id="996" name="Google Shape;996;p68"/>
          <p:cNvCxnSpPr/>
          <p:nvPr/>
        </p:nvCxnSpPr>
        <p:spPr>
          <a:xfrm>
            <a:off x="1865850" y="523600"/>
            <a:ext cx="0" cy="520500"/>
          </a:xfrm>
          <a:prstGeom prst="straightConnector1">
            <a:avLst/>
          </a:prstGeom>
          <a:noFill/>
          <a:ln cap="flat" cmpd="sng" w="19050">
            <a:solidFill>
              <a:schemeClr val="lt2"/>
            </a:solidFill>
            <a:prstDash val="solid"/>
            <a:round/>
            <a:headEnd len="med" w="med" type="none"/>
            <a:tailEnd len="med" w="med" type="none"/>
          </a:ln>
        </p:spPr>
      </p:cxnSp>
      <p:sp>
        <p:nvSpPr>
          <p:cNvPr id="997" name="Google Shape;997;p68"/>
          <p:cNvSpPr txBox="1"/>
          <p:nvPr>
            <p:ph idx="6" type="subTitle"/>
          </p:nvPr>
        </p:nvSpPr>
        <p:spPr>
          <a:xfrm>
            <a:off x="1952993" y="437054"/>
            <a:ext cx="5948100" cy="693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b="1" lang="en-US" sz="2300">
                <a:solidFill>
                  <a:schemeClr val="dk1"/>
                </a:solidFill>
                <a:latin typeface="Arial"/>
                <a:ea typeface="Arial"/>
                <a:cs typeface="Arial"/>
                <a:sym typeface="Arial"/>
              </a:rPr>
              <a:t>Proposed Idea</a:t>
            </a:r>
            <a:endParaRPr>
              <a:solidFill>
                <a:schemeClr val="dk1"/>
              </a:solidFill>
            </a:endParaRPr>
          </a:p>
        </p:txBody>
      </p:sp>
      <p:sp>
        <p:nvSpPr>
          <p:cNvPr id="998" name="Google Shape;998;p68"/>
          <p:cNvSpPr txBox="1"/>
          <p:nvPr>
            <p:ph idx="8"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lnSpc>
                <a:spcPct val="115000"/>
              </a:lnSpc>
              <a:spcBef>
                <a:spcPts val="1200"/>
              </a:spcBef>
              <a:spcAft>
                <a:spcPts val="0"/>
              </a:spcAft>
              <a:buNone/>
            </a:pPr>
            <a:r>
              <a:rPr lang="en-US" sz="1700">
                <a:solidFill>
                  <a:schemeClr val="dk2"/>
                </a:solidFill>
                <a:latin typeface="Sora ExtraLight"/>
                <a:ea typeface="Sora ExtraLight"/>
                <a:cs typeface="Sora ExtraLight"/>
                <a:sym typeface="Sora ExtraLight"/>
              </a:rPr>
              <a:t>We propose an intelligent and practical migration framework that enables risk-driven and context-aware adoption of post-quantum cryptography.</a:t>
            </a:r>
            <a:endParaRPr sz="1700">
              <a:solidFill>
                <a:schemeClr val="dk2"/>
              </a:solidFill>
              <a:latin typeface="Sora ExtraLight"/>
              <a:ea typeface="Sora ExtraLight"/>
              <a:cs typeface="Sora ExtraLight"/>
              <a:sym typeface="Sora ExtraLight"/>
            </a:endParaRPr>
          </a:p>
          <a:p>
            <a:pPr indent="0" lvl="0" marL="0" rtl="0" algn="just">
              <a:lnSpc>
                <a:spcPct val="115000"/>
              </a:lnSpc>
              <a:spcBef>
                <a:spcPts val="1200"/>
              </a:spcBef>
              <a:spcAft>
                <a:spcPts val="0"/>
              </a:spcAft>
              <a:buNone/>
            </a:pPr>
            <a:r>
              <a:rPr lang="en-US" sz="1700">
                <a:solidFill>
                  <a:schemeClr val="dk2"/>
                </a:solidFill>
                <a:latin typeface="Sora ExtraLight"/>
                <a:ea typeface="Sora ExtraLight"/>
                <a:cs typeface="Sora ExtraLight"/>
                <a:sym typeface="Sora ExtraLight"/>
              </a:rPr>
              <a:t>Instead of applying uniform security upgrades across all devices, the system evaluates the risk associated with each system and determines the appropriate level of cryptographic protection required. This ensures that critical systems receive stronger protection, while less critical systems are not overloaded with unnecessary computational costs.</a:t>
            </a:r>
            <a:endParaRPr sz="1700">
              <a:solidFill>
                <a:schemeClr val="dk2"/>
              </a:solidFill>
              <a:latin typeface="Sora ExtraLight"/>
              <a:ea typeface="Sora ExtraLight"/>
              <a:cs typeface="Sora ExtraLight"/>
              <a:sym typeface="Sora ExtraLight"/>
            </a:endParaRPr>
          </a:p>
          <a:p>
            <a:pPr indent="0" lvl="0" marL="0" rtl="0" algn="just">
              <a:spcBef>
                <a:spcPts val="1200"/>
              </a:spcBef>
              <a:spcAft>
                <a:spcPts val="1200"/>
              </a:spcAft>
              <a:buNone/>
            </a:pPr>
            <a:r>
              <a:t/>
            </a:r>
            <a:endParaRPr sz="1700">
              <a:solidFill>
                <a:schemeClr val="dk2"/>
              </a:solidFill>
              <a:latin typeface="Sora ExtraLight"/>
              <a:ea typeface="Sora ExtraLight"/>
              <a:cs typeface="Sora ExtraLight"/>
              <a:sym typeface="Sora ExtraLight"/>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2" name="Shape 1002"/>
        <p:cNvGrpSpPr/>
        <p:nvPr/>
      </p:nvGrpSpPr>
      <p:grpSpPr>
        <a:xfrm>
          <a:off x="0" y="0"/>
          <a:ext cx="0" cy="0"/>
          <a:chOff x="0" y="0"/>
          <a:chExt cx="0" cy="0"/>
        </a:xfrm>
      </p:grpSpPr>
      <p:sp>
        <p:nvSpPr>
          <p:cNvPr id="1003" name="Google Shape;1003;p69"/>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rPr b="1" lang="en-US" sz="2300">
                <a:solidFill>
                  <a:schemeClr val="dk1"/>
                </a:solidFill>
                <a:latin typeface="Arial"/>
                <a:ea typeface="Arial"/>
                <a:cs typeface="Arial"/>
                <a:sym typeface="Arial"/>
              </a:rPr>
              <a:t>Architecture</a:t>
            </a:r>
            <a:r>
              <a:rPr b="1" lang="en-US" sz="2300">
                <a:solidFill>
                  <a:schemeClr val="dk1"/>
                </a:solidFill>
                <a:latin typeface="Arial"/>
                <a:ea typeface="Arial"/>
                <a:cs typeface="Arial"/>
                <a:sym typeface="Arial"/>
              </a:rPr>
              <a:t> Overview</a:t>
            </a:r>
            <a:endParaRPr>
              <a:solidFill>
                <a:schemeClr val="dk1"/>
              </a:solidFill>
            </a:endParaRPr>
          </a:p>
        </p:txBody>
      </p:sp>
      <p:sp>
        <p:nvSpPr>
          <p:cNvPr id="1004" name="Google Shape;1004;p69"/>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spcBef>
                <a:spcPts val="1200"/>
              </a:spcBef>
              <a:spcAft>
                <a:spcPts val="0"/>
              </a:spcAft>
              <a:buNone/>
            </a:pPr>
            <a:r>
              <a:rPr lang="en-US" sz="1500"/>
              <a:t>The proposed framework is based on a two-layer architecture designed to separate risk evaluation from decision-making.</a:t>
            </a:r>
            <a:endParaRPr sz="1500"/>
          </a:p>
          <a:p>
            <a:pPr indent="0" lvl="0" marL="0" rtl="0" algn="just">
              <a:spcBef>
                <a:spcPts val="1200"/>
              </a:spcBef>
              <a:spcAft>
                <a:spcPts val="1200"/>
              </a:spcAft>
              <a:buNone/>
            </a:pPr>
            <a:r>
              <a:rPr lang="en-US" sz="1500"/>
              <a:t>The first layer evaluates the level of quantum risk associated with each system, while the second layer uses this information to decide the most suitable cryptographic configuration. This separation makes the system modular, scalable, and easier to adapt to different environments.</a:t>
            </a:r>
            <a:endParaRPr sz="15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8" name="Shape 1008"/>
        <p:cNvGrpSpPr/>
        <p:nvPr/>
      </p:nvGrpSpPr>
      <p:grpSpPr>
        <a:xfrm>
          <a:off x="0" y="0"/>
          <a:ext cx="0" cy="0"/>
          <a:chOff x="0" y="0"/>
          <a:chExt cx="0" cy="0"/>
        </a:xfrm>
      </p:grpSpPr>
      <p:sp>
        <p:nvSpPr>
          <p:cNvPr id="1009" name="Google Shape;1009;p70"/>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rPr b="1" lang="en-US" sz="2300">
                <a:solidFill>
                  <a:schemeClr val="dk1"/>
                </a:solidFill>
                <a:latin typeface="Arial"/>
                <a:ea typeface="Arial"/>
                <a:cs typeface="Arial"/>
                <a:sym typeface="Arial"/>
              </a:rPr>
              <a:t>Architecture Layer Details</a:t>
            </a:r>
            <a:endParaRPr>
              <a:solidFill>
                <a:schemeClr val="dk1"/>
              </a:solidFill>
            </a:endParaRPr>
          </a:p>
        </p:txBody>
      </p:sp>
      <p:sp>
        <p:nvSpPr>
          <p:cNvPr id="1010" name="Google Shape;1010;p70"/>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spcBef>
                <a:spcPts val="1200"/>
              </a:spcBef>
              <a:spcAft>
                <a:spcPts val="0"/>
              </a:spcAft>
              <a:buNone/>
            </a:pPr>
            <a:r>
              <a:rPr lang="en-US" sz="1500"/>
              <a:t>The first layer, called the Quantum Risk Evaluation Engine, computes a Quantum Risk Index using factors such as data sensitivity, system exposure, data lifetime, threat window, and device capability. This index provides a measurable representation of risk.</a:t>
            </a:r>
            <a:endParaRPr sz="1500"/>
          </a:p>
          <a:p>
            <a:pPr indent="0" lvl="0" marL="0" rtl="0" algn="just">
              <a:spcBef>
                <a:spcPts val="1200"/>
              </a:spcBef>
              <a:spcAft>
                <a:spcPts val="1200"/>
              </a:spcAft>
              <a:buNone/>
            </a:pPr>
            <a:r>
              <a:rPr lang="en-US" sz="1500"/>
              <a:t>The second layer, called the Context-Aware Cryptographic Decision Engine, uses this risk score along with system constraints to select appropriate cryptographic methods. This layer ensures that security decisions are tailored to the needs of each system rather than being fixed.</a:t>
            </a:r>
            <a:endParaRPr sz="15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4" name="Shape 1014"/>
        <p:cNvGrpSpPr/>
        <p:nvPr/>
      </p:nvGrpSpPr>
      <p:grpSpPr>
        <a:xfrm>
          <a:off x="0" y="0"/>
          <a:ext cx="0" cy="0"/>
          <a:chOff x="0" y="0"/>
          <a:chExt cx="0" cy="0"/>
        </a:xfrm>
      </p:grpSpPr>
      <p:sp>
        <p:nvSpPr>
          <p:cNvPr id="1015" name="Google Shape;1015;p71"/>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rPr b="1" lang="en-US" sz="2300">
                <a:solidFill>
                  <a:schemeClr val="dk1"/>
                </a:solidFill>
                <a:latin typeface="Arial"/>
                <a:ea typeface="Arial"/>
                <a:cs typeface="Arial"/>
                <a:sym typeface="Arial"/>
              </a:rPr>
              <a:t>Architecture Layer Details</a:t>
            </a:r>
            <a:endParaRPr>
              <a:solidFill>
                <a:schemeClr val="dk1"/>
              </a:solidFill>
            </a:endParaRPr>
          </a:p>
        </p:txBody>
      </p:sp>
      <p:pic>
        <p:nvPicPr>
          <p:cNvPr id="1016" name="Google Shape;1016;p71"/>
          <p:cNvPicPr preferRelativeResize="0"/>
          <p:nvPr/>
        </p:nvPicPr>
        <p:blipFill>
          <a:blip r:embed="rId3">
            <a:alphaModFix/>
          </a:blip>
          <a:stretch>
            <a:fillRect/>
          </a:stretch>
        </p:blipFill>
        <p:spPr>
          <a:xfrm>
            <a:off x="731625" y="1150324"/>
            <a:ext cx="8098325" cy="47927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0" name="Shape 1020"/>
        <p:cNvGrpSpPr/>
        <p:nvPr/>
      </p:nvGrpSpPr>
      <p:grpSpPr>
        <a:xfrm>
          <a:off x="0" y="0"/>
          <a:ext cx="0" cy="0"/>
          <a:chOff x="0" y="0"/>
          <a:chExt cx="0" cy="0"/>
        </a:xfrm>
      </p:grpSpPr>
      <p:sp>
        <p:nvSpPr>
          <p:cNvPr id="1021" name="Google Shape;1021;p72"/>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0"/>
              </a:spcAft>
              <a:buNone/>
            </a:pPr>
            <a:r>
              <a:rPr b="1" lang="en-US" sz="2300">
                <a:solidFill>
                  <a:schemeClr val="dk1"/>
                </a:solidFill>
                <a:latin typeface="Arial"/>
                <a:ea typeface="Arial"/>
                <a:cs typeface="Arial"/>
                <a:sym typeface="Arial"/>
              </a:rPr>
              <a:t>Brief overview of PQC algorithms </a:t>
            </a:r>
            <a:endParaRPr b="1" sz="2300">
              <a:solidFill>
                <a:schemeClr val="dk1"/>
              </a:solidFill>
              <a:latin typeface="Arial"/>
              <a:ea typeface="Arial"/>
              <a:cs typeface="Arial"/>
              <a:sym typeface="Arial"/>
            </a:endParaRPr>
          </a:p>
          <a:p>
            <a:pPr indent="0" lvl="0" marL="0" rtl="0" algn="l">
              <a:lnSpc>
                <a:spcPct val="115000"/>
              </a:lnSpc>
              <a:spcBef>
                <a:spcPts val="2400"/>
              </a:spcBef>
              <a:spcAft>
                <a:spcPts val="600"/>
              </a:spcAft>
              <a:buNone/>
            </a:pPr>
            <a:r>
              <a:t/>
            </a:r>
            <a:endParaRPr b="1" sz="2300">
              <a:solidFill>
                <a:schemeClr val="dk1"/>
              </a:solidFill>
              <a:latin typeface="Arial"/>
              <a:ea typeface="Arial"/>
              <a:cs typeface="Arial"/>
              <a:sym typeface="Arial"/>
            </a:endParaRPr>
          </a:p>
        </p:txBody>
      </p:sp>
      <p:pic>
        <p:nvPicPr>
          <p:cNvPr id="1022" name="Google Shape;1022;p72"/>
          <p:cNvPicPr preferRelativeResize="0"/>
          <p:nvPr/>
        </p:nvPicPr>
        <p:blipFill>
          <a:blip r:embed="rId3">
            <a:alphaModFix/>
          </a:blip>
          <a:stretch>
            <a:fillRect/>
          </a:stretch>
        </p:blipFill>
        <p:spPr>
          <a:xfrm>
            <a:off x="-487775" y="704725"/>
            <a:ext cx="4535150" cy="4228999"/>
          </a:xfrm>
          <a:prstGeom prst="rect">
            <a:avLst/>
          </a:prstGeom>
          <a:noFill/>
          <a:ln>
            <a:noFill/>
          </a:ln>
        </p:spPr>
      </p:pic>
      <p:graphicFrame>
        <p:nvGraphicFramePr>
          <p:cNvPr id="1023" name="Google Shape;1023;p72"/>
          <p:cNvGraphicFramePr/>
          <p:nvPr/>
        </p:nvGraphicFramePr>
        <p:xfrm>
          <a:off x="4144488" y="1574875"/>
          <a:ext cx="3000000" cy="3000000"/>
        </p:xfrm>
        <a:graphic>
          <a:graphicData uri="http://schemas.openxmlformats.org/drawingml/2006/table">
            <a:tbl>
              <a:tblPr>
                <a:noFill/>
                <a:tableStyleId>{21D86D51-2FE4-4C06-8312-7F2F873E60D7}</a:tableStyleId>
              </a:tblPr>
              <a:tblGrid>
                <a:gridCol w="1590300"/>
                <a:gridCol w="1590300"/>
                <a:gridCol w="1590300"/>
              </a:tblGrid>
              <a:tr h="260150">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TLS Step</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What happens</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PQC Implementation</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685850">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ClientHello</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Client proposes crypto</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 (512/768/1024)</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73000">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Server Certificate</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Identity proof</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Dilithium / FALCON</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685850">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Key Exchange</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Shared secret setup</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 (512/768/1024)</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73000">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Verification</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Check server identity</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Dilithium / FALCON</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73000">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Session Keys</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Derived from secret</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(Symmetric crypto)</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73"/>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0"/>
              </a:spcAft>
              <a:buNone/>
            </a:pPr>
            <a:r>
              <a:rPr b="1" lang="en-US" sz="2300">
                <a:solidFill>
                  <a:schemeClr val="dk1"/>
                </a:solidFill>
                <a:latin typeface="Arial"/>
                <a:ea typeface="Arial"/>
                <a:cs typeface="Arial"/>
                <a:sym typeface="Arial"/>
              </a:rPr>
              <a:t>Brief overview of PQC algorithms </a:t>
            </a:r>
            <a:endParaRPr b="1" sz="2300">
              <a:solidFill>
                <a:schemeClr val="dk1"/>
              </a:solidFill>
              <a:latin typeface="Arial"/>
              <a:ea typeface="Arial"/>
              <a:cs typeface="Arial"/>
              <a:sym typeface="Arial"/>
            </a:endParaRPr>
          </a:p>
          <a:p>
            <a:pPr indent="0" lvl="0" marL="0" rtl="0" algn="l">
              <a:lnSpc>
                <a:spcPct val="115000"/>
              </a:lnSpc>
              <a:spcBef>
                <a:spcPts val="2400"/>
              </a:spcBef>
              <a:spcAft>
                <a:spcPts val="600"/>
              </a:spcAft>
              <a:buNone/>
            </a:pPr>
            <a:r>
              <a:t/>
            </a:r>
            <a:endParaRPr b="1" sz="2300">
              <a:solidFill>
                <a:schemeClr val="dk1"/>
              </a:solidFill>
              <a:latin typeface="Arial"/>
              <a:ea typeface="Arial"/>
              <a:cs typeface="Arial"/>
              <a:sym typeface="Arial"/>
            </a:endParaRPr>
          </a:p>
        </p:txBody>
      </p:sp>
      <p:sp>
        <p:nvSpPr>
          <p:cNvPr id="1029" name="Google Shape;1029;p73"/>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marR="0" rtl="0" algn="l">
              <a:lnSpc>
                <a:spcPct val="115000"/>
              </a:lnSpc>
              <a:spcBef>
                <a:spcPts val="0"/>
              </a:spcBef>
              <a:spcAft>
                <a:spcPts val="0"/>
              </a:spcAft>
              <a:buNone/>
            </a:pPr>
            <a:r>
              <a:rPr lang="en-US" sz="1500"/>
              <a:t>Key Exchange (KEM)</a:t>
            </a:r>
            <a:endParaRPr sz="1500"/>
          </a:p>
          <a:p>
            <a:pPr indent="0" lvl="0" marL="0" marR="0" rtl="0" algn="l">
              <a:lnSpc>
                <a:spcPct val="115000"/>
              </a:lnSpc>
              <a:spcBef>
                <a:spcPts val="0"/>
              </a:spcBef>
              <a:spcAft>
                <a:spcPts val="0"/>
              </a:spcAft>
              <a:buNone/>
            </a:pPr>
            <a:r>
              <a:rPr lang="en-US" sz="1500"/>
              <a:t>These are used to establish a shared secret between two parties.</a:t>
            </a:r>
            <a:endParaRPr sz="1500"/>
          </a:p>
          <a:p>
            <a:pPr indent="0" lvl="0" marL="0" marR="0" rtl="0" algn="l">
              <a:lnSpc>
                <a:spcPct val="115000"/>
              </a:lnSpc>
              <a:spcBef>
                <a:spcPts val="0"/>
              </a:spcBef>
              <a:spcAft>
                <a:spcPts val="0"/>
              </a:spcAft>
              <a:buNone/>
            </a:pPr>
            <a:r>
              <a:t/>
            </a:r>
            <a:endParaRPr sz="1500"/>
          </a:p>
        </p:txBody>
      </p:sp>
      <p:graphicFrame>
        <p:nvGraphicFramePr>
          <p:cNvPr id="1030" name="Google Shape;1030;p73"/>
          <p:cNvGraphicFramePr/>
          <p:nvPr/>
        </p:nvGraphicFramePr>
        <p:xfrm>
          <a:off x="1979325" y="2282250"/>
          <a:ext cx="3000000" cy="3000000"/>
        </p:xfrm>
        <a:graphic>
          <a:graphicData uri="http://schemas.openxmlformats.org/drawingml/2006/table">
            <a:tbl>
              <a:tblPr>
                <a:noFill/>
                <a:tableStyleId>{21D86D51-2FE4-4C06-8312-7F2F873E60D7}</a:tableStyleId>
              </a:tblPr>
              <a:tblGrid>
                <a:gridCol w="1483875"/>
                <a:gridCol w="4252525"/>
              </a:tblGrid>
              <a:tr h="200025">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Algorithm</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Where used</a:t>
                      </a:r>
                      <a:endParaRPr sz="1500">
                        <a:solidFill>
                          <a:schemeClr val="dk2"/>
                        </a:solidFill>
                        <a:latin typeface="Sora ExtraLight"/>
                        <a:ea typeface="Sora ExtraLight"/>
                        <a:cs typeface="Sora ExtraLight"/>
                        <a:sym typeface="Sora ExtraLight"/>
                      </a:endParaRPr>
                    </a:p>
                  </a:txBody>
                  <a:tcPr marT="91425" marB="91425" marR="91425" marL="91425"/>
                </a:tc>
              </a:tr>
              <a:tr h="200025">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Kyber-512</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Constrained / low capability devices</a:t>
                      </a:r>
                      <a:endParaRPr sz="1500">
                        <a:solidFill>
                          <a:schemeClr val="dk2"/>
                        </a:solidFill>
                        <a:latin typeface="Sora ExtraLight"/>
                        <a:ea typeface="Sora ExtraLight"/>
                        <a:cs typeface="Sora ExtraLight"/>
                        <a:sym typeface="Sora ExtraLight"/>
                      </a:endParaRPr>
                    </a:p>
                  </a:txBody>
                  <a:tcPr marT="91425" marB="91425" marR="91425" marL="91425"/>
                </a:tc>
              </a:tr>
              <a:tr h="200025">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Kyber-768</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Default for moderate–high systems</a:t>
                      </a:r>
                      <a:endParaRPr sz="1500">
                        <a:solidFill>
                          <a:schemeClr val="dk2"/>
                        </a:solidFill>
                        <a:latin typeface="Sora ExtraLight"/>
                        <a:ea typeface="Sora ExtraLight"/>
                        <a:cs typeface="Sora ExtraLight"/>
                        <a:sym typeface="Sora ExtraLight"/>
                      </a:endParaRPr>
                    </a:p>
                  </a:txBody>
                  <a:tcPr marT="91425" marB="91425" marR="91425" marL="91425"/>
                </a:tc>
              </a:tr>
              <a:tr h="200025">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Kyber-1024</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High / critical risk systems</a:t>
                      </a:r>
                      <a:endParaRPr sz="1500">
                        <a:solidFill>
                          <a:schemeClr val="dk2"/>
                        </a:solidFill>
                        <a:latin typeface="Sora ExtraLight"/>
                        <a:ea typeface="Sora ExtraLight"/>
                        <a:cs typeface="Sora ExtraLight"/>
                        <a:sym typeface="Sora ExtraLight"/>
                      </a:endParaRPr>
                    </a:p>
                  </a:txBody>
                  <a:tcPr marT="91425" marB="91425" marR="91425" marL="91425"/>
                </a:tc>
              </a:tr>
            </a:tbl>
          </a:graphicData>
        </a:graphic>
      </p:graphicFrame>
      <p:sp>
        <p:nvSpPr>
          <p:cNvPr id="1031" name="Google Shape;1031;p73"/>
          <p:cNvSpPr txBox="1"/>
          <p:nvPr/>
        </p:nvSpPr>
        <p:spPr>
          <a:xfrm>
            <a:off x="2076750" y="4450400"/>
            <a:ext cx="5178300" cy="13659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lang="en-US" sz="1500">
                <a:solidFill>
                  <a:schemeClr val="dk2"/>
                </a:solidFill>
                <a:latin typeface="Sora ExtraLight"/>
                <a:ea typeface="Sora ExtraLight"/>
                <a:cs typeface="Sora ExtraLight"/>
                <a:sym typeface="Sora ExtraLight"/>
              </a:rPr>
              <a:t>Im</a:t>
            </a:r>
            <a:r>
              <a:rPr lang="en-US" sz="1500">
                <a:solidFill>
                  <a:schemeClr val="dk2"/>
                </a:solidFill>
                <a:latin typeface="Sora ExtraLight"/>
                <a:ea typeface="Sora ExtraLight"/>
                <a:cs typeface="Sora ExtraLight"/>
                <a:sym typeface="Sora ExtraLight"/>
              </a:rPr>
              <a:t>plemented</a:t>
            </a:r>
            <a:r>
              <a:rPr lang="en-US" sz="1500">
                <a:solidFill>
                  <a:schemeClr val="dk2"/>
                </a:solidFill>
                <a:latin typeface="Sora ExtraLight"/>
                <a:ea typeface="Sora ExtraLight"/>
                <a:cs typeface="Sora ExtraLight"/>
                <a:sym typeface="Sora ExtraLight"/>
              </a:rPr>
              <a:t> as:</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1200"/>
              </a:spcBef>
              <a:spcAft>
                <a:spcPts val="0"/>
              </a:spcAft>
              <a:buSzPts val="1100"/>
              <a:buChar char="●"/>
            </a:pPr>
            <a:r>
              <a:rPr lang="en-US" sz="1500">
                <a:solidFill>
                  <a:schemeClr val="dk2"/>
                </a:solidFill>
                <a:latin typeface="Sora ExtraLight"/>
                <a:ea typeface="Sora ExtraLight"/>
                <a:cs typeface="Sora ExtraLight"/>
                <a:sym typeface="Sora ExtraLight"/>
              </a:rPr>
              <a:t>kyber512_constrained</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0"/>
              </a:spcBef>
              <a:spcAft>
                <a:spcPts val="0"/>
              </a:spcAft>
              <a:buSzPts val="1100"/>
              <a:buChar char="●"/>
            </a:pPr>
            <a:r>
              <a:rPr lang="en-US" sz="1500">
                <a:solidFill>
                  <a:schemeClr val="dk2"/>
                </a:solidFill>
                <a:latin typeface="Sora ExtraLight"/>
                <a:ea typeface="Sora ExtraLight"/>
                <a:cs typeface="Sora ExtraLight"/>
                <a:sym typeface="Sora ExtraLight"/>
              </a:rPr>
              <a:t>kyber768_*</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0"/>
              </a:spcBef>
              <a:spcAft>
                <a:spcPts val="0"/>
              </a:spcAft>
              <a:buSzPts val="1100"/>
              <a:buChar char="●"/>
            </a:pPr>
            <a:r>
              <a:rPr lang="en-US" sz="1500">
                <a:solidFill>
                  <a:schemeClr val="dk2"/>
                </a:solidFill>
                <a:latin typeface="Sora ExtraLight"/>
                <a:ea typeface="Sora ExtraLight"/>
                <a:cs typeface="Sora ExtraLight"/>
                <a:sym typeface="Sora ExtraLight"/>
              </a:rPr>
              <a:t>kyber1024_*</a:t>
            </a:r>
            <a:endParaRPr sz="1500">
              <a:solidFill>
                <a:schemeClr val="dk2"/>
              </a:solidFill>
              <a:latin typeface="Sora ExtraLight"/>
              <a:ea typeface="Sora ExtraLight"/>
              <a:cs typeface="Sora ExtraLight"/>
              <a:sym typeface="Sora ExtraLight"/>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5" name="Shape 1035"/>
        <p:cNvGrpSpPr/>
        <p:nvPr/>
      </p:nvGrpSpPr>
      <p:grpSpPr>
        <a:xfrm>
          <a:off x="0" y="0"/>
          <a:ext cx="0" cy="0"/>
          <a:chOff x="0" y="0"/>
          <a:chExt cx="0" cy="0"/>
        </a:xfrm>
      </p:grpSpPr>
      <p:sp>
        <p:nvSpPr>
          <p:cNvPr id="1036" name="Google Shape;1036;p74"/>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t/>
            </a:r>
            <a:endParaRPr b="1" sz="2300">
              <a:solidFill>
                <a:schemeClr val="dk1"/>
              </a:solidFill>
              <a:latin typeface="Arial"/>
              <a:ea typeface="Arial"/>
              <a:cs typeface="Arial"/>
              <a:sym typeface="Arial"/>
            </a:endParaRPr>
          </a:p>
        </p:txBody>
      </p:sp>
      <p:sp>
        <p:nvSpPr>
          <p:cNvPr id="1037" name="Google Shape;1037;p74"/>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marR="0" rtl="0" algn="l">
              <a:lnSpc>
                <a:spcPct val="115000"/>
              </a:lnSpc>
              <a:spcBef>
                <a:spcPts val="0"/>
              </a:spcBef>
              <a:spcAft>
                <a:spcPts val="0"/>
              </a:spcAft>
              <a:buNone/>
            </a:pPr>
            <a:r>
              <a:rPr lang="en-US" sz="1500"/>
              <a:t>Digital Signatures</a:t>
            </a:r>
            <a:endParaRPr sz="1500"/>
          </a:p>
          <a:p>
            <a:pPr indent="0" lvl="0" marL="0" marR="0" rtl="0" algn="l">
              <a:lnSpc>
                <a:spcPct val="115000"/>
              </a:lnSpc>
              <a:spcBef>
                <a:spcPts val="0"/>
              </a:spcBef>
              <a:spcAft>
                <a:spcPts val="0"/>
              </a:spcAft>
              <a:buNone/>
            </a:pPr>
            <a:r>
              <a:rPr lang="en-US" sz="1500"/>
              <a:t>Used to prove identity and ensure authenticity.</a:t>
            </a:r>
            <a:endParaRPr sz="1500"/>
          </a:p>
          <a:p>
            <a:pPr indent="0" lvl="0" marL="0" marR="0" rtl="0" algn="l">
              <a:lnSpc>
                <a:spcPct val="115000"/>
              </a:lnSpc>
              <a:spcBef>
                <a:spcPts val="0"/>
              </a:spcBef>
              <a:spcAft>
                <a:spcPts val="0"/>
              </a:spcAft>
              <a:buNone/>
            </a:pPr>
            <a:r>
              <a:t/>
            </a:r>
            <a:endParaRPr sz="1500"/>
          </a:p>
          <a:p>
            <a:pPr indent="0" lvl="0" marL="0" marR="0" rtl="0" algn="l">
              <a:lnSpc>
                <a:spcPct val="115000"/>
              </a:lnSpc>
              <a:spcBef>
                <a:spcPts val="0"/>
              </a:spcBef>
              <a:spcAft>
                <a:spcPts val="0"/>
              </a:spcAft>
              <a:buNone/>
            </a:pPr>
            <a:r>
              <a:rPr lang="en-US" sz="1500"/>
              <a:t>Primary signature verification:</a:t>
            </a:r>
            <a:endParaRPr sz="1500"/>
          </a:p>
        </p:txBody>
      </p:sp>
      <p:graphicFrame>
        <p:nvGraphicFramePr>
          <p:cNvPr id="1038" name="Google Shape;1038;p74"/>
          <p:cNvGraphicFramePr/>
          <p:nvPr/>
        </p:nvGraphicFramePr>
        <p:xfrm>
          <a:off x="1979325" y="2282250"/>
          <a:ext cx="3000000" cy="3000000"/>
        </p:xfrm>
        <a:graphic>
          <a:graphicData uri="http://schemas.openxmlformats.org/drawingml/2006/table">
            <a:tbl>
              <a:tblPr>
                <a:noFill/>
                <a:tableStyleId>{21D86D51-2FE4-4C06-8312-7F2F873E60D7}</a:tableStyleId>
              </a:tblPr>
              <a:tblGrid>
                <a:gridCol w="1483875"/>
                <a:gridCol w="4252525"/>
              </a:tblGrid>
              <a:tr h="200025">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Algorithm</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Where used</a:t>
                      </a:r>
                      <a:endParaRPr sz="1500">
                        <a:solidFill>
                          <a:schemeClr val="dk2"/>
                        </a:solidFill>
                        <a:latin typeface="Sora ExtraLight"/>
                        <a:ea typeface="Sora ExtraLight"/>
                        <a:cs typeface="Sora ExtraLight"/>
                        <a:sym typeface="Sora ExtraLight"/>
                      </a:endParaRPr>
                    </a:p>
                  </a:txBody>
                  <a:tcPr marT="91425" marB="91425" marR="91425" marL="91425"/>
                </a:tc>
              </a:tr>
              <a:tr h="200025">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Dilithium-3</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Moderate to high systems</a:t>
                      </a:r>
                      <a:endParaRPr sz="1500">
                        <a:solidFill>
                          <a:schemeClr val="dk2"/>
                        </a:solidFill>
                        <a:latin typeface="Sora ExtraLight"/>
                        <a:ea typeface="Sora ExtraLight"/>
                        <a:cs typeface="Sora ExtraLight"/>
                        <a:sym typeface="Sora ExtraLight"/>
                      </a:endParaRPr>
                    </a:p>
                  </a:txBody>
                  <a:tcPr marT="91425" marB="91425" marR="91425" marL="91425"/>
                </a:tc>
              </a:tr>
              <a:tr h="200025">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Dilithium-5</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High / critical risk systems</a:t>
                      </a:r>
                      <a:endParaRPr sz="1500">
                        <a:solidFill>
                          <a:schemeClr val="dk2"/>
                        </a:solidFill>
                        <a:latin typeface="Sora ExtraLight"/>
                        <a:ea typeface="Sora ExtraLight"/>
                        <a:cs typeface="Sora ExtraLight"/>
                        <a:sym typeface="Sora ExtraLight"/>
                      </a:endParaRPr>
                    </a:p>
                  </a:txBody>
                  <a:tcPr marT="91425" marB="91425" marR="91425" marL="91425"/>
                </a:tc>
              </a:tr>
            </a:tbl>
          </a:graphicData>
        </a:graphic>
      </p:graphicFrame>
      <p:sp>
        <p:nvSpPr>
          <p:cNvPr id="1039" name="Google Shape;1039;p74"/>
          <p:cNvSpPr txBox="1"/>
          <p:nvPr/>
        </p:nvSpPr>
        <p:spPr>
          <a:xfrm>
            <a:off x="2076750" y="4450400"/>
            <a:ext cx="5178300" cy="11004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lang="en-US" sz="1500">
                <a:solidFill>
                  <a:schemeClr val="dk2"/>
                </a:solidFill>
                <a:latin typeface="Sora ExtraLight"/>
                <a:ea typeface="Sora ExtraLight"/>
                <a:cs typeface="Sora ExtraLight"/>
                <a:sym typeface="Sora ExtraLight"/>
              </a:rPr>
              <a:t>Implemented as:</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1200"/>
              </a:spcBef>
              <a:spcAft>
                <a:spcPts val="0"/>
              </a:spcAft>
              <a:buSzPts val="1100"/>
              <a:buChar char="●"/>
            </a:pPr>
            <a:r>
              <a:rPr lang="en-US" sz="1500">
                <a:solidFill>
                  <a:schemeClr val="dk2"/>
                </a:solidFill>
                <a:latin typeface="Sora ExtraLight"/>
                <a:ea typeface="Sora ExtraLight"/>
                <a:cs typeface="Sora ExtraLight"/>
                <a:sym typeface="Sora ExtraLight"/>
              </a:rPr>
              <a:t>kyber768_dilithium3</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0"/>
              </a:spcBef>
              <a:spcAft>
                <a:spcPts val="0"/>
              </a:spcAft>
              <a:buSzPts val="1100"/>
              <a:buChar char="●"/>
            </a:pPr>
            <a:r>
              <a:rPr lang="en-US" sz="1500">
                <a:solidFill>
                  <a:schemeClr val="dk2"/>
                </a:solidFill>
                <a:latin typeface="Sora ExtraLight"/>
                <a:ea typeface="Sora ExtraLight"/>
                <a:cs typeface="Sora ExtraLight"/>
                <a:sym typeface="Sora ExtraLight"/>
              </a:rPr>
              <a:t>kyber1024_dilithium5</a:t>
            </a:r>
            <a:endParaRPr sz="1500">
              <a:solidFill>
                <a:schemeClr val="dk2"/>
              </a:solidFill>
              <a:latin typeface="Sora ExtraLight"/>
              <a:ea typeface="Sora ExtraLight"/>
              <a:cs typeface="Sora ExtraLight"/>
              <a:sym typeface="Sora ExtraLight"/>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3" name="Shape 1043"/>
        <p:cNvGrpSpPr/>
        <p:nvPr/>
      </p:nvGrpSpPr>
      <p:grpSpPr>
        <a:xfrm>
          <a:off x="0" y="0"/>
          <a:ext cx="0" cy="0"/>
          <a:chOff x="0" y="0"/>
          <a:chExt cx="0" cy="0"/>
        </a:xfrm>
      </p:grpSpPr>
      <p:sp>
        <p:nvSpPr>
          <p:cNvPr id="1044" name="Google Shape;1044;p75"/>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t/>
            </a:r>
            <a:endParaRPr b="1" sz="2300">
              <a:solidFill>
                <a:schemeClr val="dk1"/>
              </a:solidFill>
              <a:latin typeface="Arial"/>
              <a:ea typeface="Arial"/>
              <a:cs typeface="Arial"/>
              <a:sym typeface="Arial"/>
            </a:endParaRPr>
          </a:p>
        </p:txBody>
      </p:sp>
      <p:sp>
        <p:nvSpPr>
          <p:cNvPr id="1045" name="Google Shape;1045;p75"/>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marR="0" rtl="0" algn="l">
              <a:lnSpc>
                <a:spcPct val="115000"/>
              </a:lnSpc>
              <a:spcBef>
                <a:spcPts val="0"/>
              </a:spcBef>
              <a:spcAft>
                <a:spcPts val="0"/>
              </a:spcAft>
              <a:buNone/>
            </a:pPr>
            <a:r>
              <a:rPr lang="en-US" sz="1500"/>
              <a:t>Digital Signatures</a:t>
            </a:r>
            <a:endParaRPr sz="1500"/>
          </a:p>
          <a:p>
            <a:pPr indent="0" lvl="0" marL="0" marR="0" rtl="0" algn="l">
              <a:lnSpc>
                <a:spcPct val="115000"/>
              </a:lnSpc>
              <a:spcBef>
                <a:spcPts val="0"/>
              </a:spcBef>
              <a:spcAft>
                <a:spcPts val="0"/>
              </a:spcAft>
              <a:buNone/>
            </a:pPr>
            <a:r>
              <a:rPr lang="en-US" sz="1500"/>
              <a:t>Used to prove identity and ensure authenticity.</a:t>
            </a:r>
            <a:endParaRPr sz="1500"/>
          </a:p>
          <a:p>
            <a:pPr indent="0" lvl="0" marL="0" marR="0" rtl="0" algn="l">
              <a:lnSpc>
                <a:spcPct val="115000"/>
              </a:lnSpc>
              <a:spcBef>
                <a:spcPts val="0"/>
              </a:spcBef>
              <a:spcAft>
                <a:spcPts val="0"/>
              </a:spcAft>
              <a:buNone/>
            </a:pPr>
            <a:r>
              <a:t/>
            </a:r>
            <a:endParaRPr sz="1500"/>
          </a:p>
          <a:p>
            <a:pPr indent="0" lvl="0" marL="0" marR="0" rtl="0" algn="l">
              <a:lnSpc>
                <a:spcPct val="115000"/>
              </a:lnSpc>
              <a:spcBef>
                <a:spcPts val="0"/>
              </a:spcBef>
              <a:spcAft>
                <a:spcPts val="0"/>
              </a:spcAft>
              <a:buNone/>
            </a:pPr>
            <a:r>
              <a:rPr b="1" lang="en-US" sz="1500">
                <a:latin typeface="Sora"/>
                <a:ea typeface="Sora"/>
                <a:cs typeface="Sora"/>
                <a:sym typeface="Sora"/>
              </a:rPr>
              <a:t>More compact version</a:t>
            </a:r>
            <a:endParaRPr b="1" sz="1500">
              <a:latin typeface="Sora"/>
              <a:ea typeface="Sora"/>
              <a:cs typeface="Sora"/>
              <a:sym typeface="Sora"/>
            </a:endParaRPr>
          </a:p>
        </p:txBody>
      </p:sp>
      <p:sp>
        <p:nvSpPr>
          <p:cNvPr id="1046" name="Google Shape;1046;p75"/>
          <p:cNvSpPr txBox="1"/>
          <p:nvPr/>
        </p:nvSpPr>
        <p:spPr>
          <a:xfrm>
            <a:off x="1935900" y="3685275"/>
            <a:ext cx="5178300" cy="11004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lang="en-US" sz="1500">
                <a:solidFill>
                  <a:schemeClr val="dk2"/>
                </a:solidFill>
                <a:latin typeface="Sora ExtraLight"/>
                <a:ea typeface="Sora ExtraLight"/>
                <a:cs typeface="Sora ExtraLight"/>
                <a:sym typeface="Sora ExtraLight"/>
              </a:rPr>
              <a:t>Implemented as:</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1200"/>
              </a:spcBef>
              <a:spcAft>
                <a:spcPts val="0"/>
              </a:spcAft>
              <a:buSzPts val="1100"/>
              <a:buChar char="●"/>
            </a:pPr>
            <a:r>
              <a:rPr lang="en-US" sz="1500">
                <a:solidFill>
                  <a:schemeClr val="dk2"/>
                </a:solidFill>
                <a:latin typeface="Sora ExtraLight"/>
                <a:ea typeface="Sora ExtraLight"/>
                <a:cs typeface="Sora ExtraLight"/>
                <a:sym typeface="Sora ExtraLight"/>
              </a:rPr>
              <a:t>kyber768_falcon512</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0"/>
              </a:spcBef>
              <a:spcAft>
                <a:spcPts val="0"/>
              </a:spcAft>
              <a:buSzPts val="1100"/>
              <a:buChar char="●"/>
            </a:pPr>
            <a:r>
              <a:rPr lang="en-US" sz="1500">
                <a:solidFill>
                  <a:schemeClr val="dk2"/>
                </a:solidFill>
                <a:latin typeface="Sora ExtraLight"/>
                <a:ea typeface="Sora ExtraLight"/>
                <a:cs typeface="Sora ExtraLight"/>
                <a:sym typeface="Sora ExtraLight"/>
              </a:rPr>
              <a:t>kyber512_constrained</a:t>
            </a:r>
            <a:endParaRPr sz="1500">
              <a:solidFill>
                <a:schemeClr val="dk2"/>
              </a:solidFill>
              <a:latin typeface="Sora ExtraLight"/>
              <a:ea typeface="Sora ExtraLight"/>
              <a:cs typeface="Sora ExtraLight"/>
              <a:sym typeface="Sora ExtraLight"/>
            </a:endParaRPr>
          </a:p>
        </p:txBody>
      </p:sp>
      <p:graphicFrame>
        <p:nvGraphicFramePr>
          <p:cNvPr id="1047" name="Google Shape;1047;p75"/>
          <p:cNvGraphicFramePr/>
          <p:nvPr/>
        </p:nvGraphicFramePr>
        <p:xfrm>
          <a:off x="1963700" y="2322850"/>
          <a:ext cx="3000000" cy="3000000"/>
        </p:xfrm>
        <a:graphic>
          <a:graphicData uri="http://schemas.openxmlformats.org/drawingml/2006/table">
            <a:tbl>
              <a:tblPr>
                <a:noFill/>
                <a:tableStyleId>{21D86D51-2FE4-4C06-8312-7F2F873E60D7}</a:tableStyleId>
              </a:tblPr>
              <a:tblGrid>
                <a:gridCol w="2016450"/>
                <a:gridCol w="4012750"/>
              </a:tblGrid>
              <a:tr h="190500">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Algorithm</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Where used</a:t>
                      </a:r>
                      <a:endParaRPr sz="1500">
                        <a:solidFill>
                          <a:schemeClr val="dk2"/>
                        </a:solidFill>
                        <a:latin typeface="Sora ExtraLight"/>
                        <a:ea typeface="Sora ExtraLight"/>
                        <a:cs typeface="Sora ExtraLight"/>
                        <a:sym typeface="Sora ExtraLight"/>
                      </a:endParaRPr>
                    </a:p>
                  </a:txBody>
                  <a:tcPr marT="91425" marB="91425" marR="91425" marL="91425"/>
                </a:tc>
              </a:tr>
              <a:tr h="190500">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FALCON-512</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Moderate capability devices</a:t>
                      </a:r>
                      <a:endParaRPr sz="1500">
                        <a:solidFill>
                          <a:schemeClr val="dk2"/>
                        </a:solidFill>
                        <a:latin typeface="Sora ExtraLight"/>
                        <a:ea typeface="Sora ExtraLight"/>
                        <a:cs typeface="Sora ExtraLight"/>
                        <a:sym typeface="Sora ExtraLight"/>
                      </a:endParaRPr>
                    </a:p>
                  </a:txBody>
                  <a:tcPr marT="91425" marB="91425" marR="91425" marL="91425"/>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1" name="Shape 1051"/>
        <p:cNvGrpSpPr/>
        <p:nvPr/>
      </p:nvGrpSpPr>
      <p:grpSpPr>
        <a:xfrm>
          <a:off x="0" y="0"/>
          <a:ext cx="0" cy="0"/>
          <a:chOff x="0" y="0"/>
          <a:chExt cx="0" cy="0"/>
        </a:xfrm>
      </p:grpSpPr>
      <p:sp>
        <p:nvSpPr>
          <p:cNvPr id="1052" name="Google Shape;1052;p76"/>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t/>
            </a:r>
            <a:endParaRPr b="1" sz="2300">
              <a:solidFill>
                <a:schemeClr val="dk1"/>
              </a:solidFill>
              <a:latin typeface="Arial"/>
              <a:ea typeface="Arial"/>
              <a:cs typeface="Arial"/>
              <a:sym typeface="Arial"/>
            </a:endParaRPr>
          </a:p>
        </p:txBody>
      </p:sp>
      <p:sp>
        <p:nvSpPr>
          <p:cNvPr id="1053" name="Google Shape;1053;p76"/>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marR="0" rtl="0" algn="l">
              <a:lnSpc>
                <a:spcPct val="115000"/>
              </a:lnSpc>
              <a:spcBef>
                <a:spcPts val="0"/>
              </a:spcBef>
              <a:spcAft>
                <a:spcPts val="0"/>
              </a:spcAft>
              <a:buNone/>
            </a:pPr>
            <a:r>
              <a:rPr lang="en-US" sz="1500"/>
              <a:t>Digital Signatures</a:t>
            </a:r>
            <a:endParaRPr sz="1500"/>
          </a:p>
          <a:p>
            <a:pPr indent="0" lvl="0" marL="0" marR="0" rtl="0" algn="l">
              <a:lnSpc>
                <a:spcPct val="115000"/>
              </a:lnSpc>
              <a:spcBef>
                <a:spcPts val="0"/>
              </a:spcBef>
              <a:spcAft>
                <a:spcPts val="0"/>
              </a:spcAft>
              <a:buNone/>
            </a:pPr>
            <a:r>
              <a:rPr lang="en-US" sz="1500"/>
              <a:t>Used to prove identity and ensure authenticity.</a:t>
            </a:r>
            <a:endParaRPr sz="1500"/>
          </a:p>
          <a:p>
            <a:pPr indent="0" lvl="0" marL="0" marR="0" rtl="0" algn="l">
              <a:lnSpc>
                <a:spcPct val="115000"/>
              </a:lnSpc>
              <a:spcBef>
                <a:spcPts val="0"/>
              </a:spcBef>
              <a:spcAft>
                <a:spcPts val="0"/>
              </a:spcAft>
              <a:buNone/>
            </a:pPr>
            <a:r>
              <a:t/>
            </a:r>
            <a:endParaRPr sz="1500"/>
          </a:p>
          <a:p>
            <a:pPr indent="0" lvl="0" marL="0" marR="0" rtl="0" algn="l">
              <a:lnSpc>
                <a:spcPct val="115000"/>
              </a:lnSpc>
              <a:spcBef>
                <a:spcPts val="0"/>
              </a:spcBef>
              <a:spcAft>
                <a:spcPts val="0"/>
              </a:spcAft>
              <a:buNone/>
            </a:pPr>
            <a:r>
              <a:rPr b="1" lang="en-US" sz="1500">
                <a:latin typeface="Sora"/>
                <a:ea typeface="Sora"/>
                <a:cs typeface="Sora"/>
                <a:sym typeface="Sora"/>
              </a:rPr>
              <a:t>Maximum assurance signature</a:t>
            </a:r>
            <a:endParaRPr b="1" sz="1500">
              <a:latin typeface="Sora"/>
              <a:ea typeface="Sora"/>
              <a:cs typeface="Sora"/>
              <a:sym typeface="Sora"/>
            </a:endParaRPr>
          </a:p>
        </p:txBody>
      </p:sp>
      <p:sp>
        <p:nvSpPr>
          <p:cNvPr id="1054" name="Google Shape;1054;p76"/>
          <p:cNvSpPr txBox="1"/>
          <p:nvPr/>
        </p:nvSpPr>
        <p:spPr>
          <a:xfrm>
            <a:off x="1935900" y="3685275"/>
            <a:ext cx="5178300" cy="834900"/>
          </a:xfrm>
          <a:prstGeom prst="rect">
            <a:avLst/>
          </a:prstGeom>
          <a:noFill/>
          <a:ln>
            <a:noFill/>
          </a:ln>
        </p:spPr>
        <p:txBody>
          <a:bodyPr anchorCtr="0" anchor="t" bIns="91425" lIns="91425" spcFirstLastPara="1" rIns="91425" wrap="square" tIns="91425">
            <a:spAutoFit/>
          </a:bodyPr>
          <a:lstStyle/>
          <a:p>
            <a:pPr indent="0" lvl="0" marL="457200" rtl="0" algn="l">
              <a:lnSpc>
                <a:spcPct val="115000"/>
              </a:lnSpc>
              <a:spcBef>
                <a:spcPts val="1200"/>
              </a:spcBef>
              <a:spcAft>
                <a:spcPts val="0"/>
              </a:spcAft>
              <a:buNone/>
            </a:pPr>
            <a:r>
              <a:rPr lang="en-US" sz="1500">
                <a:solidFill>
                  <a:schemeClr val="dk2"/>
                </a:solidFill>
                <a:latin typeface="Sora ExtraLight"/>
                <a:ea typeface="Sora ExtraLight"/>
                <a:cs typeface="Sora ExtraLight"/>
                <a:sym typeface="Sora ExtraLight"/>
              </a:rPr>
              <a:t>Implemented as:</a:t>
            </a:r>
            <a:endParaRPr sz="1500">
              <a:solidFill>
                <a:schemeClr val="dk2"/>
              </a:solidFill>
              <a:latin typeface="Sora ExtraLight"/>
              <a:ea typeface="Sora ExtraLight"/>
              <a:cs typeface="Sora ExtraLight"/>
              <a:sym typeface="Sora ExtraLight"/>
            </a:endParaRPr>
          </a:p>
          <a:p>
            <a:pPr indent="-298450" lvl="0" marL="457200" rtl="0" algn="l">
              <a:lnSpc>
                <a:spcPct val="115000"/>
              </a:lnSpc>
              <a:spcBef>
                <a:spcPts val="1200"/>
              </a:spcBef>
              <a:spcAft>
                <a:spcPts val="0"/>
              </a:spcAft>
              <a:buSzPts val="1100"/>
              <a:buChar char="●"/>
            </a:pPr>
            <a:r>
              <a:rPr lang="en-US" sz="1500">
                <a:solidFill>
                  <a:schemeClr val="dk2"/>
                </a:solidFill>
                <a:latin typeface="Sora ExtraLight"/>
                <a:ea typeface="Sora ExtraLight"/>
                <a:cs typeface="Sora ExtraLight"/>
                <a:sym typeface="Sora ExtraLight"/>
              </a:rPr>
              <a:t>kyber1024_dilithium5_sphincs</a:t>
            </a:r>
            <a:endParaRPr sz="1500">
              <a:solidFill>
                <a:schemeClr val="dk2"/>
              </a:solidFill>
              <a:latin typeface="Sora ExtraLight"/>
              <a:ea typeface="Sora ExtraLight"/>
              <a:cs typeface="Sora ExtraLight"/>
              <a:sym typeface="Sora ExtraLight"/>
            </a:endParaRPr>
          </a:p>
        </p:txBody>
      </p:sp>
      <p:graphicFrame>
        <p:nvGraphicFramePr>
          <p:cNvPr id="1055" name="Google Shape;1055;p76"/>
          <p:cNvGraphicFramePr/>
          <p:nvPr/>
        </p:nvGraphicFramePr>
        <p:xfrm>
          <a:off x="1854488" y="2355650"/>
          <a:ext cx="3000000" cy="3000000"/>
        </p:xfrm>
        <a:graphic>
          <a:graphicData uri="http://schemas.openxmlformats.org/drawingml/2006/table">
            <a:tbl>
              <a:tblPr>
                <a:noFill/>
                <a:tableStyleId>{21D86D51-2FE4-4C06-8312-7F2F873E60D7}</a:tableStyleId>
              </a:tblPr>
              <a:tblGrid>
                <a:gridCol w="1658850"/>
                <a:gridCol w="4001975"/>
              </a:tblGrid>
              <a:tr h="200025">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Algorithm</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Where used</a:t>
                      </a:r>
                      <a:endParaRPr sz="1500">
                        <a:solidFill>
                          <a:schemeClr val="dk2"/>
                        </a:solidFill>
                        <a:latin typeface="Sora ExtraLight"/>
                        <a:ea typeface="Sora ExtraLight"/>
                        <a:cs typeface="Sora ExtraLight"/>
                        <a:sym typeface="Sora ExtraLight"/>
                      </a:endParaRPr>
                    </a:p>
                  </a:txBody>
                  <a:tcPr marT="91425" marB="91425" marR="91425" marL="91425"/>
                </a:tc>
              </a:tr>
              <a:tr h="200025">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SPHINCS+</a:t>
                      </a:r>
                      <a:endParaRPr sz="1500">
                        <a:solidFill>
                          <a:schemeClr val="dk2"/>
                        </a:solidFill>
                        <a:latin typeface="Sora ExtraLight"/>
                        <a:ea typeface="Sora ExtraLight"/>
                        <a:cs typeface="Sora ExtraLight"/>
                        <a:sym typeface="Sora ExtraLight"/>
                      </a:endParaRPr>
                    </a:p>
                  </a:txBody>
                  <a:tcPr marT="91425" marB="91425" marR="91425" marL="91425"/>
                </a:tc>
                <a:tc>
                  <a:txBody>
                    <a:bodyPr/>
                    <a:lstStyle/>
                    <a:p>
                      <a:pPr indent="0" lvl="0" marL="0" rtl="0" algn="l">
                        <a:spcBef>
                          <a:spcPts val="0"/>
                        </a:spcBef>
                        <a:spcAft>
                          <a:spcPts val="0"/>
                        </a:spcAft>
                        <a:buNone/>
                      </a:pPr>
                      <a:r>
                        <a:rPr lang="en-US" sz="1500">
                          <a:solidFill>
                            <a:schemeClr val="dk2"/>
                          </a:solidFill>
                          <a:latin typeface="Sora ExtraLight"/>
                          <a:ea typeface="Sora ExtraLight"/>
                          <a:cs typeface="Sora ExtraLight"/>
                          <a:sym typeface="Sora ExtraLight"/>
                        </a:rPr>
                        <a:t>Critical risk (top tier systems)</a:t>
                      </a:r>
                      <a:endParaRPr sz="1500">
                        <a:solidFill>
                          <a:schemeClr val="dk2"/>
                        </a:solidFill>
                        <a:latin typeface="Sora ExtraLight"/>
                        <a:ea typeface="Sora ExtraLight"/>
                        <a:cs typeface="Sora ExtraLight"/>
                        <a:sym typeface="Sora ExtraLight"/>
                      </a:endParaRPr>
                    </a:p>
                  </a:txBody>
                  <a:tcPr marT="91425" marB="91425" marR="91425" marL="91425"/>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graphicFrame>
        <p:nvGraphicFramePr>
          <p:cNvPr id="1060" name="Google Shape;1060;p77"/>
          <p:cNvGraphicFramePr/>
          <p:nvPr/>
        </p:nvGraphicFramePr>
        <p:xfrm>
          <a:off x="183075" y="862400"/>
          <a:ext cx="3000000" cy="3000000"/>
        </p:xfrm>
        <a:graphic>
          <a:graphicData uri="http://schemas.openxmlformats.org/drawingml/2006/table">
            <a:tbl>
              <a:tblPr>
                <a:noFill/>
                <a:tableStyleId>{21D86D51-2FE4-4C06-8312-7F2F873E60D7}</a:tableStyleId>
              </a:tblPr>
              <a:tblGrid>
                <a:gridCol w="1774350"/>
                <a:gridCol w="1774350"/>
                <a:gridCol w="1274575"/>
                <a:gridCol w="1899300"/>
                <a:gridCol w="2149175"/>
              </a:tblGrid>
              <a:tr h="770750">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QRI Range</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Risk Level</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Device Capability</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Selected Algorithm</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ctr">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Notes</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68842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&lt; 30</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LOW</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Any</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hybrid_kyber512</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Hybrid (RSA + Kyber-512), backward compatible</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9150">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30–50</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MODERATE</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 3</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kyber512_constrained (+ FALCON-512)</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Lightweight PQC for weak devices</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72887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30–50</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MODERATE</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&gt; 3</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kyber768_dilithium3</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Balanced PQC (Level 3)</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74277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50–70</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ELEVATED</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 3</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kyber512_constrained</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Under-secured, upgrade needed</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770750">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50–70</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ELEVATED</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4–5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kyber768_falcon512</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Compact signatures</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4" name="Shape 1064"/>
        <p:cNvGrpSpPr/>
        <p:nvPr/>
      </p:nvGrpSpPr>
      <p:grpSpPr>
        <a:xfrm>
          <a:off x="0" y="0"/>
          <a:ext cx="0" cy="0"/>
          <a:chOff x="0" y="0"/>
          <a:chExt cx="0" cy="0"/>
        </a:xfrm>
      </p:grpSpPr>
      <p:graphicFrame>
        <p:nvGraphicFramePr>
          <p:cNvPr id="1065" name="Google Shape;1065;p78"/>
          <p:cNvGraphicFramePr/>
          <p:nvPr/>
        </p:nvGraphicFramePr>
        <p:xfrm>
          <a:off x="123138" y="1588950"/>
          <a:ext cx="3000000" cy="3000000"/>
        </p:xfrm>
        <a:graphic>
          <a:graphicData uri="http://schemas.openxmlformats.org/drawingml/2006/table">
            <a:tbl>
              <a:tblPr>
                <a:noFill/>
                <a:tableStyleId>{21D86D51-2FE4-4C06-8312-7F2F873E60D7}</a:tableStyleId>
              </a:tblPr>
              <a:tblGrid>
                <a:gridCol w="1798325"/>
                <a:gridCol w="1798325"/>
                <a:gridCol w="1564100"/>
                <a:gridCol w="2032550"/>
                <a:gridCol w="1798325"/>
              </a:tblGrid>
              <a:tr h="20002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70–85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HIGH</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 3</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kyber512_constrained</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Critical gap</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20002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70–85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HIGH</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4–6</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kyber768_dilithium3</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Interim solution</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20002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70–85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HIGH</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&gt; 6</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kyber1024_dilithium5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Full Level 5 security</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20002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 85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CRITICAL</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 3</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kyber512_constrained</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Replace/isolate device</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20002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 85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CRITICAL</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4–7</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kyber1024_dilithium5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Strong primary config</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333375">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 85</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CRITICAL</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&gt; 7</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kyber1024_dilithium5 + SPHINCS+</a:t>
                      </a:r>
                      <a:endParaRPr sz="15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n-US" sz="1500">
                          <a:solidFill>
                            <a:schemeClr val="dk2"/>
                          </a:solidFill>
                          <a:latin typeface="Sora ExtraLight"/>
                          <a:ea typeface="Sora ExtraLight"/>
                          <a:cs typeface="Sora ExtraLight"/>
                          <a:sym typeface="Sora ExtraLight"/>
                        </a:rPr>
                        <a:t>Maximum assurance (dual crypto)</a:t>
                      </a:r>
                      <a:endParaRPr sz="15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9" name="Shape 1069"/>
        <p:cNvGrpSpPr/>
        <p:nvPr/>
      </p:nvGrpSpPr>
      <p:grpSpPr>
        <a:xfrm>
          <a:off x="0" y="0"/>
          <a:ext cx="0" cy="0"/>
          <a:chOff x="0" y="0"/>
          <a:chExt cx="0" cy="0"/>
        </a:xfrm>
      </p:grpSpPr>
      <p:sp>
        <p:nvSpPr>
          <p:cNvPr id="1070" name="Google Shape;1070;p79"/>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0"/>
              </a:spcAft>
              <a:buNone/>
            </a:pPr>
            <a:r>
              <a:rPr b="1" lang="en-US" sz="2300">
                <a:solidFill>
                  <a:schemeClr val="dk1"/>
                </a:solidFill>
                <a:latin typeface="Arial"/>
                <a:ea typeface="Arial"/>
                <a:cs typeface="Arial"/>
                <a:sym typeface="Arial"/>
              </a:rPr>
              <a:t>Tech Stack and </a:t>
            </a:r>
            <a:r>
              <a:rPr b="1" lang="en-US" sz="2300">
                <a:solidFill>
                  <a:schemeClr val="dk1"/>
                </a:solidFill>
                <a:latin typeface="Arial"/>
                <a:ea typeface="Arial"/>
                <a:cs typeface="Arial"/>
                <a:sym typeface="Arial"/>
              </a:rPr>
              <a:t>implementation</a:t>
            </a:r>
            <a:r>
              <a:rPr b="1" lang="en-US" sz="2300">
                <a:solidFill>
                  <a:schemeClr val="dk1"/>
                </a:solidFill>
                <a:latin typeface="Arial"/>
                <a:ea typeface="Arial"/>
                <a:cs typeface="Arial"/>
                <a:sym typeface="Arial"/>
              </a:rPr>
              <a:t> </a:t>
            </a:r>
            <a:endParaRPr b="1" sz="2300">
              <a:solidFill>
                <a:schemeClr val="dk1"/>
              </a:solidFill>
              <a:latin typeface="Arial"/>
              <a:ea typeface="Arial"/>
              <a:cs typeface="Arial"/>
              <a:sym typeface="Arial"/>
            </a:endParaRPr>
          </a:p>
          <a:p>
            <a:pPr indent="0" lvl="0" marL="0" rtl="0" algn="l">
              <a:lnSpc>
                <a:spcPct val="115000"/>
              </a:lnSpc>
              <a:spcBef>
                <a:spcPts val="2400"/>
              </a:spcBef>
              <a:spcAft>
                <a:spcPts val="600"/>
              </a:spcAft>
              <a:buNone/>
            </a:pPr>
            <a:r>
              <a:t/>
            </a:r>
            <a:endParaRPr b="1" sz="2300">
              <a:solidFill>
                <a:schemeClr val="dk1"/>
              </a:solidFill>
              <a:latin typeface="Arial"/>
              <a:ea typeface="Arial"/>
              <a:cs typeface="Arial"/>
              <a:sym typeface="Arial"/>
            </a:endParaRPr>
          </a:p>
        </p:txBody>
      </p:sp>
      <p:graphicFrame>
        <p:nvGraphicFramePr>
          <p:cNvPr id="1071" name="Google Shape;1071;p79"/>
          <p:cNvGraphicFramePr/>
          <p:nvPr/>
        </p:nvGraphicFramePr>
        <p:xfrm>
          <a:off x="228600" y="1288075"/>
          <a:ext cx="3000000" cy="3000000"/>
        </p:xfrm>
        <a:graphic>
          <a:graphicData uri="http://schemas.openxmlformats.org/drawingml/2006/table">
            <a:tbl>
              <a:tblPr>
                <a:noFill/>
                <a:tableStyleId>{21D86D51-2FE4-4C06-8312-7F2F873E60D7}</a:tableStyleId>
              </a:tblPr>
              <a:tblGrid>
                <a:gridCol w="2875200"/>
                <a:gridCol w="2971375"/>
                <a:gridCol w="2971375"/>
              </a:tblGrid>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Frontend</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React / Next.js</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Dashboard</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Backend</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FastAPI (Python)</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Orchestration</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587025">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Decision Engine</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Python </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Select PQC config (QRI + capability)</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Risk Engine</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Python </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Compute QRI from device data</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Device Data</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JSON </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Device profiles</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66115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PQC Library</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liboqs (oqs)</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Kyber, Dilithium, FALCON, SPHINCS+</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Classical Crypto</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cryptography</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RSA (hybrid mode)</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Simulation</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Python module</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Keygen, sign, encapsulation</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Storage (optional)</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SQLite / PostgreSQL</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Store results/logs</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r h="491400">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Deployment</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Docker + Uvicorn</a:t>
                      </a:r>
                      <a:endParaRPr sz="1200">
                        <a:solidFill>
                          <a:schemeClr val="dk2"/>
                        </a:solidFill>
                        <a:latin typeface="Sora ExtraLight"/>
                        <a:ea typeface="Sora ExtraLight"/>
                        <a:cs typeface="Sora ExtraLight"/>
                        <a:sym typeface="Sora ExtraLight"/>
                      </a:endParaRPr>
                    </a:p>
                  </a:txBody>
                  <a:tcPr marT="19050" marB="19050" marR="28575" marL="28575" anchor="b">
                    <a:lnL cap="flat" cmpd="sng" w="5050">
                      <a:solidFill>
                        <a:srgbClr val="CCCCCC"/>
                      </a:solidFill>
                      <a:prstDash val="solid"/>
                      <a:round/>
                      <a:headEnd len="sm" w="sm" type="none"/>
                      <a:tailEnd len="sm" w="sm" type="none"/>
                    </a:lnL>
                    <a:lnR cap="flat" cmpd="sng" w="5050">
                      <a:solidFill>
                        <a:srgbClr val="CCCCCC"/>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c>
                  <a:txBody>
                    <a:bodyPr/>
                    <a:lstStyle/>
                    <a:p>
                      <a:pPr indent="0" lvl="0" marL="0" marR="0" rtl="0" algn="just">
                        <a:lnSpc>
                          <a:spcPct val="100000"/>
                        </a:lnSpc>
                        <a:spcBef>
                          <a:spcPts val="1200"/>
                        </a:spcBef>
                        <a:spcAft>
                          <a:spcPts val="1200"/>
                        </a:spcAft>
                        <a:buNone/>
                      </a:pPr>
                      <a:r>
                        <a:rPr lang="en-US" sz="1200">
                          <a:solidFill>
                            <a:schemeClr val="dk2"/>
                          </a:solidFill>
                          <a:latin typeface="Sora ExtraLight"/>
                          <a:ea typeface="Sora ExtraLight"/>
                          <a:cs typeface="Sora ExtraLight"/>
                          <a:sym typeface="Sora ExtraLight"/>
                        </a:rPr>
                        <a:t>Backend hosting</a:t>
                      </a:r>
                      <a:endParaRPr sz="1200">
                        <a:solidFill>
                          <a:schemeClr val="dk2"/>
                        </a:solidFill>
                        <a:latin typeface="Sora ExtraLight"/>
                        <a:ea typeface="Sora ExtraLight"/>
                        <a:cs typeface="Sora ExtraLight"/>
                        <a:sym typeface="Sora ExtraLight"/>
                      </a:endParaRPr>
                    </a:p>
                  </a:txBody>
                  <a:tcPr marT="19050" marB="19050" marR="91425" marL="91425" anchor="b">
                    <a:lnL cap="flat" cmpd="sng" w="5050">
                      <a:solidFill>
                        <a:srgbClr val="CCCCCC"/>
                      </a:solidFill>
                      <a:prstDash val="solid"/>
                      <a:round/>
                      <a:headEnd len="sm" w="sm" type="none"/>
                      <a:tailEnd len="sm" w="sm" type="none"/>
                    </a:lnL>
                    <a:lnR cap="flat" cmpd="sng" w="5050">
                      <a:solidFill>
                        <a:srgbClr val="000000"/>
                      </a:solidFill>
                      <a:prstDash val="solid"/>
                      <a:round/>
                      <a:headEnd len="sm" w="sm" type="none"/>
                      <a:tailEnd len="sm" w="sm" type="none"/>
                    </a:lnR>
                    <a:lnT cap="flat" cmpd="sng" w="5050">
                      <a:solidFill>
                        <a:srgbClr val="CCCCCC"/>
                      </a:solidFill>
                      <a:prstDash val="solid"/>
                      <a:round/>
                      <a:headEnd len="sm" w="sm" type="none"/>
                      <a:tailEnd len="sm" w="sm" type="none"/>
                    </a:lnT>
                    <a:lnB cap="flat" cmpd="sng" w="5050">
                      <a:solidFill>
                        <a:srgbClr val="CCCCCC"/>
                      </a:solidFill>
                      <a:prstDash val="solid"/>
                      <a:round/>
                      <a:headEnd len="sm" w="sm" type="none"/>
                      <a:tailEnd len="sm" w="sm" type="none"/>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80"/>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rPr b="1" lang="en-US" sz="2300">
                <a:solidFill>
                  <a:schemeClr val="dk1"/>
                </a:solidFill>
                <a:latin typeface="Arial"/>
                <a:ea typeface="Arial"/>
                <a:cs typeface="Arial"/>
                <a:sym typeface="Arial"/>
              </a:rPr>
              <a:t>How it works? </a:t>
            </a:r>
            <a:endParaRPr>
              <a:solidFill>
                <a:schemeClr val="dk1"/>
              </a:solidFill>
            </a:endParaRPr>
          </a:p>
        </p:txBody>
      </p:sp>
      <p:sp>
        <p:nvSpPr>
          <p:cNvPr id="1077" name="Google Shape;1077;p80"/>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spcBef>
                <a:spcPts val="1200"/>
              </a:spcBef>
              <a:spcAft>
                <a:spcPts val="0"/>
              </a:spcAft>
              <a:buNone/>
            </a:pPr>
            <a:r>
              <a:rPr lang="en-US" sz="1500"/>
              <a:t>Consider a smart campus environment with different types of systems. A CCTV camera may have moderate sensitivity and limited computational power, while a research database may contain highly sensitive data and run on powerful servers.</a:t>
            </a:r>
            <a:endParaRPr sz="1500"/>
          </a:p>
          <a:p>
            <a:pPr indent="0" lvl="0" marL="0" rtl="0" algn="just">
              <a:spcBef>
                <a:spcPts val="1200"/>
              </a:spcBef>
              <a:spcAft>
                <a:spcPts val="0"/>
              </a:spcAft>
              <a:buNone/>
            </a:pPr>
            <a:r>
              <a:rPr lang="en-US" sz="1500"/>
              <a:t>The system assigns a risk score to each device based on its characteristics. For example, the CCTV system may receive a medium risk score and use a hybrid approach, while the research database may receive a high risk score and use stronger post-quantum cryptography. This demonstrates how the system adapts security based on actual requirements.</a:t>
            </a:r>
            <a:endParaRPr sz="1500"/>
          </a:p>
          <a:p>
            <a:pPr indent="0" lvl="0" marL="0" rtl="0" algn="just">
              <a:spcBef>
                <a:spcPts val="1200"/>
              </a:spcBef>
              <a:spcAft>
                <a:spcPts val="1200"/>
              </a:spcAft>
              <a:buNone/>
            </a:pPr>
            <a:r>
              <a:t/>
            </a:r>
            <a:endParaRPr sz="1500"/>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1" name="Shape 1081"/>
        <p:cNvGrpSpPr/>
        <p:nvPr/>
      </p:nvGrpSpPr>
      <p:grpSpPr>
        <a:xfrm>
          <a:off x="0" y="0"/>
          <a:ext cx="0" cy="0"/>
          <a:chOff x="0" y="0"/>
          <a:chExt cx="0" cy="0"/>
        </a:xfrm>
      </p:grpSpPr>
      <p:sp>
        <p:nvSpPr>
          <p:cNvPr id="1082" name="Google Shape;1082;p81"/>
          <p:cNvSpPr txBox="1"/>
          <p:nvPr>
            <p:ph idx="1" type="subTitle"/>
          </p:nvPr>
        </p:nvSpPr>
        <p:spPr>
          <a:xfrm>
            <a:off x="1865850" y="229650"/>
            <a:ext cx="6437100" cy="7599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600"/>
              </a:spcAft>
              <a:buNone/>
            </a:pPr>
            <a:r>
              <a:rPr b="1" lang="en-US" sz="2300">
                <a:solidFill>
                  <a:schemeClr val="dk1"/>
                </a:solidFill>
                <a:latin typeface="Arial"/>
                <a:ea typeface="Arial"/>
                <a:cs typeface="Arial"/>
                <a:sym typeface="Arial"/>
              </a:rPr>
              <a:t>Implementation Plan</a:t>
            </a:r>
            <a:endParaRPr>
              <a:solidFill>
                <a:schemeClr val="dk1"/>
              </a:solidFill>
            </a:endParaRPr>
          </a:p>
        </p:txBody>
      </p:sp>
      <p:sp>
        <p:nvSpPr>
          <p:cNvPr id="1083" name="Google Shape;1083;p81"/>
          <p:cNvSpPr txBox="1"/>
          <p:nvPr>
            <p:ph idx="3"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spcBef>
                <a:spcPts val="1200"/>
              </a:spcBef>
              <a:spcAft>
                <a:spcPts val="0"/>
              </a:spcAft>
              <a:buNone/>
            </a:pPr>
            <a:r>
              <a:rPr lang="en-US" sz="1500"/>
              <a:t>The project will be implemented using a simulated environment representing different types of devices such as IoT devices, workstations, and servers.</a:t>
            </a:r>
            <a:endParaRPr sz="1500"/>
          </a:p>
          <a:p>
            <a:pPr indent="0" lvl="0" marL="0" rtl="0" algn="just">
              <a:spcBef>
                <a:spcPts val="1200"/>
              </a:spcBef>
              <a:spcAft>
                <a:spcPts val="1200"/>
              </a:spcAft>
              <a:buNone/>
            </a:pPr>
            <a:r>
              <a:rPr lang="en-US" sz="1500"/>
              <a:t>We will develop a risk scoring model to compute the Quantum Risk Index and a decision engine that maps this score to appropriate cryptographic configurations. Post-quantum algorithms such as Kyber and Dilithium will be implemented using existing libraries to demonstrate practical feasibility. The system may also include a simple interface to visualize decisions and system behavior.</a:t>
            </a:r>
            <a:endParaRPr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7" name="Shape 1087"/>
        <p:cNvGrpSpPr/>
        <p:nvPr/>
      </p:nvGrpSpPr>
      <p:grpSpPr>
        <a:xfrm>
          <a:off x="0" y="0"/>
          <a:ext cx="0" cy="0"/>
          <a:chOff x="0" y="0"/>
          <a:chExt cx="0" cy="0"/>
        </a:xfrm>
      </p:grpSpPr>
      <p:cxnSp>
        <p:nvCxnSpPr>
          <p:cNvPr id="1088" name="Google Shape;1088;p82"/>
          <p:cNvCxnSpPr/>
          <p:nvPr/>
        </p:nvCxnSpPr>
        <p:spPr>
          <a:xfrm>
            <a:off x="1865850" y="523600"/>
            <a:ext cx="0" cy="520500"/>
          </a:xfrm>
          <a:prstGeom prst="straightConnector1">
            <a:avLst/>
          </a:prstGeom>
          <a:noFill/>
          <a:ln cap="flat" cmpd="sng" w="19050">
            <a:solidFill>
              <a:schemeClr val="lt2"/>
            </a:solidFill>
            <a:prstDash val="solid"/>
            <a:round/>
            <a:headEnd len="med" w="med" type="none"/>
            <a:tailEnd len="med" w="med" type="none"/>
          </a:ln>
        </p:spPr>
      </p:cxnSp>
      <p:sp>
        <p:nvSpPr>
          <p:cNvPr id="1089" name="Google Shape;1089;p82"/>
          <p:cNvSpPr txBox="1"/>
          <p:nvPr>
            <p:ph idx="6" type="subTitle"/>
          </p:nvPr>
        </p:nvSpPr>
        <p:spPr>
          <a:xfrm>
            <a:off x="1919068" y="220454"/>
            <a:ext cx="5948100" cy="6936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0"/>
              </a:spcAft>
              <a:buNone/>
            </a:pPr>
            <a:r>
              <a:rPr b="1" lang="en-US" sz="2300">
                <a:solidFill>
                  <a:schemeClr val="dk1"/>
                </a:solidFill>
                <a:latin typeface="Arial"/>
                <a:ea typeface="Arial"/>
                <a:cs typeface="Arial"/>
                <a:sym typeface="Arial"/>
              </a:rPr>
              <a:t>Novelty</a:t>
            </a:r>
            <a:endParaRPr b="1" sz="2300">
              <a:solidFill>
                <a:schemeClr val="dk1"/>
              </a:solidFill>
              <a:latin typeface="Arial"/>
              <a:ea typeface="Arial"/>
              <a:cs typeface="Arial"/>
              <a:sym typeface="Arial"/>
            </a:endParaRPr>
          </a:p>
          <a:p>
            <a:pPr indent="0" lvl="0" marL="0" rtl="0" algn="l">
              <a:spcBef>
                <a:spcPts val="600"/>
              </a:spcBef>
              <a:spcAft>
                <a:spcPts val="0"/>
              </a:spcAft>
              <a:buNone/>
            </a:pPr>
            <a:r>
              <a:t/>
            </a:r>
            <a:endParaRPr>
              <a:solidFill>
                <a:schemeClr val="dk1"/>
              </a:solidFill>
            </a:endParaRPr>
          </a:p>
        </p:txBody>
      </p:sp>
      <p:sp>
        <p:nvSpPr>
          <p:cNvPr id="1090" name="Google Shape;1090;p82"/>
          <p:cNvSpPr txBox="1"/>
          <p:nvPr>
            <p:ph idx="8"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lnSpc>
                <a:spcPct val="115000"/>
              </a:lnSpc>
              <a:spcBef>
                <a:spcPts val="1200"/>
              </a:spcBef>
              <a:spcAft>
                <a:spcPts val="0"/>
              </a:spcAft>
              <a:buNone/>
            </a:pPr>
            <a:r>
              <a:rPr lang="en-US" sz="1700">
                <a:solidFill>
                  <a:schemeClr val="dk2"/>
                </a:solidFill>
                <a:latin typeface="Sora ExtraLight"/>
                <a:ea typeface="Sora ExtraLight"/>
                <a:cs typeface="Sora ExtraLight"/>
                <a:sym typeface="Sora ExtraLight"/>
              </a:rPr>
              <a:t>The novelty of this work lies in shifting the focus from creating new cryptographic algorithms to designing a structured way to deploy them.</a:t>
            </a:r>
            <a:endParaRPr sz="1700">
              <a:solidFill>
                <a:schemeClr val="dk2"/>
              </a:solidFill>
              <a:latin typeface="Sora ExtraLight"/>
              <a:ea typeface="Sora ExtraLight"/>
              <a:cs typeface="Sora ExtraLight"/>
              <a:sym typeface="Sora ExtraLight"/>
            </a:endParaRPr>
          </a:p>
          <a:p>
            <a:pPr indent="0" lvl="0" marL="0" rtl="0" algn="just">
              <a:lnSpc>
                <a:spcPct val="115000"/>
              </a:lnSpc>
              <a:spcBef>
                <a:spcPts val="1200"/>
              </a:spcBef>
              <a:spcAft>
                <a:spcPts val="1200"/>
              </a:spcAft>
              <a:buNone/>
            </a:pPr>
            <a:r>
              <a:rPr lang="en-US" sz="1700">
                <a:solidFill>
                  <a:schemeClr val="dk2"/>
                </a:solidFill>
                <a:latin typeface="Sora ExtraLight"/>
                <a:ea typeface="Sora ExtraLight"/>
                <a:cs typeface="Sora ExtraLight"/>
                <a:sym typeface="Sora ExtraLight"/>
              </a:rPr>
              <a:t>The framework introduces a measurable risk model and combines it with context-aware decision-making. This approach allows adaptive selection of cryptographic methods instead of static configurations, making the system more practical for real-world deployment.</a:t>
            </a:r>
            <a:endParaRPr sz="1700">
              <a:solidFill>
                <a:schemeClr val="dk2"/>
              </a:solidFill>
              <a:latin typeface="Sora ExtraLight"/>
              <a:ea typeface="Sora ExtraLight"/>
              <a:cs typeface="Sora ExtraLight"/>
              <a:sym typeface="Sora Extra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4" name="Shape 1094"/>
        <p:cNvGrpSpPr/>
        <p:nvPr/>
      </p:nvGrpSpPr>
      <p:grpSpPr>
        <a:xfrm>
          <a:off x="0" y="0"/>
          <a:ext cx="0" cy="0"/>
          <a:chOff x="0" y="0"/>
          <a:chExt cx="0" cy="0"/>
        </a:xfrm>
      </p:grpSpPr>
      <p:cxnSp>
        <p:nvCxnSpPr>
          <p:cNvPr id="1095" name="Google Shape;1095;p83"/>
          <p:cNvCxnSpPr/>
          <p:nvPr/>
        </p:nvCxnSpPr>
        <p:spPr>
          <a:xfrm>
            <a:off x="1865850" y="523600"/>
            <a:ext cx="0" cy="520500"/>
          </a:xfrm>
          <a:prstGeom prst="straightConnector1">
            <a:avLst/>
          </a:prstGeom>
          <a:noFill/>
          <a:ln cap="flat" cmpd="sng" w="19050">
            <a:solidFill>
              <a:schemeClr val="lt2"/>
            </a:solidFill>
            <a:prstDash val="solid"/>
            <a:round/>
            <a:headEnd len="med" w="med" type="none"/>
            <a:tailEnd len="med" w="med" type="none"/>
          </a:ln>
        </p:spPr>
      </p:cxnSp>
      <p:sp>
        <p:nvSpPr>
          <p:cNvPr id="1096" name="Google Shape;1096;p83"/>
          <p:cNvSpPr txBox="1"/>
          <p:nvPr>
            <p:ph idx="6" type="subTitle"/>
          </p:nvPr>
        </p:nvSpPr>
        <p:spPr>
          <a:xfrm>
            <a:off x="1919068" y="220454"/>
            <a:ext cx="5948100" cy="693600"/>
          </a:xfrm>
          <a:prstGeom prst="rect">
            <a:avLst/>
          </a:prstGeom>
        </p:spPr>
        <p:txBody>
          <a:bodyPr anchorCtr="0" anchor="t" bIns="91425" lIns="91425" spcFirstLastPara="1" rIns="91425" wrap="square" tIns="91425">
            <a:noAutofit/>
          </a:bodyPr>
          <a:lstStyle/>
          <a:p>
            <a:pPr indent="0" lvl="0" marL="0" rtl="0" algn="l">
              <a:lnSpc>
                <a:spcPct val="115000"/>
              </a:lnSpc>
              <a:spcBef>
                <a:spcPts val="2400"/>
              </a:spcBef>
              <a:spcAft>
                <a:spcPts val="0"/>
              </a:spcAft>
              <a:buNone/>
            </a:pPr>
            <a:r>
              <a:rPr b="1" lang="en-US" sz="2300">
                <a:solidFill>
                  <a:schemeClr val="dk1"/>
                </a:solidFill>
                <a:latin typeface="Arial"/>
                <a:ea typeface="Arial"/>
                <a:cs typeface="Arial"/>
                <a:sym typeface="Arial"/>
              </a:rPr>
              <a:t>Conclusion</a:t>
            </a:r>
            <a:endParaRPr b="1" sz="2300">
              <a:solidFill>
                <a:schemeClr val="dk1"/>
              </a:solidFill>
              <a:latin typeface="Arial"/>
              <a:ea typeface="Arial"/>
              <a:cs typeface="Arial"/>
              <a:sym typeface="Arial"/>
            </a:endParaRPr>
          </a:p>
          <a:p>
            <a:pPr indent="0" lvl="0" marL="0" rtl="0" algn="l">
              <a:spcBef>
                <a:spcPts val="600"/>
              </a:spcBef>
              <a:spcAft>
                <a:spcPts val="0"/>
              </a:spcAft>
              <a:buNone/>
            </a:pPr>
            <a:r>
              <a:t/>
            </a:r>
            <a:endParaRPr>
              <a:solidFill>
                <a:schemeClr val="dk1"/>
              </a:solidFill>
            </a:endParaRPr>
          </a:p>
        </p:txBody>
      </p:sp>
      <p:sp>
        <p:nvSpPr>
          <p:cNvPr id="1097" name="Google Shape;1097;p83"/>
          <p:cNvSpPr txBox="1"/>
          <p:nvPr>
            <p:ph idx="8" type="subTitle"/>
          </p:nvPr>
        </p:nvSpPr>
        <p:spPr>
          <a:xfrm>
            <a:off x="1861200" y="1119800"/>
            <a:ext cx="6131700" cy="3828000"/>
          </a:xfrm>
          <a:prstGeom prst="rect">
            <a:avLst/>
          </a:prstGeom>
        </p:spPr>
        <p:txBody>
          <a:bodyPr anchorCtr="0" anchor="t" bIns="91425" lIns="91425" spcFirstLastPara="1" rIns="91425" wrap="square" tIns="91425">
            <a:noAutofit/>
          </a:bodyPr>
          <a:lstStyle/>
          <a:p>
            <a:pPr indent="0" lvl="0" marL="0" rtl="0" algn="just">
              <a:lnSpc>
                <a:spcPct val="115000"/>
              </a:lnSpc>
              <a:spcBef>
                <a:spcPts val="1200"/>
              </a:spcBef>
              <a:spcAft>
                <a:spcPts val="0"/>
              </a:spcAft>
              <a:buNone/>
            </a:pPr>
            <a:r>
              <a:rPr lang="en-US" sz="1700">
                <a:solidFill>
                  <a:schemeClr val="dk2"/>
                </a:solidFill>
                <a:latin typeface="Sora ExtraLight"/>
                <a:ea typeface="Sora ExtraLight"/>
                <a:cs typeface="Sora ExtraLight"/>
                <a:sym typeface="Sora ExtraLight"/>
              </a:rPr>
              <a:t>In conclusion, quantum computing introduces a significant threat to existing cryptographic systems, and there is an urgent need for structured migration strategies.</a:t>
            </a:r>
            <a:endParaRPr sz="1700">
              <a:solidFill>
                <a:schemeClr val="dk2"/>
              </a:solidFill>
              <a:latin typeface="Sora ExtraLight"/>
              <a:ea typeface="Sora ExtraLight"/>
              <a:cs typeface="Sora ExtraLight"/>
              <a:sym typeface="Sora ExtraLight"/>
            </a:endParaRPr>
          </a:p>
          <a:p>
            <a:pPr indent="0" lvl="0" marL="0" rtl="0" algn="just">
              <a:lnSpc>
                <a:spcPct val="115000"/>
              </a:lnSpc>
              <a:spcBef>
                <a:spcPts val="1200"/>
              </a:spcBef>
              <a:spcAft>
                <a:spcPts val="0"/>
              </a:spcAft>
              <a:buNone/>
            </a:pPr>
            <a:r>
              <a:rPr lang="en-US" sz="1700">
                <a:solidFill>
                  <a:schemeClr val="dk2"/>
                </a:solidFill>
                <a:latin typeface="Sora ExtraLight"/>
                <a:ea typeface="Sora ExtraLight"/>
                <a:cs typeface="Sora ExtraLight"/>
                <a:sym typeface="Sora ExtraLight"/>
              </a:rPr>
              <a:t>This project presents a practical and adaptive framework that evaluates risk and selects appropriate post-quantum cryptographic methods based on system context. By bridging the gap between research and real-world deployment, the framework contributes toward building secure and future-ready digital systems.</a:t>
            </a:r>
            <a:endParaRPr sz="1700">
              <a:solidFill>
                <a:schemeClr val="dk2"/>
              </a:solidFill>
              <a:latin typeface="Sora ExtraLight"/>
              <a:ea typeface="Sora ExtraLight"/>
              <a:cs typeface="Sora ExtraLight"/>
              <a:sym typeface="Sora ExtraLight"/>
            </a:endParaRPr>
          </a:p>
          <a:p>
            <a:pPr indent="0" lvl="0" marL="0" rtl="0" algn="just">
              <a:lnSpc>
                <a:spcPct val="115000"/>
              </a:lnSpc>
              <a:spcBef>
                <a:spcPts val="1200"/>
              </a:spcBef>
              <a:spcAft>
                <a:spcPts val="1200"/>
              </a:spcAft>
              <a:buNone/>
            </a:pPr>
            <a:r>
              <a:t/>
            </a:r>
            <a:endParaRPr sz="1700">
              <a:solidFill>
                <a:schemeClr val="dk2"/>
              </a:solidFill>
              <a:latin typeface="Sora ExtraLight"/>
              <a:ea typeface="Sora ExtraLight"/>
              <a:cs typeface="Sora ExtraLight"/>
              <a:sym typeface="Sora ExtraLight"/>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GEOMETRIC OVERLAYS">
  <a:themeElements>
    <a:clrScheme name="Simple Light">
      <a:dk1>
        <a:srgbClr val="FFFFFF"/>
      </a:dk1>
      <a:lt1>
        <a:srgbClr val="353535"/>
      </a:lt1>
      <a:dk2>
        <a:srgbClr val="E3DFD6"/>
      </a:dk2>
      <a:lt2>
        <a:srgbClr val="F0B03B"/>
      </a:lt2>
      <a:accent1>
        <a:srgbClr val="FFEB67"/>
      </a:accent1>
      <a:accent2>
        <a:srgbClr val="FF5777"/>
      </a:accent2>
      <a:accent3>
        <a:srgbClr val="41CC6B"/>
      </a:accent3>
      <a:accent4>
        <a:srgbClr val="4285F4"/>
      </a:accent4>
      <a:accent5>
        <a:srgbClr val="69615E"/>
      </a:accent5>
      <a:accent6>
        <a:srgbClr val="FF866D"/>
      </a:accent6>
      <a:hlink>
        <a:srgbClr val="2A292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