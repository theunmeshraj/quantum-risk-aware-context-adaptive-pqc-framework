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858000" cy="9144000"/>
  <p:embeddedFontLst>
    <p:embeddedFont>
      <p:font typeface="IBM Plex Sans"/>
      <p:regular r:id="rId19"/>
      <p:bold r:id="rId20"/>
      <p:italic r:id="rId21"/>
      <p:boldItalic r:id="rId22"/>
    </p:embeddedFont>
    <p:embeddedFont>
      <p:font typeface="Sora SemiBold"/>
      <p:regular r:id="rId23"/>
      <p:bold r:id="rId24"/>
    </p:embeddedFont>
    <p:embeddedFont>
      <p:font typeface="IBM Plex Sans Medium"/>
      <p:regular r:id="rId25"/>
      <p:bold r:id="rId26"/>
      <p:italic r:id="rId27"/>
      <p:boldItalic r:id="rId28"/>
    </p:embeddedFont>
    <p:embeddedFont>
      <p:font typeface="Sora Light"/>
      <p:regular r:id="rId29"/>
      <p:bold r:id="rId30"/>
    </p:embeddedFont>
    <p:embeddedFont>
      <p:font typeface="Sora ExtraLight"/>
      <p:regular r:id="rId31"/>
      <p:bold r:id="rId32"/>
    </p:embeddedFont>
    <p:embeddedFont>
      <p:font typeface="Sora"/>
      <p:regular r:id="rId33"/>
      <p:bold r:id="rId34"/>
    </p:embeddedFont>
    <p:embeddedFont>
      <p:font typeface="Sora Medium"/>
      <p:regular r:id="rId35"/>
      <p:bold r:id="rId36"/>
    </p:embeddedFont>
    <p:embeddedFont>
      <p:font typeface="IBM Plex Sans SemiBold"/>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BMPlexSansSemi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oraExtraLight-regular.fntdata"/><Relationship Id="rId30" Type="http://schemas.openxmlformats.org/officeDocument/2006/relationships/font" Target="fonts/SoraLight-bold.fntdata"/><Relationship Id="rId33" Type="http://schemas.openxmlformats.org/officeDocument/2006/relationships/font" Target="fonts/Sora-regular.fntdata"/><Relationship Id="rId32" Type="http://schemas.openxmlformats.org/officeDocument/2006/relationships/font" Target="fonts/SoraExtraLight-bold.fntdata"/><Relationship Id="rId35" Type="http://schemas.openxmlformats.org/officeDocument/2006/relationships/font" Target="fonts/SoraMedium-regular.fntdata"/><Relationship Id="rId34" Type="http://schemas.openxmlformats.org/officeDocument/2006/relationships/font" Target="fonts/Sora-bold.fntdata"/><Relationship Id="rId37" Type="http://schemas.openxmlformats.org/officeDocument/2006/relationships/font" Target="fonts/IBMPlexSansSemiBold-regular.fntdata"/><Relationship Id="rId36" Type="http://schemas.openxmlformats.org/officeDocument/2006/relationships/font" Target="fonts/SoraMedium-bold.fntdata"/><Relationship Id="rId39" Type="http://schemas.openxmlformats.org/officeDocument/2006/relationships/font" Target="fonts/IBMPlexSansSemiBold-italic.fntdata"/><Relationship Id="rId38" Type="http://schemas.openxmlformats.org/officeDocument/2006/relationships/font" Target="fonts/IBMPlexSansSemiBold-bold.fntdata"/><Relationship Id="rId20" Type="http://schemas.openxmlformats.org/officeDocument/2006/relationships/font" Target="fonts/IBMPlexSans-bold.fntdata"/><Relationship Id="rId22" Type="http://schemas.openxmlformats.org/officeDocument/2006/relationships/font" Target="fonts/IBMPlexSans-boldItalic.fntdata"/><Relationship Id="rId21" Type="http://schemas.openxmlformats.org/officeDocument/2006/relationships/font" Target="fonts/IBMPlexSans-italic.fntdata"/><Relationship Id="rId24" Type="http://schemas.openxmlformats.org/officeDocument/2006/relationships/font" Target="fonts/SoraSemiBold-bold.fntdata"/><Relationship Id="rId23" Type="http://schemas.openxmlformats.org/officeDocument/2006/relationships/font" Target="fonts/SoraSemiBold-regular.fntdata"/><Relationship Id="rId26" Type="http://schemas.openxmlformats.org/officeDocument/2006/relationships/font" Target="fonts/IBMPlexSansMedium-bold.fntdata"/><Relationship Id="rId25" Type="http://schemas.openxmlformats.org/officeDocument/2006/relationships/font" Target="fonts/IBMPlexSansMedium-regular.fntdata"/><Relationship Id="rId28" Type="http://schemas.openxmlformats.org/officeDocument/2006/relationships/font" Target="fonts/IBMPlexSansMedium-boldItalic.fntdata"/><Relationship Id="rId27" Type="http://schemas.openxmlformats.org/officeDocument/2006/relationships/font" Target="fonts/IBMPlexSansMedium-italic.fntdata"/><Relationship Id="rId29" Type="http://schemas.openxmlformats.org/officeDocument/2006/relationships/font" Target="fonts/SoraLight-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IBMPlexSa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d3c0e01fc3_1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2" name="Google Shape;962;g3d3c0e01fc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g3d3c0e01fc3_1_24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67" name="Google Shape;967;g3d3c0e01fc3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d3c0e01fc3_1_155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3" name="Google Shape;973;g3d3c0e01fc3_1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d3c0e01fc3_1_25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0" name="Google Shape;980;g3d3c0e01fc3_1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d3c0e01fc3_1_30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3d3c0e01fc3_1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d3c0e01fc3_1_148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d3c0e01fc3_1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d3c0e01fc3_1_149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d3c0e01fc3_1_1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d3c0e01fc3_1_150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d3c0e01fc3_1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d3c0e01fc3_1_15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d3c0e01fc3_1_1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3d3c0e01fc3_1_150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3d3c0e01fc3_1_1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d3c0e01fc3_1_153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d3c0e01fc3_1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d3c0e01fc3_1_152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0" name="Google Shape;1030;g3d3c0e01fc3_1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d3c0e01fc3_1_154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7" name="Google Shape;1037;g3d3c0e01fc3_1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84" name="Shape 84"/>
        <p:cNvGrpSpPr/>
        <p:nvPr/>
      </p:nvGrpSpPr>
      <p:grpSpPr>
        <a:xfrm>
          <a:off x="0" y="0"/>
          <a:ext cx="0" cy="0"/>
          <a:chOff x="0" y="0"/>
          <a:chExt cx="0" cy="0"/>
        </a:xfrm>
      </p:grpSpPr>
      <p:sp>
        <p:nvSpPr>
          <p:cNvPr id="85" name="Google Shape;85;p14"/>
          <p:cNvSpPr txBox="1"/>
          <p:nvPr>
            <p:ph idx="1" type="subTitle"/>
          </p:nvPr>
        </p:nvSpPr>
        <p:spPr>
          <a:xfrm>
            <a:off x="130200" y="5721800"/>
            <a:ext cx="4922100" cy="9855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86" name="Google Shape;86;p14"/>
          <p:cNvSpPr/>
          <p:nvPr/>
        </p:nvSpPr>
        <p:spPr>
          <a:xfrm rot="-1179686">
            <a:off x="2566858" y="-947731"/>
            <a:ext cx="4104185" cy="2216957"/>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14"/>
          <p:cNvSpPr txBox="1"/>
          <p:nvPr>
            <p:ph idx="2" type="subTitle"/>
          </p:nvPr>
        </p:nvSpPr>
        <p:spPr>
          <a:xfrm>
            <a:off x="138475" y="304800"/>
            <a:ext cx="2164500" cy="4515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88" name="Google Shape;88;p14"/>
          <p:cNvSpPr/>
          <p:nvPr/>
        </p:nvSpPr>
        <p:spPr>
          <a:xfrm>
            <a:off x="228600" y="5927133"/>
            <a:ext cx="4823700" cy="2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89" name="Google Shape;89;p14"/>
          <p:cNvGrpSpPr/>
          <p:nvPr/>
        </p:nvGrpSpPr>
        <p:grpSpPr>
          <a:xfrm flipH="1" rot="10800000">
            <a:off x="4395238" y="157"/>
            <a:ext cx="4748757" cy="3730362"/>
            <a:chOff x="3200875" y="1642950"/>
            <a:chExt cx="5970275" cy="3517550"/>
          </a:xfrm>
        </p:grpSpPr>
        <p:sp>
          <p:nvSpPr>
            <p:cNvPr id="90" name="Google Shape;9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91" name="Google Shape;9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92" name="Google Shape;92;p14"/>
          <p:cNvGrpSpPr/>
          <p:nvPr/>
        </p:nvGrpSpPr>
        <p:grpSpPr>
          <a:xfrm flipH="1">
            <a:off x="6309311" y="3724968"/>
            <a:ext cx="2834695" cy="2520155"/>
            <a:chOff x="312900" y="2793625"/>
            <a:chExt cx="2221200" cy="1481050"/>
          </a:xfrm>
        </p:grpSpPr>
        <p:grpSp>
          <p:nvGrpSpPr>
            <p:cNvPr id="93" name="Google Shape;93;p14"/>
            <p:cNvGrpSpPr/>
            <p:nvPr/>
          </p:nvGrpSpPr>
          <p:grpSpPr>
            <a:xfrm>
              <a:off x="312900" y="2793625"/>
              <a:ext cx="1851000" cy="1481050"/>
              <a:chOff x="461225" y="3249175"/>
              <a:chExt cx="1851000" cy="1481050"/>
            </a:xfrm>
          </p:grpSpPr>
          <p:grpSp>
            <p:nvGrpSpPr>
              <p:cNvPr id="94" name="Google Shape;94;p14"/>
              <p:cNvGrpSpPr/>
              <p:nvPr/>
            </p:nvGrpSpPr>
            <p:grpSpPr>
              <a:xfrm>
                <a:off x="461225" y="3249175"/>
                <a:ext cx="1851000" cy="370200"/>
                <a:chOff x="461225" y="3249175"/>
                <a:chExt cx="1851000" cy="370200"/>
              </a:xfrm>
            </p:grpSpPr>
            <p:sp>
              <p:nvSpPr>
                <p:cNvPr id="95" name="Google Shape;9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4"/>
              <p:cNvGrpSpPr/>
              <p:nvPr/>
            </p:nvGrpSpPr>
            <p:grpSpPr>
              <a:xfrm>
                <a:off x="461225" y="3619500"/>
                <a:ext cx="1480800" cy="370200"/>
                <a:chOff x="461225" y="3249175"/>
                <a:chExt cx="1480800" cy="370200"/>
              </a:xfrm>
            </p:grpSpPr>
            <p:sp>
              <p:nvSpPr>
                <p:cNvPr id="99" name="Google Shape;9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3" name="Google Shape;103;p14"/>
              <p:cNvGrpSpPr/>
              <p:nvPr/>
            </p:nvGrpSpPr>
            <p:grpSpPr>
              <a:xfrm>
                <a:off x="461225" y="3989700"/>
                <a:ext cx="1851000" cy="370200"/>
                <a:chOff x="461225" y="3249175"/>
                <a:chExt cx="1851000" cy="370200"/>
              </a:xfrm>
            </p:grpSpPr>
            <p:sp>
              <p:nvSpPr>
                <p:cNvPr id="104" name="Google Shape;10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8" name="Google Shape;108;p14"/>
              <p:cNvGrpSpPr/>
              <p:nvPr/>
            </p:nvGrpSpPr>
            <p:grpSpPr>
              <a:xfrm>
                <a:off x="461225" y="4360025"/>
                <a:ext cx="1480800" cy="370200"/>
                <a:chOff x="461225" y="3249175"/>
                <a:chExt cx="1480800" cy="370200"/>
              </a:xfrm>
            </p:grpSpPr>
            <p:sp>
              <p:nvSpPr>
                <p:cNvPr id="109" name="Google Shape;10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0" name="Google Shape;11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1" name="Google Shape;11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2" name="Google Shape;112;p14"/>
          <p:cNvSpPr txBox="1"/>
          <p:nvPr>
            <p:ph type="title"/>
          </p:nvPr>
        </p:nvSpPr>
        <p:spPr>
          <a:xfrm>
            <a:off x="74600" y="3854733"/>
            <a:ext cx="5876700" cy="192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pic>
        <p:nvPicPr>
          <p:cNvPr id="113" name="Google Shape;113;p14"/>
          <p:cNvPicPr preferRelativeResize="0"/>
          <p:nvPr/>
        </p:nvPicPr>
        <p:blipFill>
          <a:blip r:embed="rId2">
            <a:alphaModFix/>
          </a:blip>
          <a:stretch>
            <a:fillRect/>
          </a:stretch>
        </p:blipFill>
        <p:spPr>
          <a:xfrm>
            <a:off x="167500" y="225250"/>
            <a:ext cx="3429000" cy="2857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114" name="Shape 114"/>
        <p:cNvGrpSpPr/>
        <p:nvPr/>
      </p:nvGrpSpPr>
      <p:grpSpPr>
        <a:xfrm>
          <a:off x="0" y="0"/>
          <a:ext cx="0" cy="0"/>
          <a:chOff x="0" y="0"/>
          <a:chExt cx="0" cy="0"/>
        </a:xfrm>
      </p:grpSpPr>
      <p:grpSp>
        <p:nvGrpSpPr>
          <p:cNvPr id="115" name="Google Shape;115;p15"/>
          <p:cNvGrpSpPr/>
          <p:nvPr/>
        </p:nvGrpSpPr>
        <p:grpSpPr>
          <a:xfrm flipH="1">
            <a:off x="6169505" y="3754998"/>
            <a:ext cx="2979740" cy="2649154"/>
            <a:chOff x="312900" y="2793625"/>
            <a:chExt cx="2221200" cy="1481050"/>
          </a:xfrm>
        </p:grpSpPr>
        <p:grpSp>
          <p:nvGrpSpPr>
            <p:cNvPr id="116" name="Google Shape;116;p15"/>
            <p:cNvGrpSpPr/>
            <p:nvPr/>
          </p:nvGrpSpPr>
          <p:grpSpPr>
            <a:xfrm>
              <a:off x="312900" y="2793625"/>
              <a:ext cx="1851000" cy="1481050"/>
              <a:chOff x="461225" y="3249175"/>
              <a:chExt cx="1851000" cy="1481050"/>
            </a:xfrm>
          </p:grpSpPr>
          <p:grpSp>
            <p:nvGrpSpPr>
              <p:cNvPr id="117" name="Google Shape;117;p15"/>
              <p:cNvGrpSpPr/>
              <p:nvPr/>
            </p:nvGrpSpPr>
            <p:grpSpPr>
              <a:xfrm>
                <a:off x="461225" y="3249175"/>
                <a:ext cx="1851000" cy="370200"/>
                <a:chOff x="461225" y="3249175"/>
                <a:chExt cx="1851000" cy="370200"/>
              </a:xfrm>
            </p:grpSpPr>
            <p:sp>
              <p:nvSpPr>
                <p:cNvPr id="118" name="Google Shape;118;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9" name="Google Shape;119;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3" name="Google Shape;123;p15"/>
              <p:cNvGrpSpPr/>
              <p:nvPr/>
            </p:nvGrpSpPr>
            <p:grpSpPr>
              <a:xfrm>
                <a:off x="461225" y="3619500"/>
                <a:ext cx="1851000" cy="370200"/>
                <a:chOff x="461225" y="3249175"/>
                <a:chExt cx="1851000" cy="370200"/>
              </a:xfrm>
            </p:grpSpPr>
            <p:sp>
              <p:nvSpPr>
                <p:cNvPr id="124" name="Google Shape;124;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9" name="Google Shape;129;p15"/>
              <p:cNvGrpSpPr/>
              <p:nvPr/>
            </p:nvGrpSpPr>
            <p:grpSpPr>
              <a:xfrm>
                <a:off x="461225" y="3989700"/>
                <a:ext cx="1851000" cy="370200"/>
                <a:chOff x="461225" y="3249175"/>
                <a:chExt cx="1851000" cy="370200"/>
              </a:xfrm>
            </p:grpSpPr>
            <p:sp>
              <p:nvSpPr>
                <p:cNvPr id="130" name="Google Shape;130;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5" name="Google Shape;135;p15"/>
              <p:cNvGrpSpPr/>
              <p:nvPr/>
            </p:nvGrpSpPr>
            <p:grpSpPr>
              <a:xfrm>
                <a:off x="461225" y="4360025"/>
                <a:ext cx="1851000" cy="370200"/>
                <a:chOff x="461225" y="3249175"/>
                <a:chExt cx="1851000" cy="370200"/>
              </a:xfrm>
            </p:grpSpPr>
            <p:sp>
              <p:nvSpPr>
                <p:cNvPr id="136" name="Google Shape;136;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1" name="Google Shape;141;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2" name="Google Shape;142;p15"/>
          <p:cNvSpPr/>
          <p:nvPr/>
        </p:nvSpPr>
        <p:spPr>
          <a:xfrm flipH="1">
            <a:off x="12" y="4410937"/>
            <a:ext cx="9143963" cy="2447087"/>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43" name="Google Shape;143;p15"/>
          <p:cNvSpPr/>
          <p:nvPr/>
        </p:nvSpPr>
        <p:spPr>
          <a:xfrm>
            <a:off x="11" y="3481996"/>
            <a:ext cx="725708" cy="1931086"/>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5"/>
          <p:cNvSpPr/>
          <p:nvPr/>
        </p:nvSpPr>
        <p:spPr>
          <a:xfrm flipH="1">
            <a:off x="3311207" y="3456741"/>
            <a:ext cx="1486200" cy="19815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5"/>
          <p:cNvSpPr/>
          <p:nvPr/>
        </p:nvSpPr>
        <p:spPr>
          <a:xfrm flipH="1" rot="-5400000">
            <a:off x="1052079" y="3704409"/>
            <a:ext cx="19815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15"/>
          <p:cNvSpPr txBox="1"/>
          <p:nvPr>
            <p:ph type="title"/>
          </p:nvPr>
        </p:nvSpPr>
        <p:spPr>
          <a:xfrm>
            <a:off x="115025" y="670367"/>
            <a:ext cx="4183800" cy="783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47" name="Google Shape;147;p15"/>
          <p:cNvSpPr txBox="1"/>
          <p:nvPr>
            <p:ph idx="2"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5"/>
          <p:cNvSpPr txBox="1"/>
          <p:nvPr>
            <p:ph idx="1" type="body"/>
          </p:nvPr>
        </p:nvSpPr>
        <p:spPr>
          <a:xfrm>
            <a:off x="3511550" y="782867"/>
            <a:ext cx="4371600" cy="33684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49" name="Google Shape;149;p15"/>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50" name="Shape 150"/>
        <p:cNvGrpSpPr/>
        <p:nvPr/>
      </p:nvGrpSpPr>
      <p:grpSpPr>
        <a:xfrm>
          <a:off x="0" y="0"/>
          <a:ext cx="0" cy="0"/>
          <a:chOff x="0" y="0"/>
          <a:chExt cx="0" cy="0"/>
        </a:xfrm>
      </p:grpSpPr>
      <p:grpSp>
        <p:nvGrpSpPr>
          <p:cNvPr id="151" name="Google Shape;151;p16"/>
          <p:cNvGrpSpPr/>
          <p:nvPr/>
        </p:nvGrpSpPr>
        <p:grpSpPr>
          <a:xfrm flipH="1">
            <a:off x="6169505" y="305132"/>
            <a:ext cx="2979740" cy="2649154"/>
            <a:chOff x="312900" y="2793625"/>
            <a:chExt cx="2221200" cy="1481050"/>
          </a:xfrm>
        </p:grpSpPr>
        <p:grpSp>
          <p:nvGrpSpPr>
            <p:cNvPr id="152" name="Google Shape;152;p16"/>
            <p:cNvGrpSpPr/>
            <p:nvPr/>
          </p:nvGrpSpPr>
          <p:grpSpPr>
            <a:xfrm>
              <a:off x="312900" y="2793625"/>
              <a:ext cx="1851000" cy="1481050"/>
              <a:chOff x="461225" y="3249175"/>
              <a:chExt cx="1851000" cy="1481050"/>
            </a:xfrm>
          </p:grpSpPr>
          <p:grpSp>
            <p:nvGrpSpPr>
              <p:cNvPr id="153" name="Google Shape;153;p16"/>
              <p:cNvGrpSpPr/>
              <p:nvPr/>
            </p:nvGrpSpPr>
            <p:grpSpPr>
              <a:xfrm>
                <a:off x="461225" y="3249175"/>
                <a:ext cx="1851000" cy="370200"/>
                <a:chOff x="461225" y="3249175"/>
                <a:chExt cx="1851000" cy="370200"/>
              </a:xfrm>
            </p:grpSpPr>
            <p:sp>
              <p:nvSpPr>
                <p:cNvPr id="154" name="Google Shape;154;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8" name="Google Shape;158;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9" name="Google Shape;159;p16"/>
              <p:cNvGrpSpPr/>
              <p:nvPr/>
            </p:nvGrpSpPr>
            <p:grpSpPr>
              <a:xfrm>
                <a:off x="461225" y="3619500"/>
                <a:ext cx="1851000" cy="370200"/>
                <a:chOff x="461225" y="3249175"/>
                <a:chExt cx="1851000" cy="370200"/>
              </a:xfrm>
            </p:grpSpPr>
            <p:sp>
              <p:nvSpPr>
                <p:cNvPr id="160" name="Google Shape;160;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3" name="Google Shape;163;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4" name="Google Shape;164;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5" name="Google Shape;165;p16"/>
              <p:cNvGrpSpPr/>
              <p:nvPr/>
            </p:nvGrpSpPr>
            <p:grpSpPr>
              <a:xfrm>
                <a:off x="461225" y="3989700"/>
                <a:ext cx="1851000" cy="370200"/>
                <a:chOff x="461225" y="3249175"/>
                <a:chExt cx="1851000" cy="370200"/>
              </a:xfrm>
            </p:grpSpPr>
            <p:sp>
              <p:nvSpPr>
                <p:cNvPr id="166" name="Google Shape;166;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1" name="Google Shape;171;p16"/>
              <p:cNvGrpSpPr/>
              <p:nvPr/>
            </p:nvGrpSpPr>
            <p:grpSpPr>
              <a:xfrm>
                <a:off x="461225" y="4360025"/>
                <a:ext cx="1851000" cy="370200"/>
                <a:chOff x="461225" y="3249175"/>
                <a:chExt cx="1851000" cy="370200"/>
              </a:xfrm>
            </p:grpSpPr>
            <p:sp>
              <p:nvSpPr>
                <p:cNvPr id="172" name="Google Shape;172;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5" name="Google Shape;175;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6" name="Google Shape;176;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77" name="Google Shape;177;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78" name="Google Shape;178;p16"/>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79" name="Google Shape;179;p16"/>
          <p:cNvSpPr/>
          <p:nvPr/>
        </p:nvSpPr>
        <p:spPr>
          <a:xfrm flipH="1">
            <a:off x="8423546" y="4116396"/>
            <a:ext cx="725708" cy="1931086"/>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6"/>
          <p:cNvSpPr/>
          <p:nvPr/>
        </p:nvSpPr>
        <p:spPr>
          <a:xfrm rot="-5400000">
            <a:off x="4371311" y="4338917"/>
            <a:ext cx="19815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1" name="Google Shape;181;p16"/>
          <p:cNvSpPr/>
          <p:nvPr/>
        </p:nvSpPr>
        <p:spPr>
          <a:xfrm>
            <a:off x="6521248" y="4091167"/>
            <a:ext cx="1486200" cy="19815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2" name="Google Shape;182;p16"/>
          <p:cNvSpPr txBox="1"/>
          <p:nvPr>
            <p:ph idx="1" type="body"/>
          </p:nvPr>
        </p:nvSpPr>
        <p:spPr>
          <a:xfrm>
            <a:off x="115025" y="1211967"/>
            <a:ext cx="5369100" cy="33039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83" name="Google Shape;183;p16"/>
          <p:cNvSpPr txBox="1"/>
          <p:nvPr>
            <p:ph idx="2" type="title"/>
          </p:nvPr>
        </p:nvSpPr>
        <p:spPr>
          <a:xfrm>
            <a:off x="115025" y="670367"/>
            <a:ext cx="4183800" cy="5415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84" name="Google Shape;184;p16"/>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85" name="Shape 185"/>
        <p:cNvGrpSpPr/>
        <p:nvPr/>
      </p:nvGrpSpPr>
      <p:grpSpPr>
        <a:xfrm>
          <a:off x="0" y="0"/>
          <a:ext cx="0" cy="0"/>
          <a:chOff x="0" y="0"/>
          <a:chExt cx="0" cy="0"/>
        </a:xfrm>
      </p:grpSpPr>
      <p:grpSp>
        <p:nvGrpSpPr>
          <p:cNvPr id="186" name="Google Shape;186;p17"/>
          <p:cNvGrpSpPr/>
          <p:nvPr/>
        </p:nvGrpSpPr>
        <p:grpSpPr>
          <a:xfrm>
            <a:off x="228600" y="3724740"/>
            <a:ext cx="2221200" cy="1974684"/>
            <a:chOff x="312900" y="2793625"/>
            <a:chExt cx="2221200" cy="1481050"/>
          </a:xfrm>
        </p:grpSpPr>
        <p:grpSp>
          <p:nvGrpSpPr>
            <p:cNvPr id="187" name="Google Shape;187;p17"/>
            <p:cNvGrpSpPr/>
            <p:nvPr/>
          </p:nvGrpSpPr>
          <p:grpSpPr>
            <a:xfrm>
              <a:off x="312900" y="2793625"/>
              <a:ext cx="1851000" cy="1481050"/>
              <a:chOff x="461225" y="3249175"/>
              <a:chExt cx="1851000" cy="1481050"/>
            </a:xfrm>
          </p:grpSpPr>
          <p:grpSp>
            <p:nvGrpSpPr>
              <p:cNvPr id="188" name="Google Shape;188;p17"/>
              <p:cNvGrpSpPr/>
              <p:nvPr/>
            </p:nvGrpSpPr>
            <p:grpSpPr>
              <a:xfrm>
                <a:off x="461225" y="3249175"/>
                <a:ext cx="1851000" cy="370200"/>
                <a:chOff x="461225" y="3249175"/>
                <a:chExt cx="18510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3" name="Google Shape;193;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4" name="Google Shape;194;p17"/>
              <p:cNvGrpSpPr/>
              <p:nvPr/>
            </p:nvGrpSpPr>
            <p:grpSpPr>
              <a:xfrm>
                <a:off x="461225" y="3619500"/>
                <a:ext cx="1851000" cy="370200"/>
                <a:chOff x="461225" y="3249175"/>
                <a:chExt cx="1851000" cy="370200"/>
              </a:xfrm>
            </p:grpSpPr>
            <p:sp>
              <p:nvSpPr>
                <p:cNvPr id="195" name="Google Shape;195;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0" name="Google Shape;200;p17"/>
              <p:cNvGrpSpPr/>
              <p:nvPr/>
            </p:nvGrpSpPr>
            <p:grpSpPr>
              <a:xfrm>
                <a:off x="461225" y="3989700"/>
                <a:ext cx="1851000" cy="370200"/>
                <a:chOff x="461225" y="3249175"/>
                <a:chExt cx="1851000" cy="370200"/>
              </a:xfrm>
            </p:grpSpPr>
            <p:sp>
              <p:nvSpPr>
                <p:cNvPr id="201" name="Google Shape;201;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3" name="Google Shape;203;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6" name="Google Shape;206;p17"/>
              <p:cNvGrpSpPr/>
              <p:nvPr/>
            </p:nvGrpSpPr>
            <p:grpSpPr>
              <a:xfrm>
                <a:off x="461225" y="4360025"/>
                <a:ext cx="1851000" cy="370200"/>
                <a:chOff x="461225" y="3249175"/>
                <a:chExt cx="1851000" cy="370200"/>
              </a:xfrm>
            </p:grpSpPr>
            <p:sp>
              <p:nvSpPr>
                <p:cNvPr id="207" name="Google Shape;207;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8" name="Google Shape;208;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9" name="Google Shape;209;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0" name="Google Shape;210;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12" name="Google Shape;212;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13" name="Google Shape;213;p17"/>
          <p:cNvGrpSpPr/>
          <p:nvPr/>
        </p:nvGrpSpPr>
        <p:grpSpPr>
          <a:xfrm>
            <a:off x="7663200" y="-1078"/>
            <a:ext cx="1480800" cy="1861320"/>
            <a:chOff x="461225" y="3334200"/>
            <a:chExt cx="1480800" cy="1396025"/>
          </a:xfrm>
        </p:grpSpPr>
        <p:grpSp>
          <p:nvGrpSpPr>
            <p:cNvPr id="214" name="Google Shape;214;p17"/>
            <p:cNvGrpSpPr/>
            <p:nvPr/>
          </p:nvGrpSpPr>
          <p:grpSpPr>
            <a:xfrm>
              <a:off x="461225" y="3334200"/>
              <a:ext cx="1480800" cy="285300"/>
              <a:chOff x="461225" y="3334200"/>
              <a:chExt cx="1480800" cy="285300"/>
            </a:xfrm>
          </p:grpSpPr>
          <p:sp>
            <p:nvSpPr>
              <p:cNvPr id="215" name="Google Shape;215;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19" name="Google Shape;219;p17"/>
            <p:cNvGrpSpPr/>
            <p:nvPr/>
          </p:nvGrpSpPr>
          <p:grpSpPr>
            <a:xfrm>
              <a:off x="461225" y="3619500"/>
              <a:ext cx="1480800" cy="370200"/>
              <a:chOff x="461225" y="3249175"/>
              <a:chExt cx="1480800" cy="370200"/>
            </a:xfrm>
          </p:grpSpPr>
          <p:sp>
            <p:nvSpPr>
              <p:cNvPr id="220" name="Google Shape;22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1" name="Google Shape;22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2" name="Google Shape;22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3" name="Google Shape;22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4" name="Google Shape;224;p17"/>
            <p:cNvGrpSpPr/>
            <p:nvPr/>
          </p:nvGrpSpPr>
          <p:grpSpPr>
            <a:xfrm>
              <a:off x="461225" y="3989700"/>
              <a:ext cx="1480800" cy="370200"/>
              <a:chOff x="461225" y="3249175"/>
              <a:chExt cx="1480800" cy="370200"/>
            </a:xfrm>
          </p:grpSpPr>
          <p:sp>
            <p:nvSpPr>
              <p:cNvPr id="225" name="Google Shape;225;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7"/>
            <p:cNvGrpSpPr/>
            <p:nvPr/>
          </p:nvGrpSpPr>
          <p:grpSpPr>
            <a:xfrm>
              <a:off x="461225" y="4360025"/>
              <a:ext cx="1480800" cy="370200"/>
              <a:chOff x="461225" y="3249175"/>
              <a:chExt cx="1480800" cy="370200"/>
            </a:xfrm>
          </p:grpSpPr>
          <p:sp>
            <p:nvSpPr>
              <p:cNvPr id="230" name="Google Shape;23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34" name="Google Shape;234;p17"/>
          <p:cNvGrpSpPr/>
          <p:nvPr/>
        </p:nvGrpSpPr>
        <p:grpSpPr>
          <a:xfrm>
            <a:off x="1843925" y="-967"/>
            <a:ext cx="7300075" cy="6858784"/>
            <a:chOff x="1870575" y="-635"/>
            <a:chExt cx="7300075" cy="5174097"/>
          </a:xfrm>
        </p:grpSpPr>
        <p:sp>
          <p:nvSpPr>
            <p:cNvPr id="235" name="Google Shape;235;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36" name="Google Shape;236;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37" name="Google Shape;237;p17"/>
          <p:cNvSpPr txBox="1"/>
          <p:nvPr>
            <p:ph idx="1" type="body"/>
          </p:nvPr>
        </p:nvSpPr>
        <p:spPr>
          <a:xfrm>
            <a:off x="4631450" y="2893367"/>
            <a:ext cx="2896200" cy="2516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38" name="Google Shape;238;p17"/>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9" name="Google Shape;239;p17"/>
          <p:cNvSpPr txBox="1"/>
          <p:nvPr>
            <p:ph idx="2" type="body"/>
          </p:nvPr>
        </p:nvSpPr>
        <p:spPr>
          <a:xfrm>
            <a:off x="4631450" y="1103433"/>
            <a:ext cx="2896200" cy="1600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40" name="Google Shape;240;p17"/>
          <p:cNvSpPr txBox="1"/>
          <p:nvPr>
            <p:ph idx="3" type="title"/>
          </p:nvPr>
        </p:nvSpPr>
        <p:spPr>
          <a:xfrm>
            <a:off x="115025" y="670367"/>
            <a:ext cx="3905400" cy="783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7"/>
          <p:cNvSpPr txBox="1"/>
          <p:nvPr>
            <p:ph idx="4"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42" name="Shape 242"/>
        <p:cNvGrpSpPr/>
        <p:nvPr/>
      </p:nvGrpSpPr>
      <p:grpSpPr>
        <a:xfrm>
          <a:off x="0" y="0"/>
          <a:ext cx="0" cy="0"/>
          <a:chOff x="0" y="0"/>
          <a:chExt cx="0" cy="0"/>
        </a:xfrm>
      </p:grpSpPr>
      <p:sp>
        <p:nvSpPr>
          <p:cNvPr id="243" name="Google Shape;243;p18"/>
          <p:cNvSpPr/>
          <p:nvPr/>
        </p:nvSpPr>
        <p:spPr>
          <a:xfrm flipH="1" rot="10800000">
            <a:off x="4482600" y="988800"/>
            <a:ext cx="4640400" cy="252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18"/>
          <p:cNvSpPr/>
          <p:nvPr/>
        </p:nvSpPr>
        <p:spPr>
          <a:xfrm flipH="1" rot="10800000">
            <a:off x="4482600" y="1352633"/>
            <a:ext cx="4640400" cy="252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18"/>
          <p:cNvSpPr/>
          <p:nvPr/>
        </p:nvSpPr>
        <p:spPr>
          <a:xfrm flipH="1" rot="10800000">
            <a:off x="4482600" y="2125383"/>
            <a:ext cx="4640400" cy="252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18"/>
          <p:cNvSpPr/>
          <p:nvPr/>
        </p:nvSpPr>
        <p:spPr>
          <a:xfrm flipH="1" rot="10800000">
            <a:off x="4482600" y="1721683"/>
            <a:ext cx="4640400" cy="252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7" name="Google Shape;247;p18"/>
          <p:cNvSpPr txBox="1"/>
          <p:nvPr>
            <p:ph type="title"/>
          </p:nvPr>
        </p:nvSpPr>
        <p:spPr>
          <a:xfrm>
            <a:off x="91950" y="389400"/>
            <a:ext cx="4390500" cy="21381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48" name="Google Shape;248;p18"/>
          <p:cNvSpPr/>
          <p:nvPr>
            <p:ph idx="2" type="pic"/>
          </p:nvPr>
        </p:nvSpPr>
        <p:spPr>
          <a:xfrm>
            <a:off x="225300" y="4176167"/>
            <a:ext cx="1849800" cy="2360400"/>
          </a:xfrm>
          <a:prstGeom prst="rect">
            <a:avLst/>
          </a:prstGeom>
          <a:noFill/>
          <a:ln>
            <a:noFill/>
          </a:ln>
        </p:spPr>
      </p:sp>
      <p:sp>
        <p:nvSpPr>
          <p:cNvPr id="249" name="Google Shape;249;p18"/>
          <p:cNvSpPr/>
          <p:nvPr>
            <p:ph idx="3" type="pic"/>
          </p:nvPr>
        </p:nvSpPr>
        <p:spPr>
          <a:xfrm>
            <a:off x="5262525" y="304800"/>
            <a:ext cx="1865100" cy="2386800"/>
          </a:xfrm>
          <a:prstGeom prst="rect">
            <a:avLst/>
          </a:prstGeom>
          <a:noFill/>
          <a:ln>
            <a:noFill/>
          </a:ln>
        </p:spPr>
      </p:sp>
      <p:sp>
        <p:nvSpPr>
          <p:cNvPr id="250" name="Google Shape;250;p18"/>
          <p:cNvSpPr/>
          <p:nvPr>
            <p:ph idx="4" type="pic"/>
          </p:nvPr>
        </p:nvSpPr>
        <p:spPr>
          <a:xfrm>
            <a:off x="7281675" y="304800"/>
            <a:ext cx="1849800" cy="2386800"/>
          </a:xfrm>
          <a:prstGeom prst="rect">
            <a:avLst/>
          </a:prstGeom>
          <a:noFill/>
          <a:ln>
            <a:noFill/>
          </a:ln>
        </p:spPr>
      </p:sp>
      <p:sp>
        <p:nvSpPr>
          <p:cNvPr id="251" name="Google Shape;251;p18"/>
          <p:cNvSpPr txBox="1"/>
          <p:nvPr>
            <p:ph idx="1" type="subTitle"/>
          </p:nvPr>
        </p:nvSpPr>
        <p:spPr>
          <a:xfrm>
            <a:off x="5262525" y="2870692"/>
            <a:ext cx="1566900" cy="6411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52" name="Google Shape;252;p18"/>
          <p:cNvSpPr txBox="1"/>
          <p:nvPr>
            <p:ph idx="5" type="subTitle"/>
          </p:nvPr>
        </p:nvSpPr>
        <p:spPr>
          <a:xfrm>
            <a:off x="7281675" y="2870692"/>
            <a:ext cx="1566900" cy="6411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53" name="Google Shape;253;p18"/>
          <p:cNvSpPr txBox="1"/>
          <p:nvPr>
            <p:ph idx="6"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54" name="Google Shape;254;p18"/>
          <p:cNvSpPr txBox="1"/>
          <p:nvPr>
            <p:ph idx="7" type="title"/>
          </p:nvPr>
        </p:nvSpPr>
        <p:spPr>
          <a:xfrm>
            <a:off x="7420225" y="6297367"/>
            <a:ext cx="1583400" cy="252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55" name="Google Shape;255;p18"/>
          <p:cNvSpPr txBox="1"/>
          <p:nvPr>
            <p:ph idx="8" type="subTitle"/>
          </p:nvPr>
        </p:nvSpPr>
        <p:spPr>
          <a:xfrm>
            <a:off x="2216381" y="4176167"/>
            <a:ext cx="1566900" cy="6411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56" name="Google Shape;256;p18"/>
          <p:cNvGrpSpPr/>
          <p:nvPr/>
        </p:nvGrpSpPr>
        <p:grpSpPr>
          <a:xfrm>
            <a:off x="4308382" y="3605255"/>
            <a:ext cx="4833127" cy="3249312"/>
            <a:chOff x="4308382" y="2704009"/>
            <a:chExt cx="4833127" cy="2437045"/>
          </a:xfrm>
        </p:grpSpPr>
        <p:sp>
          <p:nvSpPr>
            <p:cNvPr id="257" name="Google Shape;257;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58" name="Google Shape;258;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59" name="Google Shape;259;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60" name="Shape 260"/>
        <p:cNvGrpSpPr/>
        <p:nvPr/>
      </p:nvGrpSpPr>
      <p:grpSpPr>
        <a:xfrm>
          <a:off x="0" y="0"/>
          <a:ext cx="0" cy="0"/>
          <a:chOff x="0" y="0"/>
          <a:chExt cx="0" cy="0"/>
        </a:xfrm>
      </p:grpSpPr>
      <p:sp>
        <p:nvSpPr>
          <p:cNvPr id="261" name="Google Shape;261;p19"/>
          <p:cNvSpPr/>
          <p:nvPr/>
        </p:nvSpPr>
        <p:spPr>
          <a:xfrm>
            <a:off x="6519500" y="2955733"/>
            <a:ext cx="4728600" cy="21396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19"/>
          <p:cNvSpPr/>
          <p:nvPr/>
        </p:nvSpPr>
        <p:spPr>
          <a:xfrm rot="2255381">
            <a:off x="6450488" y="3148949"/>
            <a:ext cx="5167848" cy="2352503"/>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19"/>
          <p:cNvSpPr/>
          <p:nvPr/>
        </p:nvSpPr>
        <p:spPr>
          <a:xfrm>
            <a:off x="6008850" y="4160134"/>
            <a:ext cx="3135148" cy="269788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4" name="Google Shape;264;p19"/>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65" name="Google Shape;265;p19"/>
          <p:cNvSpPr txBox="1"/>
          <p:nvPr>
            <p:ph idx="2" type="title"/>
          </p:nvPr>
        </p:nvSpPr>
        <p:spPr>
          <a:xfrm>
            <a:off x="115025" y="541667"/>
            <a:ext cx="6507000" cy="35424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66" name="Google Shape;266;p19"/>
          <p:cNvSpPr txBox="1"/>
          <p:nvPr>
            <p:ph idx="1" type="subTitle"/>
          </p:nvPr>
        </p:nvSpPr>
        <p:spPr>
          <a:xfrm>
            <a:off x="115025" y="4083900"/>
            <a:ext cx="3759600" cy="2213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67" name="Google Shape;267;p19"/>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68" name="Shape 268"/>
        <p:cNvGrpSpPr/>
        <p:nvPr/>
      </p:nvGrpSpPr>
      <p:grpSpPr>
        <a:xfrm>
          <a:off x="0" y="0"/>
          <a:ext cx="0" cy="0"/>
          <a:chOff x="0" y="0"/>
          <a:chExt cx="0" cy="0"/>
        </a:xfrm>
      </p:grpSpPr>
      <p:sp>
        <p:nvSpPr>
          <p:cNvPr id="269" name="Google Shape;269;p20"/>
          <p:cNvSpPr/>
          <p:nvPr/>
        </p:nvSpPr>
        <p:spPr>
          <a:xfrm>
            <a:off x="5861425" y="4087300"/>
            <a:ext cx="3282600" cy="2771864"/>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70" name="Google Shape;270;p20"/>
          <p:cNvSpPr/>
          <p:nvPr/>
        </p:nvSpPr>
        <p:spPr>
          <a:xfrm>
            <a:off x="6818025" y="2233"/>
            <a:ext cx="2326300" cy="4245127"/>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71" name="Google Shape;271;p20"/>
          <p:cNvGrpSpPr/>
          <p:nvPr/>
        </p:nvGrpSpPr>
        <p:grpSpPr>
          <a:xfrm>
            <a:off x="25" y="6167"/>
            <a:ext cx="2329791" cy="1060578"/>
            <a:chOff x="21" y="-511"/>
            <a:chExt cx="2329791" cy="800617"/>
          </a:xfrm>
        </p:grpSpPr>
        <p:grpSp>
          <p:nvGrpSpPr>
            <p:cNvPr id="272" name="Google Shape;272;p20"/>
            <p:cNvGrpSpPr/>
            <p:nvPr/>
          </p:nvGrpSpPr>
          <p:grpSpPr>
            <a:xfrm flipH="1" rot="10800000">
              <a:off x="25" y="392516"/>
              <a:ext cx="1927788" cy="407590"/>
              <a:chOff x="537425" y="3249175"/>
              <a:chExt cx="1774800" cy="370200"/>
            </a:xfrm>
          </p:grpSpPr>
          <p:sp>
            <p:nvSpPr>
              <p:cNvPr id="273" name="Google Shape;273;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4" name="Google Shape;274;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5" name="Google Shape;275;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8" name="Google Shape;278;p20"/>
            <p:cNvGrpSpPr/>
            <p:nvPr/>
          </p:nvGrpSpPr>
          <p:grpSpPr>
            <a:xfrm flipH="1" rot="10800000">
              <a:off x="21" y="-511"/>
              <a:ext cx="1927788" cy="393115"/>
              <a:chOff x="537425" y="3249175"/>
              <a:chExt cx="1774800" cy="370200"/>
            </a:xfrm>
          </p:grpSpPr>
          <p:sp>
            <p:nvSpPr>
              <p:cNvPr id="279" name="Google Shape;279;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0" name="Google Shape;280;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84" name="Google Shape;284;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85" name="Google Shape;285;p20"/>
          <p:cNvSpPr txBox="1"/>
          <p:nvPr>
            <p:ph type="title"/>
          </p:nvPr>
        </p:nvSpPr>
        <p:spPr>
          <a:xfrm>
            <a:off x="96025" y="1608400"/>
            <a:ext cx="6507000" cy="25017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86" name="Google Shape;286;p20"/>
          <p:cNvSpPr/>
          <p:nvPr/>
        </p:nvSpPr>
        <p:spPr>
          <a:xfrm rot="513202">
            <a:off x="5407990" y="3818939"/>
            <a:ext cx="5903965" cy="2304090"/>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7" name="Google Shape;287;p20"/>
          <p:cNvSpPr/>
          <p:nvPr/>
        </p:nvSpPr>
        <p:spPr>
          <a:xfrm rot="2255506">
            <a:off x="5328732" y="3598891"/>
            <a:ext cx="4838604" cy="220241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8" name="Google Shape;288;p20"/>
          <p:cNvSpPr txBox="1"/>
          <p:nvPr>
            <p:ph idx="2"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0"/>
          <p:cNvSpPr txBox="1"/>
          <p:nvPr>
            <p:ph idx="1" type="subTitle"/>
          </p:nvPr>
        </p:nvSpPr>
        <p:spPr>
          <a:xfrm>
            <a:off x="115025" y="4083900"/>
            <a:ext cx="3759600" cy="2213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90" name="Google Shape;290;p20"/>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91" name="Shape 291"/>
        <p:cNvGrpSpPr/>
        <p:nvPr/>
      </p:nvGrpSpPr>
      <p:grpSpPr>
        <a:xfrm>
          <a:off x="0" y="0"/>
          <a:ext cx="0" cy="0"/>
          <a:chOff x="0" y="0"/>
          <a:chExt cx="0" cy="0"/>
        </a:xfrm>
      </p:grpSpPr>
      <p:sp>
        <p:nvSpPr>
          <p:cNvPr id="292" name="Google Shape;292;p21"/>
          <p:cNvSpPr/>
          <p:nvPr/>
        </p:nvSpPr>
        <p:spPr>
          <a:xfrm flipH="1" rot="-1179643">
            <a:off x="1720513" y="1595844"/>
            <a:ext cx="5703081" cy="2579262"/>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3" name="Google Shape;293;p21"/>
          <p:cNvSpPr/>
          <p:nvPr/>
        </p:nvSpPr>
        <p:spPr>
          <a:xfrm rot="10800000">
            <a:off x="1792025" y="1576433"/>
            <a:ext cx="5559900" cy="26181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21"/>
          <p:cNvSpPr txBox="1"/>
          <p:nvPr>
            <p:ph idx="1" type="body"/>
          </p:nvPr>
        </p:nvSpPr>
        <p:spPr>
          <a:xfrm>
            <a:off x="2351750" y="5143267"/>
            <a:ext cx="4346700" cy="60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95" name="Google Shape;295;p21"/>
          <p:cNvSpPr txBox="1"/>
          <p:nvPr>
            <p:ph hasCustomPrompt="1" type="title"/>
          </p:nvPr>
        </p:nvSpPr>
        <p:spPr>
          <a:xfrm>
            <a:off x="2662050" y="1576467"/>
            <a:ext cx="3819900" cy="26181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96" name="Google Shape;296;p21"/>
          <p:cNvSpPr/>
          <p:nvPr/>
        </p:nvSpPr>
        <p:spPr>
          <a:xfrm flipH="1" rot="1179643">
            <a:off x="1720424" y="1595794"/>
            <a:ext cx="5703081" cy="2579262"/>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97" name="Shape 297"/>
        <p:cNvGrpSpPr/>
        <p:nvPr/>
      </p:nvGrpSpPr>
      <p:grpSpPr>
        <a:xfrm>
          <a:off x="0" y="0"/>
          <a:ext cx="0" cy="0"/>
          <a:chOff x="0" y="0"/>
          <a:chExt cx="0" cy="0"/>
        </a:xfrm>
      </p:grpSpPr>
      <p:grpSp>
        <p:nvGrpSpPr>
          <p:cNvPr id="298" name="Google Shape;298;p22"/>
          <p:cNvGrpSpPr/>
          <p:nvPr/>
        </p:nvGrpSpPr>
        <p:grpSpPr>
          <a:xfrm flipH="1">
            <a:off x="3212200" y="-129"/>
            <a:ext cx="1851000" cy="1633726"/>
            <a:chOff x="461225" y="3875100"/>
            <a:chExt cx="1851000" cy="1225325"/>
          </a:xfrm>
        </p:grpSpPr>
        <p:grpSp>
          <p:nvGrpSpPr>
            <p:cNvPr id="299" name="Google Shape;299;p22"/>
            <p:cNvGrpSpPr/>
            <p:nvPr/>
          </p:nvGrpSpPr>
          <p:grpSpPr>
            <a:xfrm>
              <a:off x="461225" y="3875100"/>
              <a:ext cx="1851000" cy="114600"/>
              <a:chOff x="461225" y="3504775"/>
              <a:chExt cx="1851000" cy="114600"/>
            </a:xfrm>
          </p:grpSpPr>
          <p:sp>
            <p:nvSpPr>
              <p:cNvPr id="300" name="Google Shape;30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2" name="Google Shape;30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3" name="Google Shape;30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5" name="Google Shape;305;p22"/>
            <p:cNvGrpSpPr/>
            <p:nvPr/>
          </p:nvGrpSpPr>
          <p:grpSpPr>
            <a:xfrm>
              <a:off x="461225" y="3989700"/>
              <a:ext cx="1480800" cy="1110725"/>
              <a:chOff x="461225" y="3249175"/>
              <a:chExt cx="1480800" cy="1110725"/>
            </a:xfrm>
          </p:grpSpPr>
          <p:sp>
            <p:nvSpPr>
              <p:cNvPr id="306" name="Google Shape;30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7" name="Google Shape;30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8" name="Google Shape;30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9" name="Google Shape;30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10" name="Google Shape;310;p22"/>
            <p:cNvGrpSpPr/>
            <p:nvPr/>
          </p:nvGrpSpPr>
          <p:grpSpPr>
            <a:xfrm>
              <a:off x="831425" y="4360025"/>
              <a:ext cx="1480800" cy="370200"/>
              <a:chOff x="831425" y="3249175"/>
              <a:chExt cx="1480800" cy="370200"/>
            </a:xfrm>
          </p:grpSpPr>
          <p:sp>
            <p:nvSpPr>
              <p:cNvPr id="311" name="Google Shape;31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2" name="Google Shape;31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3" name="Google Shape;31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4" name="Google Shape;31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15" name="Google Shape;315;p22"/>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2"/>
          <p:cNvSpPr txBox="1"/>
          <p:nvPr>
            <p:ph idx="2" type="title"/>
          </p:nvPr>
        </p:nvSpPr>
        <p:spPr>
          <a:xfrm>
            <a:off x="115025" y="670367"/>
            <a:ext cx="5829000" cy="1600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2"/>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318" name="Shape 318"/>
        <p:cNvGrpSpPr/>
        <p:nvPr/>
      </p:nvGrpSpPr>
      <p:grpSpPr>
        <a:xfrm>
          <a:off x="0" y="0"/>
          <a:ext cx="0" cy="0"/>
          <a:chOff x="0" y="0"/>
          <a:chExt cx="0" cy="0"/>
        </a:xfrm>
      </p:grpSpPr>
      <p:sp>
        <p:nvSpPr>
          <p:cNvPr id="319" name="Google Shape;319;p23"/>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0" name="Google Shape;320;p23"/>
          <p:cNvSpPr txBox="1"/>
          <p:nvPr>
            <p:ph idx="2" type="title"/>
          </p:nvPr>
        </p:nvSpPr>
        <p:spPr>
          <a:xfrm>
            <a:off x="115025" y="670367"/>
            <a:ext cx="5400000" cy="9183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321" name="Google Shape;321;p23"/>
          <p:cNvGrpSpPr/>
          <p:nvPr/>
        </p:nvGrpSpPr>
        <p:grpSpPr>
          <a:xfrm flipH="1" rot="10800000">
            <a:off x="6179902" y="-139"/>
            <a:ext cx="2963226" cy="1994294"/>
            <a:chOff x="4306084" y="2701610"/>
            <a:chExt cx="4837921" cy="2441893"/>
          </a:xfrm>
        </p:grpSpPr>
        <p:sp>
          <p:nvSpPr>
            <p:cNvPr id="322" name="Google Shape;322;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23" name="Google Shape;323;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24" name="Google Shape;324;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325" name="Google Shape;325;p23"/>
          <p:cNvSpPr txBox="1"/>
          <p:nvPr>
            <p:ph idx="1" type="subTitle"/>
          </p:nvPr>
        </p:nvSpPr>
        <p:spPr>
          <a:xfrm>
            <a:off x="278850" y="3968167"/>
            <a:ext cx="1387800" cy="1589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6" name="Google Shape;326;p23"/>
          <p:cNvSpPr txBox="1"/>
          <p:nvPr>
            <p:ph idx="3" type="subTitle"/>
          </p:nvPr>
        </p:nvSpPr>
        <p:spPr>
          <a:xfrm>
            <a:off x="1720650" y="3452400"/>
            <a:ext cx="1387800" cy="1589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7" name="Google Shape;327;p23"/>
          <p:cNvSpPr txBox="1"/>
          <p:nvPr>
            <p:ph idx="4" type="subTitle"/>
          </p:nvPr>
        </p:nvSpPr>
        <p:spPr>
          <a:xfrm>
            <a:off x="3155400" y="3075533"/>
            <a:ext cx="1387800" cy="1589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8" name="Google Shape;328;p23"/>
          <p:cNvSpPr txBox="1"/>
          <p:nvPr>
            <p:ph idx="5" type="subTitle"/>
          </p:nvPr>
        </p:nvSpPr>
        <p:spPr>
          <a:xfrm>
            <a:off x="4597200" y="2657600"/>
            <a:ext cx="1387800" cy="1589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9" name="Google Shape;329;p23"/>
          <p:cNvSpPr txBox="1"/>
          <p:nvPr>
            <p:ph idx="6" type="subTitle"/>
          </p:nvPr>
        </p:nvSpPr>
        <p:spPr>
          <a:xfrm>
            <a:off x="6031950" y="2198800"/>
            <a:ext cx="1387800" cy="1589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23"/>
          <p:cNvSpPr txBox="1"/>
          <p:nvPr>
            <p:ph idx="7" type="subTitle"/>
          </p:nvPr>
        </p:nvSpPr>
        <p:spPr>
          <a:xfrm>
            <a:off x="7473750" y="1703933"/>
            <a:ext cx="1387800" cy="1589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31" name="Google Shape;331;p23"/>
          <p:cNvGrpSpPr/>
          <p:nvPr/>
        </p:nvGrpSpPr>
        <p:grpSpPr>
          <a:xfrm>
            <a:off x="2674998" y="3897569"/>
            <a:ext cx="6470027" cy="2962225"/>
            <a:chOff x="2674998" y="2923250"/>
            <a:chExt cx="6470027" cy="2221724"/>
          </a:xfrm>
        </p:grpSpPr>
        <p:sp>
          <p:nvSpPr>
            <p:cNvPr id="332" name="Google Shape;332;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33" name="Google Shape;333;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34" name="Google Shape;334;p23"/>
          <p:cNvSpPr txBox="1"/>
          <p:nvPr>
            <p:ph idx="8"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35" name="Shape 335"/>
        <p:cNvGrpSpPr/>
        <p:nvPr/>
      </p:nvGrpSpPr>
      <p:grpSpPr>
        <a:xfrm>
          <a:off x="0" y="0"/>
          <a:ext cx="0" cy="0"/>
          <a:chOff x="0" y="0"/>
          <a:chExt cx="0" cy="0"/>
        </a:xfrm>
      </p:grpSpPr>
      <p:sp>
        <p:nvSpPr>
          <p:cNvPr id="336" name="Google Shape;336;p24"/>
          <p:cNvSpPr/>
          <p:nvPr/>
        </p:nvSpPr>
        <p:spPr>
          <a:xfrm>
            <a:off x="5050850" y="4325200"/>
            <a:ext cx="4093093" cy="2532876"/>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37" name="Google Shape;337;p24"/>
          <p:cNvSpPr/>
          <p:nvPr/>
        </p:nvSpPr>
        <p:spPr>
          <a:xfrm>
            <a:off x="6123025" y="-5183"/>
            <a:ext cx="3022650" cy="1116672"/>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38" name="Google Shape;338;p24"/>
          <p:cNvSpPr txBox="1"/>
          <p:nvPr>
            <p:ph type="title"/>
          </p:nvPr>
        </p:nvSpPr>
        <p:spPr>
          <a:xfrm>
            <a:off x="1143300" y="2035950"/>
            <a:ext cx="2197500" cy="5361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39" name="Google Shape;339;p24"/>
          <p:cNvSpPr txBox="1"/>
          <p:nvPr>
            <p:ph idx="2" type="title"/>
          </p:nvPr>
        </p:nvSpPr>
        <p:spPr>
          <a:xfrm>
            <a:off x="3820750" y="2035950"/>
            <a:ext cx="2197500" cy="5361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40" name="Google Shape;340;p24"/>
          <p:cNvSpPr txBox="1"/>
          <p:nvPr>
            <p:ph idx="3" type="title"/>
          </p:nvPr>
        </p:nvSpPr>
        <p:spPr>
          <a:xfrm>
            <a:off x="1129950" y="2656833"/>
            <a:ext cx="2024700" cy="9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41" name="Google Shape;341;p24"/>
          <p:cNvSpPr txBox="1"/>
          <p:nvPr>
            <p:ph idx="4" type="title"/>
          </p:nvPr>
        </p:nvSpPr>
        <p:spPr>
          <a:xfrm>
            <a:off x="1129950" y="3735470"/>
            <a:ext cx="2024700" cy="9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42" name="Google Shape;342;p24"/>
          <p:cNvSpPr txBox="1"/>
          <p:nvPr>
            <p:ph idx="5" type="title"/>
          </p:nvPr>
        </p:nvSpPr>
        <p:spPr>
          <a:xfrm>
            <a:off x="1129950" y="4814106"/>
            <a:ext cx="2024700" cy="91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43" name="Google Shape;343;p24"/>
          <p:cNvSpPr txBox="1"/>
          <p:nvPr>
            <p:ph idx="6" type="title"/>
          </p:nvPr>
        </p:nvSpPr>
        <p:spPr>
          <a:xfrm>
            <a:off x="3820750" y="2656833"/>
            <a:ext cx="3350700" cy="9183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44" name="Google Shape;344;p24"/>
          <p:cNvSpPr txBox="1"/>
          <p:nvPr>
            <p:ph idx="7" type="title"/>
          </p:nvPr>
        </p:nvSpPr>
        <p:spPr>
          <a:xfrm>
            <a:off x="3820750" y="3735400"/>
            <a:ext cx="3350700" cy="9183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45" name="Google Shape;345;p24"/>
          <p:cNvSpPr txBox="1"/>
          <p:nvPr>
            <p:ph idx="8" type="title"/>
          </p:nvPr>
        </p:nvSpPr>
        <p:spPr>
          <a:xfrm>
            <a:off x="3820750" y="4813966"/>
            <a:ext cx="3350700" cy="9183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46" name="Google Shape;346;p24"/>
          <p:cNvSpPr txBox="1"/>
          <p:nvPr>
            <p:ph idx="9"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47" name="Google Shape;347;p24"/>
          <p:cNvSpPr txBox="1"/>
          <p:nvPr>
            <p:ph idx="13" type="title"/>
          </p:nvPr>
        </p:nvSpPr>
        <p:spPr>
          <a:xfrm>
            <a:off x="115025" y="670367"/>
            <a:ext cx="6440400" cy="9183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48" name="Google Shape;348;p24"/>
          <p:cNvSpPr txBox="1"/>
          <p:nvPr>
            <p:ph idx="14" type="title"/>
          </p:nvPr>
        </p:nvSpPr>
        <p:spPr>
          <a:xfrm>
            <a:off x="228600" y="2836433"/>
            <a:ext cx="739800" cy="559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49" name="Google Shape;349;p24"/>
          <p:cNvSpPr txBox="1"/>
          <p:nvPr>
            <p:ph idx="15"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50" name="Google Shape;350;p24"/>
          <p:cNvSpPr txBox="1"/>
          <p:nvPr>
            <p:ph idx="16" type="title"/>
          </p:nvPr>
        </p:nvSpPr>
        <p:spPr>
          <a:xfrm>
            <a:off x="228600" y="3914967"/>
            <a:ext cx="739800" cy="559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51" name="Google Shape;351;p24"/>
          <p:cNvSpPr txBox="1"/>
          <p:nvPr>
            <p:ph idx="17" type="title"/>
          </p:nvPr>
        </p:nvSpPr>
        <p:spPr>
          <a:xfrm>
            <a:off x="228600" y="4993500"/>
            <a:ext cx="739800" cy="559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655">
          <p15:clr>
            <a:srgbClr val="E46962"/>
          </p15:clr>
        </p15:guide>
        <p15:guide id="2" orient="horz" pos="2340">
          <p15:clr>
            <a:srgbClr val="E46962"/>
          </p15:clr>
        </p15:guide>
        <p15:guide id="3" orient="horz" pos="3023">
          <p15:clr>
            <a:srgbClr val="E46962"/>
          </p15:clr>
        </p15:guide>
        <p15:guide id="4" orient="horz" pos="3704">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52" name="Shape 352"/>
        <p:cNvGrpSpPr/>
        <p:nvPr/>
      </p:nvGrpSpPr>
      <p:grpSpPr>
        <a:xfrm>
          <a:off x="0" y="0"/>
          <a:ext cx="0" cy="0"/>
          <a:chOff x="0" y="0"/>
          <a:chExt cx="0" cy="0"/>
        </a:xfrm>
      </p:grpSpPr>
      <p:sp>
        <p:nvSpPr>
          <p:cNvPr id="353" name="Google Shape;353;p25"/>
          <p:cNvSpPr/>
          <p:nvPr/>
        </p:nvSpPr>
        <p:spPr>
          <a:xfrm flipH="1" rot="-1404376">
            <a:off x="-2091740" y="5678156"/>
            <a:ext cx="4640676" cy="1050756"/>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54" name="Google Shape;354;p25"/>
          <p:cNvGrpSpPr/>
          <p:nvPr/>
        </p:nvGrpSpPr>
        <p:grpSpPr>
          <a:xfrm rot="-5400000">
            <a:off x="3858980" y="1589269"/>
            <a:ext cx="1368366" cy="9201675"/>
            <a:chOff x="670045" y="-5692564"/>
            <a:chExt cx="1026300" cy="9201675"/>
          </a:xfrm>
        </p:grpSpPr>
        <p:sp>
          <p:nvSpPr>
            <p:cNvPr id="355" name="Google Shape;355;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56" name="Google Shape;356;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57" name="Google Shape;357;p25"/>
          <p:cNvSpPr txBox="1"/>
          <p:nvPr>
            <p:ph type="title"/>
          </p:nvPr>
        </p:nvSpPr>
        <p:spPr>
          <a:xfrm>
            <a:off x="3720025" y="2278767"/>
            <a:ext cx="1665300" cy="2583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58" name="Google Shape;358;p25"/>
          <p:cNvSpPr txBox="1"/>
          <p:nvPr>
            <p:ph idx="2" type="title"/>
          </p:nvPr>
        </p:nvSpPr>
        <p:spPr>
          <a:xfrm>
            <a:off x="7148925" y="2278767"/>
            <a:ext cx="1665300" cy="2583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59" name="Google Shape;359;p25"/>
          <p:cNvSpPr txBox="1"/>
          <p:nvPr>
            <p:ph idx="3" type="title"/>
          </p:nvPr>
        </p:nvSpPr>
        <p:spPr>
          <a:xfrm>
            <a:off x="5434475" y="2278767"/>
            <a:ext cx="1665300" cy="2583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60" name="Google Shape;360;p25"/>
          <p:cNvSpPr txBox="1"/>
          <p:nvPr>
            <p:ph idx="4"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5"/>
          <p:cNvSpPr txBox="1"/>
          <p:nvPr>
            <p:ph idx="5" type="title"/>
          </p:nvPr>
        </p:nvSpPr>
        <p:spPr>
          <a:xfrm>
            <a:off x="108300" y="1557433"/>
            <a:ext cx="3544500" cy="30336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62" name="Google Shape;362;p25"/>
          <p:cNvSpPr txBox="1"/>
          <p:nvPr>
            <p:ph idx="6" type="title"/>
          </p:nvPr>
        </p:nvSpPr>
        <p:spPr>
          <a:xfrm>
            <a:off x="3720025" y="1717167"/>
            <a:ext cx="4295400" cy="36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63" name="Google Shape;363;p25"/>
          <p:cNvSpPr txBox="1"/>
          <p:nvPr>
            <p:ph idx="7"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64" name="Shape 364"/>
        <p:cNvGrpSpPr/>
        <p:nvPr/>
      </p:nvGrpSpPr>
      <p:grpSpPr>
        <a:xfrm>
          <a:off x="0" y="0"/>
          <a:ext cx="0" cy="0"/>
          <a:chOff x="0" y="0"/>
          <a:chExt cx="0" cy="0"/>
        </a:xfrm>
      </p:grpSpPr>
      <p:sp>
        <p:nvSpPr>
          <p:cNvPr id="365" name="Google Shape;365;p26"/>
          <p:cNvSpPr/>
          <p:nvPr/>
        </p:nvSpPr>
        <p:spPr>
          <a:xfrm rot="47584">
            <a:off x="3841996" y="2924225"/>
            <a:ext cx="4855065" cy="2643381"/>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6" name="Google Shape;366;p26"/>
          <p:cNvSpPr/>
          <p:nvPr/>
        </p:nvSpPr>
        <p:spPr>
          <a:xfrm rot="-1342665">
            <a:off x="3396538" y="3411564"/>
            <a:ext cx="5898168" cy="2090002"/>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7" name="Google Shape;367;p26"/>
          <p:cNvGrpSpPr/>
          <p:nvPr/>
        </p:nvGrpSpPr>
        <p:grpSpPr>
          <a:xfrm rot="10800000">
            <a:off x="9" y="0"/>
            <a:ext cx="1889320" cy="1999307"/>
            <a:chOff x="461225" y="3249175"/>
            <a:chExt cx="1399496" cy="1110726"/>
          </a:xfrm>
        </p:grpSpPr>
        <p:grpSp>
          <p:nvGrpSpPr>
            <p:cNvPr id="368" name="Google Shape;368;p26"/>
            <p:cNvGrpSpPr/>
            <p:nvPr/>
          </p:nvGrpSpPr>
          <p:grpSpPr>
            <a:xfrm>
              <a:off x="461225" y="3249175"/>
              <a:ext cx="1399496" cy="370204"/>
              <a:chOff x="461225" y="3249175"/>
              <a:chExt cx="1399496" cy="370204"/>
            </a:xfrm>
          </p:grpSpPr>
          <p:sp>
            <p:nvSpPr>
              <p:cNvPr id="369" name="Google Shape;369;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26"/>
            <p:cNvGrpSpPr/>
            <p:nvPr/>
          </p:nvGrpSpPr>
          <p:grpSpPr>
            <a:xfrm>
              <a:off x="461225" y="3619500"/>
              <a:ext cx="1399496" cy="370202"/>
              <a:chOff x="461225" y="3249175"/>
              <a:chExt cx="1399496" cy="370202"/>
            </a:xfrm>
          </p:grpSpPr>
          <p:sp>
            <p:nvSpPr>
              <p:cNvPr id="374" name="Google Shape;374;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26"/>
            <p:cNvGrpSpPr/>
            <p:nvPr/>
          </p:nvGrpSpPr>
          <p:grpSpPr>
            <a:xfrm>
              <a:off x="461225" y="3989700"/>
              <a:ext cx="1399496" cy="370201"/>
              <a:chOff x="461225" y="3249175"/>
              <a:chExt cx="1399496" cy="370201"/>
            </a:xfrm>
          </p:grpSpPr>
          <p:sp>
            <p:nvSpPr>
              <p:cNvPr id="379" name="Google Shape;379;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26"/>
          <p:cNvSpPr/>
          <p:nvPr/>
        </p:nvSpPr>
        <p:spPr>
          <a:xfrm>
            <a:off x="5909401" y="-4466"/>
            <a:ext cx="3234589" cy="2315645"/>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84" name="Google Shape;384;p26"/>
          <p:cNvSpPr/>
          <p:nvPr/>
        </p:nvSpPr>
        <p:spPr>
          <a:xfrm>
            <a:off x="8299949" y="97714"/>
            <a:ext cx="844041" cy="2175168"/>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85" name="Google Shape;385;p26"/>
          <p:cNvSpPr txBox="1"/>
          <p:nvPr>
            <p:ph type="title"/>
          </p:nvPr>
        </p:nvSpPr>
        <p:spPr>
          <a:xfrm>
            <a:off x="163725" y="3930433"/>
            <a:ext cx="6637500" cy="1999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86" name="Google Shape;386;p26"/>
          <p:cNvSpPr txBox="1"/>
          <p:nvPr>
            <p:ph idx="1" type="subTitle"/>
          </p:nvPr>
        </p:nvSpPr>
        <p:spPr>
          <a:xfrm>
            <a:off x="163725" y="1579133"/>
            <a:ext cx="3336600" cy="21096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87" name="Google Shape;387;p26"/>
          <p:cNvSpPr txBox="1"/>
          <p:nvPr>
            <p:ph idx="2"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88" name="Google Shape;388;p26"/>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89" name="Shape 389"/>
        <p:cNvGrpSpPr/>
        <p:nvPr/>
      </p:nvGrpSpPr>
      <p:grpSpPr>
        <a:xfrm>
          <a:off x="0" y="0"/>
          <a:ext cx="0" cy="0"/>
          <a:chOff x="0" y="0"/>
          <a:chExt cx="0" cy="0"/>
        </a:xfrm>
      </p:grpSpPr>
      <p:sp>
        <p:nvSpPr>
          <p:cNvPr id="390" name="Google Shape;390;p27"/>
          <p:cNvSpPr/>
          <p:nvPr/>
        </p:nvSpPr>
        <p:spPr>
          <a:xfrm>
            <a:off x="1347300" y="5803967"/>
            <a:ext cx="6752827" cy="1054059"/>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91" name="Google Shape;391;p27"/>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92" name="Google Shape;392;p27"/>
          <p:cNvSpPr txBox="1"/>
          <p:nvPr>
            <p:ph idx="2" type="title"/>
          </p:nvPr>
        </p:nvSpPr>
        <p:spPr>
          <a:xfrm>
            <a:off x="115025" y="670367"/>
            <a:ext cx="5829000" cy="1600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93" name="Google Shape;393;p27"/>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94" name="Shape 394"/>
        <p:cNvGrpSpPr/>
        <p:nvPr/>
      </p:nvGrpSpPr>
      <p:grpSpPr>
        <a:xfrm>
          <a:off x="0" y="0"/>
          <a:ext cx="0" cy="0"/>
          <a:chOff x="0" y="0"/>
          <a:chExt cx="0" cy="0"/>
        </a:xfrm>
      </p:grpSpPr>
      <p:sp>
        <p:nvSpPr>
          <p:cNvPr id="395" name="Google Shape;395;p28"/>
          <p:cNvSpPr/>
          <p:nvPr/>
        </p:nvSpPr>
        <p:spPr>
          <a:xfrm rot="-971632">
            <a:off x="5039497" y="-121664"/>
            <a:ext cx="3430406" cy="1500116"/>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8"/>
          <p:cNvSpPr txBox="1"/>
          <p:nvPr>
            <p:ph type="title"/>
          </p:nvPr>
        </p:nvSpPr>
        <p:spPr>
          <a:xfrm>
            <a:off x="134550" y="2032300"/>
            <a:ext cx="1119600" cy="396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97" name="Google Shape;397;p28"/>
          <p:cNvSpPr txBox="1"/>
          <p:nvPr>
            <p:ph idx="2" type="title"/>
          </p:nvPr>
        </p:nvSpPr>
        <p:spPr>
          <a:xfrm>
            <a:off x="1326150" y="1311600"/>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98" name="Google Shape;398;p28"/>
          <p:cNvSpPr txBox="1"/>
          <p:nvPr>
            <p:ph idx="3" type="title"/>
          </p:nvPr>
        </p:nvSpPr>
        <p:spPr>
          <a:xfrm>
            <a:off x="3808925" y="1311600"/>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99" name="Google Shape;399;p28"/>
          <p:cNvSpPr txBox="1"/>
          <p:nvPr>
            <p:ph idx="4" type="title"/>
          </p:nvPr>
        </p:nvSpPr>
        <p:spPr>
          <a:xfrm>
            <a:off x="6291700" y="1311600"/>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00" name="Google Shape;400;p28"/>
          <p:cNvSpPr txBox="1"/>
          <p:nvPr>
            <p:ph idx="5" type="title"/>
          </p:nvPr>
        </p:nvSpPr>
        <p:spPr>
          <a:xfrm>
            <a:off x="134550" y="3474933"/>
            <a:ext cx="11196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401" name="Google Shape;401;p28"/>
          <p:cNvSpPr txBox="1"/>
          <p:nvPr>
            <p:ph idx="6" type="title"/>
          </p:nvPr>
        </p:nvSpPr>
        <p:spPr>
          <a:xfrm>
            <a:off x="134550" y="4879667"/>
            <a:ext cx="11196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402" name="Google Shape;402;p28"/>
          <p:cNvSpPr txBox="1"/>
          <p:nvPr>
            <p:ph idx="7"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03" name="Google Shape;403;p28"/>
          <p:cNvSpPr/>
          <p:nvPr/>
        </p:nvSpPr>
        <p:spPr>
          <a:xfrm flipH="1" rot="-5931354">
            <a:off x="4076462" y="4712277"/>
            <a:ext cx="2036376" cy="4807525"/>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4" name="Google Shape;404;p28"/>
          <p:cNvSpPr/>
          <p:nvPr/>
        </p:nvSpPr>
        <p:spPr>
          <a:xfrm rot="5655502">
            <a:off x="4003682" y="4652654"/>
            <a:ext cx="1906964" cy="5511348"/>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05" name="Google Shape;405;p28"/>
          <p:cNvSpPr txBox="1"/>
          <p:nvPr>
            <p:ph idx="1" type="body"/>
          </p:nvPr>
        </p:nvSpPr>
        <p:spPr>
          <a:xfrm>
            <a:off x="1326025" y="4820067"/>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06" name="Google Shape;406;p28"/>
          <p:cNvSpPr txBox="1"/>
          <p:nvPr>
            <p:ph idx="8" type="body"/>
          </p:nvPr>
        </p:nvSpPr>
        <p:spPr>
          <a:xfrm>
            <a:off x="3808863" y="4820067"/>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407" name="Google Shape;407;p28"/>
          <p:cNvSpPr txBox="1"/>
          <p:nvPr>
            <p:ph idx="9" type="body"/>
          </p:nvPr>
        </p:nvSpPr>
        <p:spPr>
          <a:xfrm>
            <a:off x="6291713" y="4820067"/>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08" name="Google Shape;408;p28"/>
          <p:cNvSpPr txBox="1"/>
          <p:nvPr>
            <p:ph idx="13" type="body"/>
          </p:nvPr>
        </p:nvSpPr>
        <p:spPr>
          <a:xfrm>
            <a:off x="1326025" y="3474933"/>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09" name="Google Shape;409;p28"/>
          <p:cNvSpPr txBox="1"/>
          <p:nvPr>
            <p:ph idx="14" type="body"/>
          </p:nvPr>
        </p:nvSpPr>
        <p:spPr>
          <a:xfrm>
            <a:off x="3808863" y="3474933"/>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10" name="Google Shape;410;p28"/>
          <p:cNvSpPr txBox="1"/>
          <p:nvPr>
            <p:ph idx="15" type="body"/>
          </p:nvPr>
        </p:nvSpPr>
        <p:spPr>
          <a:xfrm>
            <a:off x="6291713" y="3474933"/>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11" name="Google Shape;411;p28"/>
          <p:cNvSpPr txBox="1"/>
          <p:nvPr>
            <p:ph idx="16" type="body"/>
          </p:nvPr>
        </p:nvSpPr>
        <p:spPr>
          <a:xfrm>
            <a:off x="1326025" y="2032300"/>
            <a:ext cx="2296500" cy="111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12" name="Google Shape;412;p28"/>
          <p:cNvSpPr txBox="1"/>
          <p:nvPr>
            <p:ph idx="17" type="body"/>
          </p:nvPr>
        </p:nvSpPr>
        <p:spPr>
          <a:xfrm>
            <a:off x="3808867" y="2032300"/>
            <a:ext cx="2296500" cy="111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13" name="Google Shape;413;p28"/>
          <p:cNvSpPr txBox="1"/>
          <p:nvPr>
            <p:ph idx="18" type="body"/>
          </p:nvPr>
        </p:nvSpPr>
        <p:spPr>
          <a:xfrm>
            <a:off x="6291721" y="2032300"/>
            <a:ext cx="2296500" cy="111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414" name="Google Shape;414;p28"/>
          <p:cNvSpPr txBox="1"/>
          <p:nvPr>
            <p:ph idx="19" type="title"/>
          </p:nvPr>
        </p:nvSpPr>
        <p:spPr>
          <a:xfrm>
            <a:off x="38100" y="426200"/>
            <a:ext cx="3116700" cy="6936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415" name="Google Shape;415;p28"/>
          <p:cNvSpPr txBox="1"/>
          <p:nvPr>
            <p:ph idx="20"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416" name="Shape 416"/>
        <p:cNvGrpSpPr/>
        <p:nvPr/>
      </p:nvGrpSpPr>
      <p:grpSpPr>
        <a:xfrm>
          <a:off x="0" y="0"/>
          <a:ext cx="0" cy="0"/>
          <a:chOff x="0" y="0"/>
          <a:chExt cx="0" cy="0"/>
        </a:xfrm>
      </p:grpSpPr>
      <p:sp>
        <p:nvSpPr>
          <p:cNvPr id="417" name="Google Shape;417;p29"/>
          <p:cNvSpPr/>
          <p:nvPr/>
        </p:nvSpPr>
        <p:spPr>
          <a:xfrm rot="-971632">
            <a:off x="5039497" y="-121664"/>
            <a:ext cx="3430406" cy="1500116"/>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418" name="Google Shape;418;p29"/>
          <p:cNvSpPr txBox="1"/>
          <p:nvPr>
            <p:ph type="title"/>
          </p:nvPr>
        </p:nvSpPr>
        <p:spPr>
          <a:xfrm>
            <a:off x="134550" y="2032300"/>
            <a:ext cx="1119600" cy="396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419" name="Google Shape;419;p29"/>
          <p:cNvSpPr txBox="1"/>
          <p:nvPr>
            <p:ph idx="2" type="title"/>
          </p:nvPr>
        </p:nvSpPr>
        <p:spPr>
          <a:xfrm>
            <a:off x="134550" y="3474933"/>
            <a:ext cx="11196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420" name="Google Shape;420;p29"/>
          <p:cNvSpPr txBox="1"/>
          <p:nvPr>
            <p:ph idx="3" type="title"/>
          </p:nvPr>
        </p:nvSpPr>
        <p:spPr>
          <a:xfrm>
            <a:off x="134550" y="4879667"/>
            <a:ext cx="11196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421" name="Google Shape;421;p29"/>
          <p:cNvSpPr txBox="1"/>
          <p:nvPr>
            <p:ph idx="4" type="title"/>
          </p:nvPr>
        </p:nvSpPr>
        <p:spPr>
          <a:xfrm>
            <a:off x="38100" y="426200"/>
            <a:ext cx="3116700" cy="6936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22" name="Google Shape;422;p29"/>
          <p:cNvSpPr txBox="1"/>
          <p:nvPr>
            <p:ph idx="5" type="title"/>
          </p:nvPr>
        </p:nvSpPr>
        <p:spPr>
          <a:xfrm>
            <a:off x="1326150" y="1311600"/>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423" name="Google Shape;423;p29"/>
          <p:cNvSpPr txBox="1"/>
          <p:nvPr>
            <p:ph idx="6" type="title"/>
          </p:nvPr>
        </p:nvSpPr>
        <p:spPr>
          <a:xfrm>
            <a:off x="3808925" y="1311600"/>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424" name="Google Shape;424;p29"/>
          <p:cNvSpPr txBox="1"/>
          <p:nvPr>
            <p:ph idx="7" type="title"/>
          </p:nvPr>
        </p:nvSpPr>
        <p:spPr>
          <a:xfrm>
            <a:off x="6291700" y="1311600"/>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425" name="Google Shape;425;p29"/>
          <p:cNvSpPr/>
          <p:nvPr/>
        </p:nvSpPr>
        <p:spPr>
          <a:xfrm flipH="1" rot="-5931354">
            <a:off x="4076462" y="4712277"/>
            <a:ext cx="2036376" cy="4807525"/>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29"/>
          <p:cNvSpPr/>
          <p:nvPr/>
        </p:nvSpPr>
        <p:spPr>
          <a:xfrm rot="5655502">
            <a:off x="4003682" y="4652654"/>
            <a:ext cx="1906964" cy="5511348"/>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29"/>
          <p:cNvSpPr txBox="1"/>
          <p:nvPr>
            <p:ph idx="8"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28" name="Google Shape;428;p29"/>
          <p:cNvSpPr txBox="1"/>
          <p:nvPr>
            <p:ph idx="1" type="body"/>
          </p:nvPr>
        </p:nvSpPr>
        <p:spPr>
          <a:xfrm>
            <a:off x="1326025" y="4820067"/>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29" name="Google Shape;429;p29"/>
          <p:cNvSpPr txBox="1"/>
          <p:nvPr>
            <p:ph idx="9" type="body"/>
          </p:nvPr>
        </p:nvSpPr>
        <p:spPr>
          <a:xfrm>
            <a:off x="3808863" y="4820067"/>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430" name="Google Shape;430;p29"/>
          <p:cNvSpPr txBox="1"/>
          <p:nvPr>
            <p:ph idx="13" type="body"/>
          </p:nvPr>
        </p:nvSpPr>
        <p:spPr>
          <a:xfrm>
            <a:off x="6291713" y="4820067"/>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31" name="Google Shape;431;p29"/>
          <p:cNvSpPr txBox="1"/>
          <p:nvPr>
            <p:ph idx="14" type="body"/>
          </p:nvPr>
        </p:nvSpPr>
        <p:spPr>
          <a:xfrm>
            <a:off x="1326025" y="3474933"/>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32" name="Google Shape;432;p29"/>
          <p:cNvSpPr txBox="1"/>
          <p:nvPr>
            <p:ph idx="15" type="body"/>
          </p:nvPr>
        </p:nvSpPr>
        <p:spPr>
          <a:xfrm>
            <a:off x="3808863" y="3474933"/>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33" name="Google Shape;433;p29"/>
          <p:cNvSpPr txBox="1"/>
          <p:nvPr>
            <p:ph idx="16" type="body"/>
          </p:nvPr>
        </p:nvSpPr>
        <p:spPr>
          <a:xfrm>
            <a:off x="6291713" y="3474933"/>
            <a:ext cx="2296500" cy="13332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34" name="Google Shape;434;p29"/>
          <p:cNvSpPr txBox="1"/>
          <p:nvPr>
            <p:ph idx="17" type="body"/>
          </p:nvPr>
        </p:nvSpPr>
        <p:spPr>
          <a:xfrm>
            <a:off x="1326025" y="2032300"/>
            <a:ext cx="2296500" cy="111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35" name="Google Shape;435;p29"/>
          <p:cNvSpPr txBox="1"/>
          <p:nvPr>
            <p:ph idx="18" type="body"/>
          </p:nvPr>
        </p:nvSpPr>
        <p:spPr>
          <a:xfrm>
            <a:off x="3808867" y="2032300"/>
            <a:ext cx="2296500" cy="111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36" name="Google Shape;436;p29"/>
          <p:cNvSpPr txBox="1"/>
          <p:nvPr>
            <p:ph idx="19" type="body"/>
          </p:nvPr>
        </p:nvSpPr>
        <p:spPr>
          <a:xfrm>
            <a:off x="6291721" y="2032300"/>
            <a:ext cx="2296500" cy="111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37" name="Google Shape;437;p29"/>
          <p:cNvSpPr txBox="1"/>
          <p:nvPr>
            <p:ph idx="20"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38" name="Shape 438"/>
        <p:cNvGrpSpPr/>
        <p:nvPr/>
      </p:nvGrpSpPr>
      <p:grpSpPr>
        <a:xfrm>
          <a:off x="0" y="0"/>
          <a:ext cx="0" cy="0"/>
          <a:chOff x="0" y="0"/>
          <a:chExt cx="0" cy="0"/>
        </a:xfrm>
      </p:grpSpPr>
      <p:sp>
        <p:nvSpPr>
          <p:cNvPr id="439" name="Google Shape;439;p30"/>
          <p:cNvSpPr/>
          <p:nvPr/>
        </p:nvSpPr>
        <p:spPr>
          <a:xfrm flipH="1" rot="-5400000">
            <a:off x="1067595" y="4225438"/>
            <a:ext cx="1565127"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40" name="Google Shape;440;p30"/>
          <p:cNvSpPr/>
          <p:nvPr/>
        </p:nvSpPr>
        <p:spPr>
          <a:xfrm flipH="1">
            <a:off x="228605" y="4828415"/>
            <a:ext cx="3534079" cy="2029548"/>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41" name="Google Shape;441;p30"/>
          <p:cNvSpPr/>
          <p:nvPr/>
        </p:nvSpPr>
        <p:spPr>
          <a:xfrm flipH="1">
            <a:off x="234700" y="2180733"/>
            <a:ext cx="332100" cy="252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42" name="Google Shape;442;p30"/>
          <p:cNvGrpSpPr/>
          <p:nvPr/>
        </p:nvGrpSpPr>
        <p:grpSpPr>
          <a:xfrm flipH="1">
            <a:off x="7293000" y="-129"/>
            <a:ext cx="1851000" cy="1633726"/>
            <a:chOff x="461225" y="3875100"/>
            <a:chExt cx="1851000" cy="1225325"/>
          </a:xfrm>
        </p:grpSpPr>
        <p:grpSp>
          <p:nvGrpSpPr>
            <p:cNvPr id="443" name="Google Shape;443;p30"/>
            <p:cNvGrpSpPr/>
            <p:nvPr/>
          </p:nvGrpSpPr>
          <p:grpSpPr>
            <a:xfrm>
              <a:off x="461225" y="3875100"/>
              <a:ext cx="1851000" cy="114600"/>
              <a:chOff x="461225" y="3504775"/>
              <a:chExt cx="1851000" cy="114600"/>
            </a:xfrm>
          </p:grpSpPr>
          <p:sp>
            <p:nvSpPr>
              <p:cNvPr id="444" name="Google Shape;444;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5" name="Google Shape;445;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6" name="Google Shape;446;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9" name="Google Shape;449;p30"/>
            <p:cNvGrpSpPr/>
            <p:nvPr/>
          </p:nvGrpSpPr>
          <p:grpSpPr>
            <a:xfrm>
              <a:off x="461225" y="3989700"/>
              <a:ext cx="1480800" cy="1110725"/>
              <a:chOff x="461225" y="3249175"/>
              <a:chExt cx="1480800" cy="1110725"/>
            </a:xfrm>
          </p:grpSpPr>
          <p:sp>
            <p:nvSpPr>
              <p:cNvPr id="450" name="Google Shape;45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1" name="Google Shape;451;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2" name="Google Shape;452;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3" name="Google Shape;453;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54" name="Google Shape;454;p30"/>
            <p:cNvGrpSpPr/>
            <p:nvPr/>
          </p:nvGrpSpPr>
          <p:grpSpPr>
            <a:xfrm>
              <a:off x="831425" y="4360025"/>
              <a:ext cx="1480800" cy="370200"/>
              <a:chOff x="831425" y="3249175"/>
              <a:chExt cx="1480800" cy="370200"/>
            </a:xfrm>
          </p:grpSpPr>
          <p:sp>
            <p:nvSpPr>
              <p:cNvPr id="455" name="Google Shape;455;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6" name="Google Shape;456;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7" name="Google Shape;4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8" name="Google Shape;4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9" name="Google Shape;459;p30"/>
          <p:cNvSpPr txBox="1"/>
          <p:nvPr>
            <p:ph type="title"/>
          </p:nvPr>
        </p:nvSpPr>
        <p:spPr>
          <a:xfrm>
            <a:off x="3822450" y="1717167"/>
            <a:ext cx="4295400" cy="3696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60" name="Google Shape;460;p30"/>
          <p:cNvSpPr txBox="1"/>
          <p:nvPr>
            <p:ph idx="2" type="title"/>
          </p:nvPr>
        </p:nvSpPr>
        <p:spPr>
          <a:xfrm>
            <a:off x="85725" y="1717167"/>
            <a:ext cx="3347400" cy="369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61" name="Google Shape;461;p30"/>
          <p:cNvSpPr/>
          <p:nvPr>
            <p:ph idx="3" type="pic"/>
          </p:nvPr>
        </p:nvSpPr>
        <p:spPr>
          <a:xfrm>
            <a:off x="227225" y="2443167"/>
            <a:ext cx="821100" cy="1047300"/>
          </a:xfrm>
          <a:prstGeom prst="rect">
            <a:avLst/>
          </a:prstGeom>
          <a:noFill/>
          <a:ln>
            <a:noFill/>
          </a:ln>
        </p:spPr>
      </p:sp>
      <p:sp>
        <p:nvSpPr>
          <p:cNvPr id="462" name="Google Shape;462;p30"/>
          <p:cNvSpPr/>
          <p:nvPr>
            <p:ph idx="4" type="pic"/>
          </p:nvPr>
        </p:nvSpPr>
        <p:spPr>
          <a:xfrm>
            <a:off x="227225" y="3563233"/>
            <a:ext cx="821100" cy="1047300"/>
          </a:xfrm>
          <a:prstGeom prst="rect">
            <a:avLst/>
          </a:prstGeom>
          <a:noFill/>
          <a:ln>
            <a:noFill/>
          </a:ln>
        </p:spPr>
      </p:sp>
      <p:sp>
        <p:nvSpPr>
          <p:cNvPr id="463" name="Google Shape;463;p30"/>
          <p:cNvSpPr/>
          <p:nvPr>
            <p:ph idx="5" type="pic"/>
          </p:nvPr>
        </p:nvSpPr>
        <p:spPr>
          <a:xfrm>
            <a:off x="227225" y="4683300"/>
            <a:ext cx="821100" cy="1047300"/>
          </a:xfrm>
          <a:prstGeom prst="rect">
            <a:avLst/>
          </a:prstGeom>
          <a:noFill/>
          <a:ln>
            <a:noFill/>
          </a:ln>
        </p:spPr>
      </p:sp>
      <p:sp>
        <p:nvSpPr>
          <p:cNvPr id="464" name="Google Shape;464;p30"/>
          <p:cNvSpPr txBox="1"/>
          <p:nvPr>
            <p:ph idx="6" type="title"/>
          </p:nvPr>
        </p:nvSpPr>
        <p:spPr>
          <a:xfrm>
            <a:off x="1048325" y="2443167"/>
            <a:ext cx="2069700" cy="10467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65" name="Google Shape;465;p30"/>
          <p:cNvSpPr txBox="1"/>
          <p:nvPr>
            <p:ph idx="7" type="title"/>
          </p:nvPr>
        </p:nvSpPr>
        <p:spPr>
          <a:xfrm>
            <a:off x="1048325" y="3563233"/>
            <a:ext cx="2069700" cy="10467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66" name="Google Shape;466;p30"/>
          <p:cNvSpPr txBox="1"/>
          <p:nvPr>
            <p:ph idx="8" type="title"/>
          </p:nvPr>
        </p:nvSpPr>
        <p:spPr>
          <a:xfrm>
            <a:off x="1048325" y="4683300"/>
            <a:ext cx="2069700" cy="10467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67" name="Google Shape;467;p30"/>
          <p:cNvSpPr txBox="1"/>
          <p:nvPr>
            <p:ph idx="9" type="title"/>
          </p:nvPr>
        </p:nvSpPr>
        <p:spPr>
          <a:xfrm>
            <a:off x="3820750" y="2282033"/>
            <a:ext cx="1800000" cy="20295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68" name="Google Shape;468;p30"/>
          <p:cNvSpPr txBox="1"/>
          <p:nvPr>
            <p:ph idx="13" type="title"/>
          </p:nvPr>
        </p:nvSpPr>
        <p:spPr>
          <a:xfrm>
            <a:off x="7107575" y="2281933"/>
            <a:ext cx="874200" cy="2029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69" name="Google Shape;469;p30"/>
          <p:cNvSpPr txBox="1"/>
          <p:nvPr>
            <p:ph idx="14" type="title"/>
          </p:nvPr>
        </p:nvSpPr>
        <p:spPr>
          <a:xfrm>
            <a:off x="5518325" y="2282100"/>
            <a:ext cx="1322100" cy="2029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70" name="Google Shape;470;p30"/>
          <p:cNvSpPr txBox="1"/>
          <p:nvPr>
            <p:ph idx="15"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71" name="Google Shape;471;p30"/>
          <p:cNvSpPr txBox="1"/>
          <p:nvPr>
            <p:ph idx="16" type="title"/>
          </p:nvPr>
        </p:nvSpPr>
        <p:spPr>
          <a:xfrm>
            <a:off x="93381" y="670367"/>
            <a:ext cx="7178100" cy="1046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72" name="Google Shape;472;p30"/>
          <p:cNvSpPr txBox="1"/>
          <p:nvPr>
            <p:ph idx="17"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73" name="Shape 473"/>
        <p:cNvGrpSpPr/>
        <p:nvPr/>
      </p:nvGrpSpPr>
      <p:grpSpPr>
        <a:xfrm>
          <a:off x="0" y="0"/>
          <a:ext cx="0" cy="0"/>
          <a:chOff x="0" y="0"/>
          <a:chExt cx="0" cy="0"/>
        </a:xfrm>
      </p:grpSpPr>
      <p:sp>
        <p:nvSpPr>
          <p:cNvPr id="474" name="Google Shape;474;p31"/>
          <p:cNvSpPr txBox="1"/>
          <p:nvPr>
            <p:ph type="title"/>
          </p:nvPr>
        </p:nvSpPr>
        <p:spPr>
          <a:xfrm>
            <a:off x="134550" y="1785800"/>
            <a:ext cx="1119600" cy="396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75" name="Google Shape;475;p31"/>
          <p:cNvSpPr txBox="1"/>
          <p:nvPr>
            <p:ph idx="2" type="title"/>
          </p:nvPr>
        </p:nvSpPr>
        <p:spPr>
          <a:xfrm>
            <a:off x="1326150" y="1205783"/>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76" name="Google Shape;476;p31"/>
          <p:cNvSpPr txBox="1"/>
          <p:nvPr>
            <p:ph idx="3" type="title"/>
          </p:nvPr>
        </p:nvSpPr>
        <p:spPr>
          <a:xfrm>
            <a:off x="3877025" y="1205783"/>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77" name="Google Shape;477;p31"/>
          <p:cNvSpPr txBox="1"/>
          <p:nvPr>
            <p:ph idx="4" type="title"/>
          </p:nvPr>
        </p:nvSpPr>
        <p:spPr>
          <a:xfrm>
            <a:off x="6291700" y="1205783"/>
            <a:ext cx="22965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78" name="Google Shape;478;p31"/>
          <p:cNvSpPr txBox="1"/>
          <p:nvPr>
            <p:ph idx="5" type="title"/>
          </p:nvPr>
        </p:nvSpPr>
        <p:spPr>
          <a:xfrm>
            <a:off x="134550" y="3393633"/>
            <a:ext cx="11196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79" name="Google Shape;479;p31"/>
          <p:cNvSpPr txBox="1"/>
          <p:nvPr>
            <p:ph idx="6" type="title"/>
          </p:nvPr>
        </p:nvSpPr>
        <p:spPr>
          <a:xfrm>
            <a:off x="134550" y="4938633"/>
            <a:ext cx="1119600" cy="396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80" name="Google Shape;480;p31"/>
          <p:cNvSpPr txBox="1"/>
          <p:nvPr>
            <p:ph idx="7" type="title"/>
          </p:nvPr>
        </p:nvSpPr>
        <p:spPr>
          <a:xfrm>
            <a:off x="3877025" y="1785800"/>
            <a:ext cx="2160300" cy="1213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81" name="Google Shape;481;p31"/>
          <p:cNvSpPr txBox="1"/>
          <p:nvPr>
            <p:ph idx="8" type="title"/>
          </p:nvPr>
        </p:nvSpPr>
        <p:spPr>
          <a:xfrm>
            <a:off x="3877025" y="3403217"/>
            <a:ext cx="2160300" cy="1213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82" name="Google Shape;482;p31"/>
          <p:cNvSpPr txBox="1"/>
          <p:nvPr>
            <p:ph idx="9" type="title"/>
          </p:nvPr>
        </p:nvSpPr>
        <p:spPr>
          <a:xfrm>
            <a:off x="3877025" y="4948225"/>
            <a:ext cx="2160300" cy="1213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83" name="Google Shape;483;p31"/>
          <p:cNvSpPr txBox="1"/>
          <p:nvPr>
            <p:ph idx="13" type="title"/>
          </p:nvPr>
        </p:nvSpPr>
        <p:spPr>
          <a:xfrm>
            <a:off x="6427900" y="3403217"/>
            <a:ext cx="2160300" cy="1213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84" name="Google Shape;484;p31"/>
          <p:cNvSpPr txBox="1"/>
          <p:nvPr>
            <p:ph idx="14" type="title"/>
          </p:nvPr>
        </p:nvSpPr>
        <p:spPr>
          <a:xfrm>
            <a:off x="6427900" y="1785800"/>
            <a:ext cx="2160300" cy="1213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85" name="Google Shape;485;p31"/>
          <p:cNvSpPr txBox="1"/>
          <p:nvPr>
            <p:ph idx="15" type="title"/>
          </p:nvPr>
        </p:nvSpPr>
        <p:spPr>
          <a:xfrm>
            <a:off x="6427900" y="4948225"/>
            <a:ext cx="2160300" cy="1213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86" name="Google Shape;486;p31"/>
          <p:cNvSpPr txBox="1"/>
          <p:nvPr>
            <p:ph idx="16" type="title"/>
          </p:nvPr>
        </p:nvSpPr>
        <p:spPr>
          <a:xfrm>
            <a:off x="1326150" y="1785800"/>
            <a:ext cx="2296500" cy="123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87" name="Google Shape;487;p31"/>
          <p:cNvSpPr txBox="1"/>
          <p:nvPr>
            <p:ph idx="17" type="title"/>
          </p:nvPr>
        </p:nvSpPr>
        <p:spPr>
          <a:xfrm>
            <a:off x="1326150" y="3393617"/>
            <a:ext cx="2296500" cy="123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88" name="Google Shape;488;p31"/>
          <p:cNvSpPr txBox="1"/>
          <p:nvPr>
            <p:ph idx="18" type="title"/>
          </p:nvPr>
        </p:nvSpPr>
        <p:spPr>
          <a:xfrm>
            <a:off x="1326150" y="4938625"/>
            <a:ext cx="2296500" cy="123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89" name="Google Shape;489;p31"/>
          <p:cNvSpPr txBox="1"/>
          <p:nvPr>
            <p:ph idx="19"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90" name="Google Shape;490;p31"/>
          <p:cNvSpPr txBox="1"/>
          <p:nvPr>
            <p:ph idx="20" type="title"/>
          </p:nvPr>
        </p:nvSpPr>
        <p:spPr>
          <a:xfrm>
            <a:off x="38100" y="426200"/>
            <a:ext cx="3116700" cy="6936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91" name="Google Shape;491;p31"/>
          <p:cNvSpPr txBox="1"/>
          <p:nvPr>
            <p:ph idx="21"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92" name="Shape 492"/>
        <p:cNvGrpSpPr/>
        <p:nvPr/>
      </p:nvGrpSpPr>
      <p:grpSpPr>
        <a:xfrm>
          <a:off x="0" y="0"/>
          <a:ext cx="0" cy="0"/>
          <a:chOff x="0" y="0"/>
          <a:chExt cx="0" cy="0"/>
        </a:xfrm>
      </p:grpSpPr>
      <p:sp>
        <p:nvSpPr>
          <p:cNvPr id="493" name="Google Shape;493;p32"/>
          <p:cNvSpPr/>
          <p:nvPr/>
        </p:nvSpPr>
        <p:spPr>
          <a:xfrm>
            <a:off x="8210550" y="-9533"/>
            <a:ext cx="945375" cy="1937285"/>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94" name="Google Shape;494;p32"/>
          <p:cNvSpPr/>
          <p:nvPr/>
        </p:nvSpPr>
        <p:spPr>
          <a:xfrm>
            <a:off x="4614025" y="-9133"/>
            <a:ext cx="3659250" cy="1872987"/>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95" name="Google Shape;495;p32"/>
          <p:cNvSpPr txBox="1"/>
          <p:nvPr>
            <p:ph type="title"/>
          </p:nvPr>
        </p:nvSpPr>
        <p:spPr>
          <a:xfrm>
            <a:off x="115025" y="670367"/>
            <a:ext cx="5829000" cy="1600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6" name="Google Shape;496;p32"/>
          <p:cNvSpPr txBox="1"/>
          <p:nvPr>
            <p:ph idx="2"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7" name="Google Shape;497;p32"/>
          <p:cNvSpPr txBox="1"/>
          <p:nvPr>
            <p:ph idx="3" type="title"/>
          </p:nvPr>
        </p:nvSpPr>
        <p:spPr>
          <a:xfrm>
            <a:off x="2117950" y="2708267"/>
            <a:ext cx="825900" cy="48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98" name="Google Shape;498;p32"/>
          <p:cNvSpPr txBox="1"/>
          <p:nvPr>
            <p:ph idx="4" type="title"/>
          </p:nvPr>
        </p:nvSpPr>
        <p:spPr>
          <a:xfrm>
            <a:off x="3987300" y="2708267"/>
            <a:ext cx="825900" cy="48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99" name="Google Shape;499;p32"/>
          <p:cNvSpPr txBox="1"/>
          <p:nvPr>
            <p:ph idx="5" type="title"/>
          </p:nvPr>
        </p:nvSpPr>
        <p:spPr>
          <a:xfrm>
            <a:off x="389050" y="2708267"/>
            <a:ext cx="825900" cy="48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500" name="Google Shape;500;p32"/>
          <p:cNvSpPr txBox="1"/>
          <p:nvPr>
            <p:ph idx="6" type="title"/>
          </p:nvPr>
        </p:nvSpPr>
        <p:spPr>
          <a:xfrm>
            <a:off x="5858938" y="2708267"/>
            <a:ext cx="825900" cy="48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501" name="Google Shape;501;p32"/>
          <p:cNvSpPr txBox="1"/>
          <p:nvPr>
            <p:ph idx="7" type="title"/>
          </p:nvPr>
        </p:nvSpPr>
        <p:spPr>
          <a:xfrm>
            <a:off x="7730563" y="2396267"/>
            <a:ext cx="825900" cy="48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502" name="Google Shape;502;p32"/>
          <p:cNvSpPr txBox="1"/>
          <p:nvPr>
            <p:ph idx="1" type="body"/>
          </p:nvPr>
        </p:nvSpPr>
        <p:spPr>
          <a:xfrm>
            <a:off x="148300" y="3947800"/>
            <a:ext cx="1374600" cy="14085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03" name="Google Shape;503;p32"/>
          <p:cNvSpPr txBox="1"/>
          <p:nvPr>
            <p:ph idx="8" type="body"/>
          </p:nvPr>
        </p:nvSpPr>
        <p:spPr>
          <a:xfrm>
            <a:off x="3601450" y="3947800"/>
            <a:ext cx="1579500" cy="14085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04" name="Google Shape;504;p32"/>
          <p:cNvSpPr txBox="1"/>
          <p:nvPr>
            <p:ph idx="9" type="body"/>
          </p:nvPr>
        </p:nvSpPr>
        <p:spPr>
          <a:xfrm>
            <a:off x="5565675" y="3947800"/>
            <a:ext cx="1487700" cy="14085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05" name="Google Shape;505;p32"/>
          <p:cNvSpPr txBox="1"/>
          <p:nvPr>
            <p:ph idx="13" type="body"/>
          </p:nvPr>
        </p:nvSpPr>
        <p:spPr>
          <a:xfrm>
            <a:off x="7346300" y="4259800"/>
            <a:ext cx="1649400" cy="191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506" name="Google Shape;506;p32"/>
          <p:cNvSpPr txBox="1"/>
          <p:nvPr>
            <p:ph idx="14" type="body"/>
          </p:nvPr>
        </p:nvSpPr>
        <p:spPr>
          <a:xfrm>
            <a:off x="1842125" y="3947800"/>
            <a:ext cx="1374600" cy="14085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07" name="Google Shape;507;p32"/>
          <p:cNvSpPr txBox="1"/>
          <p:nvPr>
            <p:ph idx="15"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508" name="Shape 508"/>
        <p:cNvGrpSpPr/>
        <p:nvPr/>
      </p:nvGrpSpPr>
      <p:grpSpPr>
        <a:xfrm>
          <a:off x="0" y="0"/>
          <a:ext cx="0" cy="0"/>
          <a:chOff x="0" y="0"/>
          <a:chExt cx="0" cy="0"/>
        </a:xfrm>
      </p:grpSpPr>
      <p:grpSp>
        <p:nvGrpSpPr>
          <p:cNvPr id="509" name="Google Shape;509;p33"/>
          <p:cNvGrpSpPr/>
          <p:nvPr/>
        </p:nvGrpSpPr>
        <p:grpSpPr>
          <a:xfrm flipH="1">
            <a:off x="3199575" y="208104"/>
            <a:ext cx="1851000" cy="1633726"/>
            <a:chOff x="461225" y="3875100"/>
            <a:chExt cx="1851000" cy="1225325"/>
          </a:xfrm>
        </p:grpSpPr>
        <p:grpSp>
          <p:nvGrpSpPr>
            <p:cNvPr id="510" name="Google Shape;510;p33"/>
            <p:cNvGrpSpPr/>
            <p:nvPr/>
          </p:nvGrpSpPr>
          <p:grpSpPr>
            <a:xfrm>
              <a:off x="461225" y="3875100"/>
              <a:ext cx="1851000" cy="114600"/>
              <a:chOff x="461225" y="3504775"/>
              <a:chExt cx="1851000" cy="114600"/>
            </a:xfrm>
          </p:grpSpPr>
          <p:sp>
            <p:nvSpPr>
              <p:cNvPr id="511" name="Google Shape;511;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5" name="Google Shape;515;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6" name="Google Shape;516;p33"/>
            <p:cNvGrpSpPr/>
            <p:nvPr/>
          </p:nvGrpSpPr>
          <p:grpSpPr>
            <a:xfrm>
              <a:off x="461225" y="3989700"/>
              <a:ext cx="1480800" cy="1110725"/>
              <a:chOff x="461225" y="3249175"/>
              <a:chExt cx="1480800" cy="1110725"/>
            </a:xfrm>
          </p:grpSpPr>
          <p:sp>
            <p:nvSpPr>
              <p:cNvPr id="517" name="Google Shape;517;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0" name="Google Shape;520;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33"/>
            <p:cNvGrpSpPr/>
            <p:nvPr/>
          </p:nvGrpSpPr>
          <p:grpSpPr>
            <a:xfrm>
              <a:off x="831425" y="4360025"/>
              <a:ext cx="1480800" cy="370200"/>
              <a:chOff x="831425" y="3249175"/>
              <a:chExt cx="1480800" cy="370200"/>
            </a:xfrm>
          </p:grpSpPr>
          <p:sp>
            <p:nvSpPr>
              <p:cNvPr id="522" name="Google Shape;522;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3" name="Google Shape;523;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4" name="Google Shape;524;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6" name="Google Shape;526;p33"/>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27" name="Google Shape;527;p33"/>
          <p:cNvSpPr/>
          <p:nvPr/>
        </p:nvSpPr>
        <p:spPr>
          <a:xfrm>
            <a:off x="5023375" y="5326500"/>
            <a:ext cx="3941541" cy="1531527"/>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528" name="Google Shape;528;p33"/>
          <p:cNvSpPr/>
          <p:nvPr/>
        </p:nvSpPr>
        <p:spPr>
          <a:xfrm rot="5400000">
            <a:off x="6212269" y="3926263"/>
            <a:ext cx="121732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9" name="Google Shape;529;p33"/>
          <p:cNvSpPr txBox="1"/>
          <p:nvPr>
            <p:ph idx="2" type="title"/>
          </p:nvPr>
        </p:nvSpPr>
        <p:spPr>
          <a:xfrm>
            <a:off x="115025" y="670367"/>
            <a:ext cx="3941700" cy="1600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0" name="Google Shape;530;p33"/>
          <p:cNvSpPr/>
          <p:nvPr/>
        </p:nvSpPr>
        <p:spPr>
          <a:xfrm>
            <a:off x="1643225" y="-967"/>
            <a:ext cx="5761425" cy="949043"/>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31" name="Google Shape;531;p33"/>
          <p:cNvSpPr/>
          <p:nvPr/>
        </p:nvSpPr>
        <p:spPr>
          <a:xfrm>
            <a:off x="7140700" y="-1800"/>
            <a:ext cx="2003375" cy="952276"/>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32" name="Google Shape;532;p33"/>
          <p:cNvSpPr txBox="1"/>
          <p:nvPr>
            <p:ph idx="3"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422">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33" name="Shape 533"/>
        <p:cNvGrpSpPr/>
        <p:nvPr/>
      </p:nvGrpSpPr>
      <p:grpSpPr>
        <a:xfrm>
          <a:off x="0" y="0"/>
          <a:ext cx="0" cy="0"/>
          <a:chOff x="0" y="0"/>
          <a:chExt cx="0" cy="0"/>
        </a:xfrm>
      </p:grpSpPr>
      <p:grpSp>
        <p:nvGrpSpPr>
          <p:cNvPr id="534" name="Google Shape;534;p34"/>
          <p:cNvGrpSpPr/>
          <p:nvPr/>
        </p:nvGrpSpPr>
        <p:grpSpPr>
          <a:xfrm flipH="1">
            <a:off x="3199575" y="208104"/>
            <a:ext cx="1851000" cy="1633726"/>
            <a:chOff x="461225" y="3875100"/>
            <a:chExt cx="1851000" cy="1225325"/>
          </a:xfrm>
        </p:grpSpPr>
        <p:grpSp>
          <p:nvGrpSpPr>
            <p:cNvPr id="535" name="Google Shape;535;p34"/>
            <p:cNvGrpSpPr/>
            <p:nvPr/>
          </p:nvGrpSpPr>
          <p:grpSpPr>
            <a:xfrm>
              <a:off x="461225" y="3875100"/>
              <a:ext cx="1851000" cy="114600"/>
              <a:chOff x="461225" y="3504775"/>
              <a:chExt cx="1851000" cy="114600"/>
            </a:xfrm>
          </p:grpSpPr>
          <p:sp>
            <p:nvSpPr>
              <p:cNvPr id="536" name="Google Shape;536;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34"/>
            <p:cNvGrpSpPr/>
            <p:nvPr/>
          </p:nvGrpSpPr>
          <p:grpSpPr>
            <a:xfrm>
              <a:off x="461225" y="3989700"/>
              <a:ext cx="1480800" cy="1110725"/>
              <a:chOff x="461225" y="3249175"/>
              <a:chExt cx="1480800" cy="1110725"/>
            </a:xfrm>
          </p:grpSpPr>
          <p:sp>
            <p:nvSpPr>
              <p:cNvPr id="542" name="Google Shape;542;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6" name="Google Shape;546;p34"/>
            <p:cNvGrpSpPr/>
            <p:nvPr/>
          </p:nvGrpSpPr>
          <p:grpSpPr>
            <a:xfrm>
              <a:off x="831425" y="4360025"/>
              <a:ext cx="1480800" cy="370200"/>
              <a:chOff x="831425" y="3249175"/>
              <a:chExt cx="1480800" cy="370200"/>
            </a:xfrm>
          </p:grpSpPr>
          <p:sp>
            <p:nvSpPr>
              <p:cNvPr id="547" name="Google Shape;547;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8" name="Google Shape;548;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51" name="Google Shape;551;p34"/>
          <p:cNvSpPr/>
          <p:nvPr/>
        </p:nvSpPr>
        <p:spPr>
          <a:xfrm>
            <a:off x="5023375" y="5326500"/>
            <a:ext cx="3941541" cy="1531527"/>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52" name="Google Shape;552;p34"/>
          <p:cNvSpPr/>
          <p:nvPr/>
        </p:nvSpPr>
        <p:spPr>
          <a:xfrm rot="5400000">
            <a:off x="6212269" y="3926263"/>
            <a:ext cx="121732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53" name="Google Shape;553;p34"/>
          <p:cNvSpPr/>
          <p:nvPr/>
        </p:nvSpPr>
        <p:spPr>
          <a:xfrm>
            <a:off x="1643225" y="-967"/>
            <a:ext cx="5761425" cy="949043"/>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54" name="Google Shape;554;p34"/>
          <p:cNvSpPr/>
          <p:nvPr/>
        </p:nvSpPr>
        <p:spPr>
          <a:xfrm>
            <a:off x="7140700" y="-1800"/>
            <a:ext cx="2003375" cy="952276"/>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55" name="Google Shape;555;p34"/>
          <p:cNvCxnSpPr/>
          <p:nvPr/>
        </p:nvCxnSpPr>
        <p:spPr>
          <a:xfrm rot="10800000">
            <a:off x="605578" y="2392167"/>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56" name="Google Shape;556;p34"/>
          <p:cNvCxnSpPr/>
          <p:nvPr/>
        </p:nvCxnSpPr>
        <p:spPr>
          <a:xfrm rot="10800000">
            <a:off x="605578" y="3642567"/>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57" name="Google Shape;557;p34"/>
          <p:cNvCxnSpPr/>
          <p:nvPr/>
        </p:nvCxnSpPr>
        <p:spPr>
          <a:xfrm rot="10800000">
            <a:off x="606300" y="4892967"/>
            <a:ext cx="8537700" cy="0"/>
          </a:xfrm>
          <a:prstGeom prst="straightConnector1">
            <a:avLst/>
          </a:prstGeom>
          <a:noFill/>
          <a:ln cap="flat" cmpd="sng" w="19050">
            <a:solidFill>
              <a:schemeClr val="dk1"/>
            </a:solidFill>
            <a:prstDash val="solid"/>
            <a:round/>
            <a:headEnd len="med" w="med" type="none"/>
            <a:tailEnd len="med" w="med" type="none"/>
          </a:ln>
        </p:spPr>
      </p:cxnSp>
      <p:sp>
        <p:nvSpPr>
          <p:cNvPr id="558" name="Google Shape;558;p34"/>
          <p:cNvSpPr txBox="1"/>
          <p:nvPr>
            <p:ph idx="1" type="body"/>
          </p:nvPr>
        </p:nvSpPr>
        <p:spPr>
          <a:xfrm>
            <a:off x="5788075" y="2542467"/>
            <a:ext cx="3021300" cy="1100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59" name="Google Shape;559;p34"/>
          <p:cNvSpPr txBox="1"/>
          <p:nvPr>
            <p:ph type="title"/>
          </p:nvPr>
        </p:nvSpPr>
        <p:spPr>
          <a:xfrm>
            <a:off x="2134625" y="3805317"/>
            <a:ext cx="1583400" cy="4815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60" name="Google Shape;560;p34"/>
          <p:cNvSpPr txBox="1"/>
          <p:nvPr>
            <p:ph idx="2" type="body"/>
          </p:nvPr>
        </p:nvSpPr>
        <p:spPr>
          <a:xfrm>
            <a:off x="5788075" y="3807533"/>
            <a:ext cx="3021300" cy="10857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61" name="Google Shape;561;p34"/>
          <p:cNvSpPr txBox="1"/>
          <p:nvPr>
            <p:ph idx="3" type="title"/>
          </p:nvPr>
        </p:nvSpPr>
        <p:spPr>
          <a:xfrm>
            <a:off x="525175" y="3805317"/>
            <a:ext cx="1408800" cy="4815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62" name="Google Shape;562;p34"/>
          <p:cNvSpPr txBox="1"/>
          <p:nvPr>
            <p:ph idx="4" type="title"/>
          </p:nvPr>
        </p:nvSpPr>
        <p:spPr>
          <a:xfrm>
            <a:off x="2134625" y="5057967"/>
            <a:ext cx="1583400" cy="4815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63" name="Google Shape;563;p34"/>
          <p:cNvSpPr txBox="1"/>
          <p:nvPr>
            <p:ph idx="5" type="body"/>
          </p:nvPr>
        </p:nvSpPr>
        <p:spPr>
          <a:xfrm>
            <a:off x="5788075" y="5057933"/>
            <a:ext cx="3021300" cy="11148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64" name="Google Shape;564;p34"/>
          <p:cNvSpPr txBox="1"/>
          <p:nvPr>
            <p:ph idx="6" type="title"/>
          </p:nvPr>
        </p:nvSpPr>
        <p:spPr>
          <a:xfrm>
            <a:off x="525175" y="5057967"/>
            <a:ext cx="1408800" cy="4815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65" name="Google Shape;565;p34"/>
          <p:cNvSpPr txBox="1"/>
          <p:nvPr>
            <p:ph idx="7"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66" name="Google Shape;566;p34"/>
          <p:cNvSpPr txBox="1"/>
          <p:nvPr>
            <p:ph idx="8" type="title"/>
          </p:nvPr>
        </p:nvSpPr>
        <p:spPr>
          <a:xfrm>
            <a:off x="2134625" y="2552700"/>
            <a:ext cx="1583400" cy="4815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67" name="Google Shape;567;p34"/>
          <p:cNvSpPr txBox="1"/>
          <p:nvPr>
            <p:ph idx="9" type="title"/>
          </p:nvPr>
        </p:nvSpPr>
        <p:spPr>
          <a:xfrm>
            <a:off x="525175" y="2552700"/>
            <a:ext cx="1408800" cy="4815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68" name="Google Shape;568;p34"/>
          <p:cNvSpPr txBox="1"/>
          <p:nvPr>
            <p:ph idx="13" type="title"/>
          </p:nvPr>
        </p:nvSpPr>
        <p:spPr>
          <a:xfrm>
            <a:off x="115025" y="670367"/>
            <a:ext cx="3941700" cy="1600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69" name="Google Shape;569;p34"/>
          <p:cNvSpPr txBox="1"/>
          <p:nvPr>
            <p:ph idx="14"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422">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70" name="Shape 570"/>
        <p:cNvGrpSpPr/>
        <p:nvPr/>
      </p:nvGrpSpPr>
      <p:grpSpPr>
        <a:xfrm>
          <a:off x="0" y="0"/>
          <a:ext cx="0" cy="0"/>
          <a:chOff x="0" y="0"/>
          <a:chExt cx="0" cy="0"/>
        </a:xfrm>
      </p:grpSpPr>
      <p:grpSp>
        <p:nvGrpSpPr>
          <p:cNvPr id="571" name="Google Shape;571;p35"/>
          <p:cNvGrpSpPr/>
          <p:nvPr/>
        </p:nvGrpSpPr>
        <p:grpSpPr>
          <a:xfrm>
            <a:off x="115026" y="392"/>
            <a:ext cx="5125634" cy="6858018"/>
            <a:chOff x="312900" y="2788524"/>
            <a:chExt cx="2221197" cy="1994480"/>
          </a:xfrm>
        </p:grpSpPr>
        <p:grpSp>
          <p:nvGrpSpPr>
            <p:cNvPr id="572" name="Google Shape;572;p35"/>
            <p:cNvGrpSpPr/>
            <p:nvPr/>
          </p:nvGrpSpPr>
          <p:grpSpPr>
            <a:xfrm>
              <a:off x="312900" y="2788524"/>
              <a:ext cx="1851000" cy="1994480"/>
              <a:chOff x="461225" y="3244074"/>
              <a:chExt cx="1851000" cy="1994480"/>
            </a:xfrm>
          </p:grpSpPr>
          <p:grpSp>
            <p:nvGrpSpPr>
              <p:cNvPr id="573" name="Google Shape;573;p35"/>
              <p:cNvGrpSpPr/>
              <p:nvPr/>
            </p:nvGrpSpPr>
            <p:grpSpPr>
              <a:xfrm>
                <a:off x="461229" y="3244074"/>
                <a:ext cx="1850992" cy="1994480"/>
                <a:chOff x="461229" y="3244074"/>
                <a:chExt cx="1850992" cy="1994480"/>
              </a:xfrm>
            </p:grpSpPr>
            <p:sp>
              <p:nvSpPr>
                <p:cNvPr id="574" name="Google Shape;574;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5" name="Google Shape;575;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9" name="Google Shape;579;p35"/>
              <p:cNvGrpSpPr/>
              <p:nvPr/>
            </p:nvGrpSpPr>
            <p:grpSpPr>
              <a:xfrm>
                <a:off x="461225" y="3619500"/>
                <a:ext cx="1851000" cy="370200"/>
                <a:chOff x="461225" y="3249175"/>
                <a:chExt cx="1851000" cy="370200"/>
              </a:xfrm>
            </p:grpSpPr>
            <p:sp>
              <p:nvSpPr>
                <p:cNvPr id="580" name="Google Shape;580;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1" name="Google Shape;581;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5" name="Google Shape;585;p35"/>
              <p:cNvGrpSpPr/>
              <p:nvPr/>
            </p:nvGrpSpPr>
            <p:grpSpPr>
              <a:xfrm>
                <a:off x="461225" y="3989700"/>
                <a:ext cx="1851000" cy="1110726"/>
                <a:chOff x="461225" y="3249175"/>
                <a:chExt cx="1851000" cy="1110726"/>
              </a:xfrm>
            </p:grpSpPr>
            <p:sp>
              <p:nvSpPr>
                <p:cNvPr id="586" name="Google Shape;586;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7" name="Google Shape;587;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1" name="Google Shape;591;p35"/>
              <p:cNvGrpSpPr/>
              <p:nvPr/>
            </p:nvGrpSpPr>
            <p:grpSpPr>
              <a:xfrm>
                <a:off x="461225" y="4360025"/>
                <a:ext cx="1851000" cy="370200"/>
                <a:chOff x="461225" y="3249175"/>
                <a:chExt cx="1851000" cy="370200"/>
              </a:xfrm>
            </p:grpSpPr>
            <p:sp>
              <p:nvSpPr>
                <p:cNvPr id="592" name="Google Shape;592;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3" name="Google Shape;593;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6" name="Google Shape;596;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7" name="Google Shape;597;p35"/>
          <p:cNvGrpSpPr/>
          <p:nvPr/>
        </p:nvGrpSpPr>
        <p:grpSpPr>
          <a:xfrm flipH="1" rot="5400000">
            <a:off x="6775175" y="4613389"/>
            <a:ext cx="2961526" cy="1481050"/>
            <a:chOff x="312900" y="2793625"/>
            <a:chExt cx="2221200" cy="1481050"/>
          </a:xfrm>
        </p:grpSpPr>
        <p:grpSp>
          <p:nvGrpSpPr>
            <p:cNvPr id="598" name="Google Shape;598;p35"/>
            <p:cNvGrpSpPr/>
            <p:nvPr/>
          </p:nvGrpSpPr>
          <p:grpSpPr>
            <a:xfrm>
              <a:off x="312900" y="2793625"/>
              <a:ext cx="1851000" cy="1481050"/>
              <a:chOff x="461225" y="3249175"/>
              <a:chExt cx="1851000" cy="1481050"/>
            </a:xfrm>
          </p:grpSpPr>
          <p:grpSp>
            <p:nvGrpSpPr>
              <p:cNvPr id="599" name="Google Shape;599;p35"/>
              <p:cNvGrpSpPr/>
              <p:nvPr/>
            </p:nvGrpSpPr>
            <p:grpSpPr>
              <a:xfrm>
                <a:off x="461225" y="3249175"/>
                <a:ext cx="1851000" cy="370200"/>
                <a:chOff x="461225" y="3249175"/>
                <a:chExt cx="1851000" cy="370200"/>
              </a:xfrm>
            </p:grpSpPr>
            <p:sp>
              <p:nvSpPr>
                <p:cNvPr id="600" name="Google Shape;600;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01" name="Google Shape;601;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02" name="Google Shape;602;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03" name="Google Shape;60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04" name="Google Shape;60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05" name="Google Shape;605;p35"/>
              <p:cNvGrpSpPr/>
              <p:nvPr/>
            </p:nvGrpSpPr>
            <p:grpSpPr>
              <a:xfrm>
                <a:off x="461225" y="3619500"/>
                <a:ext cx="1851000" cy="370200"/>
                <a:chOff x="461225" y="3249175"/>
                <a:chExt cx="1851000" cy="370200"/>
              </a:xfrm>
            </p:grpSpPr>
            <p:sp>
              <p:nvSpPr>
                <p:cNvPr id="606" name="Google Shape;606;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07" name="Google Shape;607;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08" name="Google Shape;608;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09" name="Google Shape;609;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0" name="Google Shape;610;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11" name="Google Shape;611;p35"/>
              <p:cNvGrpSpPr/>
              <p:nvPr/>
            </p:nvGrpSpPr>
            <p:grpSpPr>
              <a:xfrm>
                <a:off x="461225" y="3989700"/>
                <a:ext cx="1851000" cy="370200"/>
                <a:chOff x="461225" y="3249175"/>
                <a:chExt cx="1851000" cy="370200"/>
              </a:xfrm>
            </p:grpSpPr>
            <p:sp>
              <p:nvSpPr>
                <p:cNvPr id="612" name="Google Shape;612;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3" name="Google Shape;613;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4" name="Google Shape;614;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5" name="Google Shape;615;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6" name="Google Shape;616;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17" name="Google Shape;617;p35"/>
              <p:cNvGrpSpPr/>
              <p:nvPr/>
            </p:nvGrpSpPr>
            <p:grpSpPr>
              <a:xfrm>
                <a:off x="461225" y="4360025"/>
                <a:ext cx="1851000" cy="370200"/>
                <a:chOff x="461225" y="3249175"/>
                <a:chExt cx="1851000" cy="370200"/>
              </a:xfrm>
            </p:grpSpPr>
            <p:sp>
              <p:nvSpPr>
                <p:cNvPr id="618" name="Google Shape;618;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9" name="Google Shape;619;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0" name="Google Shape;620;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1" name="Google Shape;621;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2" name="Google Shape;622;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23" name="Google Shape;623;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24" name="Google Shape;624;p35"/>
          <p:cNvSpPr/>
          <p:nvPr/>
        </p:nvSpPr>
        <p:spPr>
          <a:xfrm>
            <a:off x="6255775" y="5032333"/>
            <a:ext cx="2888225" cy="1825621"/>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5" name="Google Shape;625;p35"/>
          <p:cNvSpPr/>
          <p:nvPr/>
        </p:nvSpPr>
        <p:spPr>
          <a:xfrm rot="5400000">
            <a:off x="6024600" y="5426566"/>
            <a:ext cx="18564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6" name="Google Shape;626;p35"/>
          <p:cNvSpPr txBox="1"/>
          <p:nvPr>
            <p:ph idx="1" type="subTitle"/>
          </p:nvPr>
        </p:nvSpPr>
        <p:spPr>
          <a:xfrm>
            <a:off x="4482800" y="5285300"/>
            <a:ext cx="3972600" cy="3696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27" name="Google Shape;627;p35"/>
          <p:cNvSpPr txBox="1"/>
          <p:nvPr>
            <p:ph idx="2" type="subTitle"/>
          </p:nvPr>
        </p:nvSpPr>
        <p:spPr>
          <a:xfrm>
            <a:off x="4482800" y="4974817"/>
            <a:ext cx="1481100" cy="264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5"/>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29" name="Google Shape;629;p35"/>
          <p:cNvSpPr txBox="1"/>
          <p:nvPr>
            <p:ph idx="3" type="title"/>
          </p:nvPr>
        </p:nvSpPr>
        <p:spPr>
          <a:xfrm>
            <a:off x="115025" y="628100"/>
            <a:ext cx="3941700" cy="1600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0" name="Google Shape;630;p35"/>
          <p:cNvSpPr txBox="1"/>
          <p:nvPr>
            <p:ph idx="4" type="subTitle"/>
          </p:nvPr>
        </p:nvSpPr>
        <p:spPr>
          <a:xfrm>
            <a:off x="4482800" y="4571533"/>
            <a:ext cx="3972600" cy="3696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31" name="Google Shape;631;p35"/>
          <p:cNvSpPr txBox="1"/>
          <p:nvPr>
            <p:ph idx="5" type="subTitle"/>
          </p:nvPr>
        </p:nvSpPr>
        <p:spPr>
          <a:xfrm>
            <a:off x="4482800" y="4261050"/>
            <a:ext cx="1481100" cy="264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32" name="Google Shape;632;p35"/>
          <p:cNvSpPr txBox="1"/>
          <p:nvPr>
            <p:ph idx="6" type="subTitle"/>
          </p:nvPr>
        </p:nvSpPr>
        <p:spPr>
          <a:xfrm>
            <a:off x="4482800" y="3859817"/>
            <a:ext cx="3972600" cy="3696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33" name="Google Shape;633;p35"/>
          <p:cNvSpPr txBox="1"/>
          <p:nvPr>
            <p:ph idx="7" type="subTitle"/>
          </p:nvPr>
        </p:nvSpPr>
        <p:spPr>
          <a:xfrm>
            <a:off x="4482800" y="3549333"/>
            <a:ext cx="1481100" cy="264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34" name="Google Shape;634;p35"/>
          <p:cNvSpPr txBox="1"/>
          <p:nvPr>
            <p:ph idx="8" type="subTitle"/>
          </p:nvPr>
        </p:nvSpPr>
        <p:spPr>
          <a:xfrm>
            <a:off x="4482800" y="3149150"/>
            <a:ext cx="3972600" cy="3696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35" name="Google Shape;635;p35"/>
          <p:cNvSpPr txBox="1"/>
          <p:nvPr>
            <p:ph idx="9" type="subTitle"/>
          </p:nvPr>
        </p:nvSpPr>
        <p:spPr>
          <a:xfrm>
            <a:off x="4482800" y="2838667"/>
            <a:ext cx="1481100" cy="264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36" name="Google Shape;636;p35"/>
          <p:cNvSpPr txBox="1"/>
          <p:nvPr>
            <p:ph idx="13" type="subTitle"/>
          </p:nvPr>
        </p:nvSpPr>
        <p:spPr>
          <a:xfrm>
            <a:off x="4482800" y="2438983"/>
            <a:ext cx="3972600" cy="3696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37" name="Google Shape;637;p35"/>
          <p:cNvSpPr txBox="1"/>
          <p:nvPr>
            <p:ph idx="14" type="subTitle"/>
          </p:nvPr>
        </p:nvSpPr>
        <p:spPr>
          <a:xfrm>
            <a:off x="4482800" y="2128500"/>
            <a:ext cx="1481100" cy="264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38" name="Google Shape;638;p35"/>
          <p:cNvSpPr txBox="1"/>
          <p:nvPr>
            <p:ph idx="15" type="subTitle"/>
          </p:nvPr>
        </p:nvSpPr>
        <p:spPr>
          <a:xfrm>
            <a:off x="4482800" y="1728817"/>
            <a:ext cx="3972600" cy="3696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39" name="Google Shape;639;p35"/>
          <p:cNvSpPr txBox="1"/>
          <p:nvPr>
            <p:ph idx="16" type="subTitle"/>
          </p:nvPr>
        </p:nvSpPr>
        <p:spPr>
          <a:xfrm>
            <a:off x="4482800" y="1418333"/>
            <a:ext cx="1481100" cy="264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40" name="Google Shape;640;p35"/>
          <p:cNvSpPr txBox="1"/>
          <p:nvPr>
            <p:ph idx="17"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41" name="Shape 641"/>
        <p:cNvGrpSpPr/>
        <p:nvPr/>
      </p:nvGrpSpPr>
      <p:grpSpPr>
        <a:xfrm>
          <a:off x="0" y="0"/>
          <a:ext cx="0" cy="0"/>
          <a:chOff x="0" y="0"/>
          <a:chExt cx="0" cy="0"/>
        </a:xfrm>
      </p:grpSpPr>
      <p:sp>
        <p:nvSpPr>
          <p:cNvPr id="642" name="Google Shape;642;p36"/>
          <p:cNvSpPr/>
          <p:nvPr/>
        </p:nvSpPr>
        <p:spPr>
          <a:xfrm>
            <a:off x="6702700" y="3376733"/>
            <a:ext cx="2441400" cy="3481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3" name="Google Shape;643;p36"/>
          <p:cNvSpPr/>
          <p:nvPr>
            <p:ph idx="2" type="pic"/>
          </p:nvPr>
        </p:nvSpPr>
        <p:spPr>
          <a:xfrm>
            <a:off x="6702600" y="-21533"/>
            <a:ext cx="2441400" cy="3432900"/>
          </a:xfrm>
          <a:prstGeom prst="rect">
            <a:avLst/>
          </a:prstGeom>
          <a:noFill/>
          <a:ln>
            <a:noFill/>
          </a:ln>
        </p:spPr>
      </p:sp>
      <p:sp>
        <p:nvSpPr>
          <p:cNvPr id="644" name="Google Shape;644;p36"/>
          <p:cNvSpPr txBox="1"/>
          <p:nvPr>
            <p:ph idx="1" type="subTitle"/>
          </p:nvPr>
        </p:nvSpPr>
        <p:spPr>
          <a:xfrm>
            <a:off x="115025" y="2319167"/>
            <a:ext cx="3460800" cy="23688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45" name="Google Shape;645;p36"/>
          <p:cNvSpPr txBox="1"/>
          <p:nvPr>
            <p:ph idx="3" type="subTitle"/>
          </p:nvPr>
        </p:nvSpPr>
        <p:spPr>
          <a:xfrm>
            <a:off x="115025" y="5158750"/>
            <a:ext cx="3460800" cy="10671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46" name="Google Shape;646;p36"/>
          <p:cNvSpPr txBox="1"/>
          <p:nvPr>
            <p:ph type="title"/>
          </p:nvPr>
        </p:nvSpPr>
        <p:spPr>
          <a:xfrm>
            <a:off x="3656050" y="2319167"/>
            <a:ext cx="2960700" cy="3168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47" name="Google Shape;647;p36"/>
          <p:cNvSpPr txBox="1"/>
          <p:nvPr>
            <p:ph idx="4" type="title"/>
          </p:nvPr>
        </p:nvSpPr>
        <p:spPr>
          <a:xfrm>
            <a:off x="3656050" y="3715704"/>
            <a:ext cx="2960700" cy="4515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48" name="Google Shape;648;p36"/>
          <p:cNvSpPr txBox="1"/>
          <p:nvPr>
            <p:ph idx="5" type="title"/>
          </p:nvPr>
        </p:nvSpPr>
        <p:spPr>
          <a:xfrm>
            <a:off x="3624425" y="5642633"/>
            <a:ext cx="900600" cy="4515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49" name="Google Shape;649;p36"/>
          <p:cNvSpPr txBox="1"/>
          <p:nvPr>
            <p:ph idx="6" type="title"/>
          </p:nvPr>
        </p:nvSpPr>
        <p:spPr>
          <a:xfrm>
            <a:off x="115025" y="1439967"/>
            <a:ext cx="6055500" cy="656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50" name="Google Shape;650;p36"/>
          <p:cNvSpPr txBox="1"/>
          <p:nvPr>
            <p:ph idx="7"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1" name="Google Shape;651;p36"/>
          <p:cNvSpPr txBox="1"/>
          <p:nvPr>
            <p:ph idx="8" type="title"/>
          </p:nvPr>
        </p:nvSpPr>
        <p:spPr>
          <a:xfrm>
            <a:off x="115025" y="630987"/>
            <a:ext cx="6055500" cy="7695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2" name="Google Shape;652;p36"/>
          <p:cNvSpPr txBox="1"/>
          <p:nvPr>
            <p:ph idx="9" type="title"/>
          </p:nvPr>
        </p:nvSpPr>
        <p:spPr>
          <a:xfrm>
            <a:off x="115025" y="4841950"/>
            <a:ext cx="3460800" cy="3168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53" name="Google Shape;653;p36"/>
          <p:cNvSpPr txBox="1"/>
          <p:nvPr>
            <p:ph idx="13" type="subTitle"/>
          </p:nvPr>
        </p:nvSpPr>
        <p:spPr>
          <a:xfrm>
            <a:off x="6751650" y="3465467"/>
            <a:ext cx="2266200" cy="372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54" name="Google Shape;654;p36"/>
          <p:cNvSpPr txBox="1"/>
          <p:nvPr>
            <p:ph idx="14" type="subTitle"/>
          </p:nvPr>
        </p:nvSpPr>
        <p:spPr>
          <a:xfrm>
            <a:off x="6751650" y="3883170"/>
            <a:ext cx="2266200" cy="372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55" name="Google Shape;655;p36"/>
          <p:cNvSpPr txBox="1"/>
          <p:nvPr>
            <p:ph idx="15" type="subTitle"/>
          </p:nvPr>
        </p:nvSpPr>
        <p:spPr>
          <a:xfrm>
            <a:off x="6751650" y="4300873"/>
            <a:ext cx="2266200" cy="372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56" name="Google Shape;656;p36"/>
          <p:cNvSpPr txBox="1"/>
          <p:nvPr>
            <p:ph idx="16" type="subTitle"/>
          </p:nvPr>
        </p:nvSpPr>
        <p:spPr>
          <a:xfrm>
            <a:off x="6751650" y="4718577"/>
            <a:ext cx="2266200" cy="372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57" name="Google Shape;657;p36"/>
          <p:cNvSpPr txBox="1"/>
          <p:nvPr>
            <p:ph idx="17" type="subTitle"/>
          </p:nvPr>
        </p:nvSpPr>
        <p:spPr>
          <a:xfrm>
            <a:off x="6751650" y="5136280"/>
            <a:ext cx="2266200" cy="372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58" name="Google Shape;658;p36"/>
          <p:cNvSpPr txBox="1"/>
          <p:nvPr>
            <p:ph idx="18" type="subTitle"/>
          </p:nvPr>
        </p:nvSpPr>
        <p:spPr>
          <a:xfrm>
            <a:off x="6751650" y="5553983"/>
            <a:ext cx="2266200" cy="3729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59" name="Google Shape;659;p36"/>
          <p:cNvSpPr txBox="1"/>
          <p:nvPr>
            <p:ph idx="19"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60" name="Shape 660"/>
        <p:cNvGrpSpPr/>
        <p:nvPr/>
      </p:nvGrpSpPr>
      <p:grpSpPr>
        <a:xfrm>
          <a:off x="0" y="0"/>
          <a:ext cx="0" cy="0"/>
          <a:chOff x="0" y="0"/>
          <a:chExt cx="0" cy="0"/>
        </a:xfrm>
      </p:grpSpPr>
      <p:sp>
        <p:nvSpPr>
          <p:cNvPr id="661" name="Google Shape;661;p37"/>
          <p:cNvSpPr/>
          <p:nvPr/>
        </p:nvSpPr>
        <p:spPr>
          <a:xfrm flipH="1" rot="-7612230">
            <a:off x="4260389" y="1478789"/>
            <a:ext cx="5707920" cy="2923080"/>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2" name="Google Shape;662;p37"/>
          <p:cNvSpPr/>
          <p:nvPr/>
        </p:nvSpPr>
        <p:spPr>
          <a:xfrm flipH="1" rot="10800000">
            <a:off x="4676692" y="4450417"/>
            <a:ext cx="4467295" cy="2246968"/>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63" name="Google Shape;663;p37"/>
          <p:cNvSpPr/>
          <p:nvPr>
            <p:ph idx="2" type="pic"/>
          </p:nvPr>
        </p:nvSpPr>
        <p:spPr>
          <a:xfrm>
            <a:off x="5457500" y="0"/>
            <a:ext cx="3686400" cy="6858000"/>
          </a:xfrm>
          <a:prstGeom prst="rect">
            <a:avLst/>
          </a:prstGeom>
          <a:noFill/>
          <a:ln>
            <a:noFill/>
          </a:ln>
        </p:spPr>
      </p:sp>
      <p:sp>
        <p:nvSpPr>
          <p:cNvPr id="664" name="Google Shape;664;p37"/>
          <p:cNvSpPr txBox="1"/>
          <p:nvPr>
            <p:ph idx="1" type="body"/>
          </p:nvPr>
        </p:nvSpPr>
        <p:spPr>
          <a:xfrm>
            <a:off x="115025" y="2324833"/>
            <a:ext cx="2094000" cy="3819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65" name="Google Shape;665;p37"/>
          <p:cNvSpPr txBox="1"/>
          <p:nvPr>
            <p:ph idx="3" type="body"/>
          </p:nvPr>
        </p:nvSpPr>
        <p:spPr>
          <a:xfrm>
            <a:off x="2276600" y="2324833"/>
            <a:ext cx="2904900" cy="3819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66" name="Google Shape;666;p37"/>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67" name="Google Shape;667;p37"/>
          <p:cNvSpPr txBox="1"/>
          <p:nvPr>
            <p:ph idx="4" type="title"/>
          </p:nvPr>
        </p:nvSpPr>
        <p:spPr>
          <a:xfrm>
            <a:off x="115025" y="670367"/>
            <a:ext cx="5125500" cy="1600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68" name="Google Shape;668;p37"/>
          <p:cNvSpPr txBox="1"/>
          <p:nvPr>
            <p:ph idx="5"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69" name="Shape 669"/>
        <p:cNvGrpSpPr/>
        <p:nvPr/>
      </p:nvGrpSpPr>
      <p:grpSpPr>
        <a:xfrm>
          <a:off x="0" y="0"/>
          <a:ext cx="0" cy="0"/>
          <a:chOff x="0" y="0"/>
          <a:chExt cx="0" cy="0"/>
        </a:xfrm>
      </p:grpSpPr>
      <p:grpSp>
        <p:nvGrpSpPr>
          <p:cNvPr id="670" name="Google Shape;670;p38"/>
          <p:cNvGrpSpPr/>
          <p:nvPr/>
        </p:nvGrpSpPr>
        <p:grpSpPr>
          <a:xfrm>
            <a:off x="7704171" y="1382124"/>
            <a:ext cx="1439893" cy="4312527"/>
            <a:chOff x="461225" y="3249175"/>
            <a:chExt cx="1110600" cy="2221578"/>
          </a:xfrm>
        </p:grpSpPr>
        <p:grpSp>
          <p:nvGrpSpPr>
            <p:cNvPr id="671" name="Google Shape;671;p38"/>
            <p:cNvGrpSpPr/>
            <p:nvPr/>
          </p:nvGrpSpPr>
          <p:grpSpPr>
            <a:xfrm>
              <a:off x="831422" y="3249175"/>
              <a:ext cx="740403" cy="2221578"/>
              <a:chOff x="831422" y="3249175"/>
              <a:chExt cx="740403" cy="2221578"/>
            </a:xfrm>
          </p:grpSpPr>
          <p:sp>
            <p:nvSpPr>
              <p:cNvPr id="672" name="Google Shape;672;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73" name="Google Shape;673;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74" name="Google Shape;674;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75" name="Google Shape;675;p38"/>
            <p:cNvGrpSpPr/>
            <p:nvPr/>
          </p:nvGrpSpPr>
          <p:grpSpPr>
            <a:xfrm>
              <a:off x="461225" y="3619500"/>
              <a:ext cx="1110600" cy="370200"/>
              <a:chOff x="461225" y="3249175"/>
              <a:chExt cx="1110600" cy="370200"/>
            </a:xfrm>
          </p:grpSpPr>
          <p:sp>
            <p:nvSpPr>
              <p:cNvPr id="676" name="Google Shape;676;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77" name="Google Shape;677;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78" name="Google Shape;678;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79" name="Google Shape;679;p38"/>
            <p:cNvGrpSpPr/>
            <p:nvPr/>
          </p:nvGrpSpPr>
          <p:grpSpPr>
            <a:xfrm>
              <a:off x="461225" y="3989700"/>
              <a:ext cx="1110600" cy="1110726"/>
              <a:chOff x="461225" y="3249175"/>
              <a:chExt cx="1110600" cy="1110726"/>
            </a:xfrm>
          </p:grpSpPr>
          <p:sp>
            <p:nvSpPr>
              <p:cNvPr id="680" name="Google Shape;680;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81" name="Google Shape;681;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82" name="Google Shape;682;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83" name="Google Shape;683;p38"/>
            <p:cNvGrpSpPr/>
            <p:nvPr/>
          </p:nvGrpSpPr>
          <p:grpSpPr>
            <a:xfrm>
              <a:off x="831422" y="4360025"/>
              <a:ext cx="370203" cy="740520"/>
              <a:chOff x="831422" y="3249175"/>
              <a:chExt cx="370203" cy="740520"/>
            </a:xfrm>
          </p:grpSpPr>
          <p:sp>
            <p:nvSpPr>
              <p:cNvPr id="684" name="Google Shape;684;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85" name="Google Shape;685;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86" name="Google Shape;686;p38"/>
          <p:cNvSpPr/>
          <p:nvPr/>
        </p:nvSpPr>
        <p:spPr>
          <a:xfrm>
            <a:off x="7394250" y="-10800"/>
            <a:ext cx="1759750" cy="3588944"/>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87" name="Google Shape;687;p38"/>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88" name="Google Shape;688;p38"/>
          <p:cNvSpPr txBox="1"/>
          <p:nvPr>
            <p:ph idx="2" type="title"/>
          </p:nvPr>
        </p:nvSpPr>
        <p:spPr>
          <a:xfrm>
            <a:off x="115025" y="670367"/>
            <a:ext cx="6055500" cy="1121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89" name="Google Shape;689;p38"/>
          <p:cNvSpPr txBox="1"/>
          <p:nvPr>
            <p:ph idx="3" type="title"/>
          </p:nvPr>
        </p:nvSpPr>
        <p:spPr>
          <a:xfrm>
            <a:off x="115025" y="2538800"/>
            <a:ext cx="1834500" cy="6936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90" name="Google Shape;690;p38"/>
          <p:cNvSpPr txBox="1"/>
          <p:nvPr>
            <p:ph idx="4" type="title"/>
          </p:nvPr>
        </p:nvSpPr>
        <p:spPr>
          <a:xfrm>
            <a:off x="2634200" y="2538800"/>
            <a:ext cx="1834500" cy="6936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91" name="Google Shape;691;p38"/>
          <p:cNvSpPr txBox="1"/>
          <p:nvPr>
            <p:ph idx="5" type="title"/>
          </p:nvPr>
        </p:nvSpPr>
        <p:spPr>
          <a:xfrm>
            <a:off x="5169188" y="2538800"/>
            <a:ext cx="1834500" cy="6936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92" name="Google Shape;692;p38"/>
          <p:cNvSpPr txBox="1"/>
          <p:nvPr>
            <p:ph idx="1" type="body"/>
          </p:nvPr>
        </p:nvSpPr>
        <p:spPr>
          <a:xfrm>
            <a:off x="115025" y="3316631"/>
            <a:ext cx="1834500" cy="11865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93" name="Google Shape;693;p38"/>
          <p:cNvSpPr txBox="1"/>
          <p:nvPr>
            <p:ph idx="6" type="body"/>
          </p:nvPr>
        </p:nvSpPr>
        <p:spPr>
          <a:xfrm>
            <a:off x="115025" y="4526898"/>
            <a:ext cx="1834500" cy="11865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94" name="Google Shape;694;p38"/>
          <p:cNvSpPr txBox="1"/>
          <p:nvPr>
            <p:ph idx="7" type="body"/>
          </p:nvPr>
        </p:nvSpPr>
        <p:spPr>
          <a:xfrm>
            <a:off x="2634200" y="3316631"/>
            <a:ext cx="1834500" cy="11865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95" name="Google Shape;695;p38"/>
          <p:cNvSpPr txBox="1"/>
          <p:nvPr>
            <p:ph idx="8" type="body"/>
          </p:nvPr>
        </p:nvSpPr>
        <p:spPr>
          <a:xfrm>
            <a:off x="2634200" y="4526898"/>
            <a:ext cx="1834500" cy="11865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96" name="Google Shape;696;p38"/>
          <p:cNvSpPr txBox="1"/>
          <p:nvPr>
            <p:ph idx="9" type="body"/>
          </p:nvPr>
        </p:nvSpPr>
        <p:spPr>
          <a:xfrm>
            <a:off x="5169188" y="3316631"/>
            <a:ext cx="1834500" cy="11865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97" name="Google Shape;697;p38"/>
          <p:cNvSpPr txBox="1"/>
          <p:nvPr>
            <p:ph idx="13" type="body"/>
          </p:nvPr>
        </p:nvSpPr>
        <p:spPr>
          <a:xfrm>
            <a:off x="5169188" y="4526898"/>
            <a:ext cx="1834500" cy="11865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98" name="Google Shape;698;p38"/>
          <p:cNvSpPr txBox="1"/>
          <p:nvPr>
            <p:ph idx="14"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99" name="Shape 699"/>
        <p:cNvGrpSpPr/>
        <p:nvPr/>
      </p:nvGrpSpPr>
      <p:grpSpPr>
        <a:xfrm>
          <a:off x="0" y="0"/>
          <a:ext cx="0" cy="0"/>
          <a:chOff x="0" y="0"/>
          <a:chExt cx="0" cy="0"/>
        </a:xfrm>
      </p:grpSpPr>
      <p:grpSp>
        <p:nvGrpSpPr>
          <p:cNvPr id="700" name="Google Shape;700;p39"/>
          <p:cNvGrpSpPr/>
          <p:nvPr/>
        </p:nvGrpSpPr>
        <p:grpSpPr>
          <a:xfrm>
            <a:off x="0" y="675783"/>
            <a:ext cx="930250" cy="3457480"/>
            <a:chOff x="0" y="506850"/>
            <a:chExt cx="930250" cy="2593175"/>
          </a:xfrm>
        </p:grpSpPr>
        <p:grpSp>
          <p:nvGrpSpPr>
            <p:cNvPr id="701" name="Google Shape;701;p39"/>
            <p:cNvGrpSpPr/>
            <p:nvPr/>
          </p:nvGrpSpPr>
          <p:grpSpPr>
            <a:xfrm>
              <a:off x="0" y="877050"/>
              <a:ext cx="930250" cy="2222975"/>
              <a:chOff x="1233650" y="2421900"/>
              <a:chExt cx="930250" cy="2222975"/>
            </a:xfrm>
          </p:grpSpPr>
          <p:grpSp>
            <p:nvGrpSpPr>
              <p:cNvPr id="702" name="Google Shape;702;p39"/>
              <p:cNvGrpSpPr/>
              <p:nvPr/>
            </p:nvGrpSpPr>
            <p:grpSpPr>
              <a:xfrm>
                <a:off x="1233650" y="2793625"/>
                <a:ext cx="560050" cy="1851250"/>
                <a:chOff x="1381975" y="3249175"/>
                <a:chExt cx="560050" cy="1851250"/>
              </a:xfrm>
            </p:grpSpPr>
            <p:sp>
              <p:nvSpPr>
                <p:cNvPr id="703" name="Google Shape;703;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705" name="Google Shape;705;p39"/>
                <p:cNvGrpSpPr/>
                <p:nvPr/>
              </p:nvGrpSpPr>
              <p:grpSpPr>
                <a:xfrm>
                  <a:off x="1381975" y="3989700"/>
                  <a:ext cx="560050" cy="1110725"/>
                  <a:chOff x="1381975" y="3249175"/>
                  <a:chExt cx="560050" cy="1110725"/>
                </a:xfrm>
              </p:grpSpPr>
              <p:sp>
                <p:nvSpPr>
                  <p:cNvPr id="706" name="Google Shape;706;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7" name="Google Shape;707;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8" name="Google Shape;708;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9" name="Google Shape;709;p39"/>
                <p:cNvGrpSpPr/>
                <p:nvPr/>
              </p:nvGrpSpPr>
              <p:grpSpPr>
                <a:xfrm>
                  <a:off x="1381975" y="4360025"/>
                  <a:ext cx="560050" cy="370200"/>
                  <a:chOff x="1381975" y="3249175"/>
                  <a:chExt cx="560050" cy="370200"/>
                </a:xfrm>
              </p:grpSpPr>
              <p:sp>
                <p:nvSpPr>
                  <p:cNvPr id="710" name="Google Shape;710;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12" name="Google Shape;712;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13" name="Google Shape;713;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14" name="Google Shape;714;p39"/>
          <p:cNvSpPr txBox="1"/>
          <p:nvPr>
            <p:ph type="title"/>
          </p:nvPr>
        </p:nvSpPr>
        <p:spPr>
          <a:xfrm>
            <a:off x="38100" y="426200"/>
            <a:ext cx="1823100" cy="6936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15" name="Google Shape;715;p39"/>
          <p:cNvSpPr txBox="1"/>
          <p:nvPr>
            <p:ph idx="1" type="subTitle"/>
          </p:nvPr>
        </p:nvSpPr>
        <p:spPr>
          <a:xfrm>
            <a:off x="2176499" y="426400"/>
            <a:ext cx="3904200" cy="693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16" name="Google Shape;716;p39"/>
          <p:cNvSpPr txBox="1"/>
          <p:nvPr>
            <p:ph idx="2" type="subTitle"/>
          </p:nvPr>
        </p:nvSpPr>
        <p:spPr>
          <a:xfrm>
            <a:off x="2942250" y="2503600"/>
            <a:ext cx="1564500" cy="603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7" name="Google Shape;717;p39"/>
          <p:cNvSpPr txBox="1"/>
          <p:nvPr>
            <p:ph idx="3" type="subTitle"/>
          </p:nvPr>
        </p:nvSpPr>
        <p:spPr>
          <a:xfrm>
            <a:off x="1078950" y="3107200"/>
            <a:ext cx="1564500" cy="2193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18" name="Google Shape;718;p39"/>
          <p:cNvSpPr txBox="1"/>
          <p:nvPr>
            <p:ph idx="4" type="subTitle"/>
          </p:nvPr>
        </p:nvSpPr>
        <p:spPr>
          <a:xfrm>
            <a:off x="4798644" y="2503600"/>
            <a:ext cx="1564500" cy="603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9" name="Google Shape;719;p39"/>
          <p:cNvSpPr txBox="1"/>
          <p:nvPr>
            <p:ph idx="5" type="subTitle"/>
          </p:nvPr>
        </p:nvSpPr>
        <p:spPr>
          <a:xfrm>
            <a:off x="2942257" y="3107200"/>
            <a:ext cx="1564500" cy="2193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20" name="Google Shape;720;p39"/>
          <p:cNvSpPr txBox="1"/>
          <p:nvPr>
            <p:ph idx="6" type="subTitle"/>
          </p:nvPr>
        </p:nvSpPr>
        <p:spPr>
          <a:xfrm>
            <a:off x="6671581" y="2503600"/>
            <a:ext cx="1564500" cy="603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21" name="Google Shape;721;p39"/>
          <p:cNvSpPr txBox="1"/>
          <p:nvPr>
            <p:ph idx="7" type="subTitle"/>
          </p:nvPr>
        </p:nvSpPr>
        <p:spPr>
          <a:xfrm>
            <a:off x="4798647" y="3107200"/>
            <a:ext cx="1564500" cy="2193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722" name="Google Shape;722;p39"/>
          <p:cNvGrpSpPr/>
          <p:nvPr/>
        </p:nvGrpSpPr>
        <p:grpSpPr>
          <a:xfrm rot="5400000">
            <a:off x="7226549" y="-686320"/>
            <a:ext cx="1240302" cy="2591775"/>
            <a:chOff x="0" y="508250"/>
            <a:chExt cx="930250" cy="2591775"/>
          </a:xfrm>
        </p:grpSpPr>
        <p:grpSp>
          <p:nvGrpSpPr>
            <p:cNvPr id="723" name="Google Shape;723;p39"/>
            <p:cNvGrpSpPr/>
            <p:nvPr/>
          </p:nvGrpSpPr>
          <p:grpSpPr>
            <a:xfrm>
              <a:off x="0" y="877050"/>
              <a:ext cx="930250" cy="2222975"/>
              <a:chOff x="1233650" y="2421900"/>
              <a:chExt cx="930250" cy="2222975"/>
            </a:xfrm>
          </p:grpSpPr>
          <p:grpSp>
            <p:nvGrpSpPr>
              <p:cNvPr id="724" name="Google Shape;724;p39"/>
              <p:cNvGrpSpPr/>
              <p:nvPr/>
            </p:nvGrpSpPr>
            <p:grpSpPr>
              <a:xfrm>
                <a:off x="1233650" y="2793625"/>
                <a:ext cx="930250" cy="1851250"/>
                <a:chOff x="1381975" y="3249175"/>
                <a:chExt cx="930250" cy="1851250"/>
              </a:xfrm>
            </p:grpSpPr>
            <p:grpSp>
              <p:nvGrpSpPr>
                <p:cNvPr id="725" name="Google Shape;725;p39"/>
                <p:cNvGrpSpPr/>
                <p:nvPr/>
              </p:nvGrpSpPr>
              <p:grpSpPr>
                <a:xfrm>
                  <a:off x="1571825" y="3249175"/>
                  <a:ext cx="740400" cy="370200"/>
                  <a:chOff x="1571825" y="3249175"/>
                  <a:chExt cx="740400" cy="370200"/>
                </a:xfrm>
              </p:grpSpPr>
              <p:sp>
                <p:nvSpPr>
                  <p:cNvPr id="726" name="Google Shape;72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7" name="Google Shape;727;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28" name="Google Shape;728;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729" name="Google Shape;729;p39"/>
                <p:cNvGrpSpPr/>
                <p:nvPr/>
              </p:nvGrpSpPr>
              <p:grpSpPr>
                <a:xfrm>
                  <a:off x="1381975" y="3989700"/>
                  <a:ext cx="560050" cy="1110725"/>
                  <a:chOff x="1381975" y="3249175"/>
                  <a:chExt cx="560050" cy="1110725"/>
                </a:xfrm>
              </p:grpSpPr>
              <p:sp>
                <p:nvSpPr>
                  <p:cNvPr id="730" name="Google Shape;730;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3" name="Google Shape;733;p39"/>
                <p:cNvGrpSpPr/>
                <p:nvPr/>
              </p:nvGrpSpPr>
              <p:grpSpPr>
                <a:xfrm>
                  <a:off x="1381975" y="4360025"/>
                  <a:ext cx="560050" cy="370200"/>
                  <a:chOff x="1381975" y="3249175"/>
                  <a:chExt cx="560050" cy="370200"/>
                </a:xfrm>
              </p:grpSpPr>
              <p:sp>
                <p:nvSpPr>
                  <p:cNvPr id="734" name="Google Shape;734;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37" name="Google Shape;737;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38" name="Google Shape;738;p39"/>
          <p:cNvSpPr txBox="1"/>
          <p:nvPr>
            <p:ph idx="8" type="subTitle"/>
          </p:nvPr>
        </p:nvSpPr>
        <p:spPr>
          <a:xfrm>
            <a:off x="6671579" y="3107200"/>
            <a:ext cx="1564500" cy="2193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39" name="Google Shape;739;p39"/>
          <p:cNvSpPr txBox="1"/>
          <p:nvPr>
            <p:ph idx="9"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40" name="Google Shape;740;p39"/>
          <p:cNvCxnSpPr/>
          <p:nvPr/>
        </p:nvCxnSpPr>
        <p:spPr>
          <a:xfrm>
            <a:off x="1865850" y="523600"/>
            <a:ext cx="0" cy="520500"/>
          </a:xfrm>
          <a:prstGeom prst="straightConnector1">
            <a:avLst/>
          </a:prstGeom>
          <a:noFill/>
          <a:ln cap="flat" cmpd="sng" w="19050">
            <a:solidFill>
              <a:schemeClr val="accent3"/>
            </a:solidFill>
            <a:prstDash val="solid"/>
            <a:round/>
            <a:headEnd len="med" w="med" type="none"/>
            <a:tailEnd len="med" w="med" type="none"/>
          </a:ln>
        </p:spPr>
      </p:cxnSp>
      <p:sp>
        <p:nvSpPr>
          <p:cNvPr id="741" name="Google Shape;741;p39"/>
          <p:cNvSpPr/>
          <p:nvPr/>
        </p:nvSpPr>
        <p:spPr>
          <a:xfrm rot="5400000">
            <a:off x="8712138" y="1291400"/>
            <a:ext cx="4935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2" name="Google Shape;742;p39"/>
          <p:cNvSpPr/>
          <p:nvPr/>
        </p:nvSpPr>
        <p:spPr>
          <a:xfrm rot="5400000">
            <a:off x="8712138" y="1785000"/>
            <a:ext cx="4935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39"/>
          <p:cNvSpPr txBox="1"/>
          <p:nvPr>
            <p:ph idx="13" type="subTitle"/>
          </p:nvPr>
        </p:nvSpPr>
        <p:spPr>
          <a:xfrm>
            <a:off x="1078938" y="2503600"/>
            <a:ext cx="1564500" cy="6036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44" name="Google Shape;744;p39"/>
          <p:cNvSpPr txBox="1"/>
          <p:nvPr>
            <p:ph idx="14" type="title"/>
          </p:nvPr>
        </p:nvSpPr>
        <p:spPr>
          <a:xfrm>
            <a:off x="3484500" y="1837167"/>
            <a:ext cx="473100" cy="520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45" name="Google Shape;745;p39"/>
          <p:cNvSpPr txBox="1"/>
          <p:nvPr>
            <p:ph idx="15" type="title"/>
          </p:nvPr>
        </p:nvSpPr>
        <p:spPr>
          <a:xfrm>
            <a:off x="7204200" y="1881600"/>
            <a:ext cx="473100" cy="520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46" name="Google Shape;746;p39"/>
          <p:cNvSpPr txBox="1"/>
          <p:nvPr>
            <p:ph idx="16" type="title"/>
          </p:nvPr>
        </p:nvSpPr>
        <p:spPr>
          <a:xfrm>
            <a:off x="5344350" y="1881600"/>
            <a:ext cx="473100" cy="520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47" name="Google Shape;747;p39"/>
          <p:cNvSpPr txBox="1"/>
          <p:nvPr>
            <p:ph idx="17" type="title"/>
          </p:nvPr>
        </p:nvSpPr>
        <p:spPr>
          <a:xfrm>
            <a:off x="1624650" y="1837167"/>
            <a:ext cx="473100" cy="520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48" name="Google Shape;748;p39"/>
          <p:cNvSpPr txBox="1"/>
          <p:nvPr>
            <p:ph idx="18"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49" name="Shape 749"/>
        <p:cNvGrpSpPr/>
        <p:nvPr/>
      </p:nvGrpSpPr>
      <p:grpSpPr>
        <a:xfrm>
          <a:off x="0" y="0"/>
          <a:ext cx="0" cy="0"/>
          <a:chOff x="0" y="0"/>
          <a:chExt cx="0" cy="0"/>
        </a:xfrm>
      </p:grpSpPr>
      <p:sp>
        <p:nvSpPr>
          <p:cNvPr id="750" name="Google Shape;750;p40"/>
          <p:cNvSpPr txBox="1"/>
          <p:nvPr>
            <p:ph idx="1" type="body"/>
          </p:nvPr>
        </p:nvSpPr>
        <p:spPr>
          <a:xfrm>
            <a:off x="1867950" y="2713733"/>
            <a:ext cx="2700000" cy="10971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51" name="Google Shape;751;p40"/>
          <p:cNvSpPr txBox="1"/>
          <p:nvPr>
            <p:ph idx="2" type="body"/>
          </p:nvPr>
        </p:nvSpPr>
        <p:spPr>
          <a:xfrm>
            <a:off x="1867950" y="4540200"/>
            <a:ext cx="2700000" cy="10971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52" name="Google Shape;752;p40"/>
          <p:cNvSpPr txBox="1"/>
          <p:nvPr>
            <p:ph idx="3" type="body"/>
          </p:nvPr>
        </p:nvSpPr>
        <p:spPr>
          <a:xfrm>
            <a:off x="5297575" y="2713733"/>
            <a:ext cx="2700000" cy="10971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53" name="Google Shape;753;p40"/>
          <p:cNvSpPr txBox="1"/>
          <p:nvPr>
            <p:ph idx="4" type="body"/>
          </p:nvPr>
        </p:nvSpPr>
        <p:spPr>
          <a:xfrm>
            <a:off x="5297575" y="4540200"/>
            <a:ext cx="2700000" cy="10971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54" name="Google Shape;754;p40"/>
          <p:cNvGrpSpPr/>
          <p:nvPr/>
        </p:nvGrpSpPr>
        <p:grpSpPr>
          <a:xfrm>
            <a:off x="7073603" y="-2"/>
            <a:ext cx="2070408" cy="2156562"/>
            <a:chOff x="6787102" y="-57263"/>
            <a:chExt cx="2403260" cy="1877393"/>
          </a:xfrm>
        </p:grpSpPr>
        <p:grpSp>
          <p:nvGrpSpPr>
            <p:cNvPr id="755" name="Google Shape;755;p40"/>
            <p:cNvGrpSpPr/>
            <p:nvPr/>
          </p:nvGrpSpPr>
          <p:grpSpPr>
            <a:xfrm rot="10800000">
              <a:off x="8286413" y="1320355"/>
              <a:ext cx="903863" cy="499775"/>
              <a:chOff x="532097" y="3249175"/>
              <a:chExt cx="669528" cy="370204"/>
            </a:xfrm>
          </p:grpSpPr>
          <p:sp>
            <p:nvSpPr>
              <p:cNvPr id="756" name="Google Shape;756;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8" name="Google Shape;758;p40"/>
            <p:cNvGrpSpPr/>
            <p:nvPr/>
          </p:nvGrpSpPr>
          <p:grpSpPr>
            <a:xfrm rot="10800000">
              <a:off x="6787103" y="820419"/>
              <a:ext cx="2402289" cy="499772"/>
              <a:chOff x="532752" y="3249175"/>
              <a:chExt cx="1779473" cy="370202"/>
            </a:xfrm>
          </p:grpSpPr>
          <p:sp>
            <p:nvSpPr>
              <p:cNvPr id="759" name="Google Shape;759;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0" name="Google Shape;760;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3" name="Google Shape;763;p40"/>
            <p:cNvGrpSpPr/>
            <p:nvPr/>
          </p:nvGrpSpPr>
          <p:grpSpPr>
            <a:xfrm rot="10800000">
              <a:off x="7286873" y="320651"/>
              <a:ext cx="1499310" cy="499770"/>
              <a:chOff x="831425" y="3249175"/>
              <a:chExt cx="1110600" cy="370200"/>
            </a:xfrm>
          </p:grpSpPr>
          <p:sp>
            <p:nvSpPr>
              <p:cNvPr id="764" name="Google Shape;764;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6" name="Google Shape;766;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7" name="Google Shape;767;p40"/>
            <p:cNvGrpSpPr/>
            <p:nvPr/>
          </p:nvGrpSpPr>
          <p:grpSpPr>
            <a:xfrm rot="10800000">
              <a:off x="6787102" y="-57263"/>
              <a:ext cx="2403260" cy="377865"/>
              <a:chOff x="532032" y="3249173"/>
              <a:chExt cx="1780193" cy="370202"/>
            </a:xfrm>
          </p:grpSpPr>
          <p:sp>
            <p:nvSpPr>
              <p:cNvPr id="768" name="Google Shape;768;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1" name="Google Shape;771;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3" name="Google Shape;773;p40"/>
          <p:cNvSpPr/>
          <p:nvPr/>
        </p:nvSpPr>
        <p:spPr>
          <a:xfrm flipH="1" rot="10800000">
            <a:off x="8088611" y="426400"/>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0"/>
          <p:cNvSpPr/>
          <p:nvPr/>
        </p:nvSpPr>
        <p:spPr>
          <a:xfrm flipH="1" rot="10800000">
            <a:off x="8088611" y="790239"/>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5" name="Google Shape;775;p40"/>
          <p:cNvSpPr/>
          <p:nvPr/>
        </p:nvSpPr>
        <p:spPr>
          <a:xfrm flipH="1" rot="10800000">
            <a:off x="8088611" y="1563000"/>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6" name="Google Shape;776;p40"/>
          <p:cNvSpPr/>
          <p:nvPr/>
        </p:nvSpPr>
        <p:spPr>
          <a:xfrm flipH="1" rot="10800000">
            <a:off x="8088611" y="1159294"/>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0"/>
          <p:cNvSpPr txBox="1"/>
          <p:nvPr>
            <p:ph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78" name="Google Shape;778;p40"/>
          <p:cNvSpPr txBox="1"/>
          <p:nvPr>
            <p:ph idx="5" type="title"/>
          </p:nvPr>
        </p:nvSpPr>
        <p:spPr>
          <a:xfrm>
            <a:off x="38100" y="426200"/>
            <a:ext cx="1823100" cy="6936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79" name="Google Shape;779;p40"/>
          <p:cNvSpPr txBox="1"/>
          <p:nvPr>
            <p:ph idx="6" type="subTitle"/>
          </p:nvPr>
        </p:nvSpPr>
        <p:spPr>
          <a:xfrm>
            <a:off x="2176499" y="426400"/>
            <a:ext cx="3904200" cy="693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80" name="Google Shape;780;p40"/>
          <p:cNvSpPr txBox="1"/>
          <p:nvPr>
            <p:ph idx="7" type="subTitle"/>
          </p:nvPr>
        </p:nvSpPr>
        <p:spPr>
          <a:xfrm>
            <a:off x="1867950" y="2256367"/>
            <a:ext cx="2394900" cy="384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1" name="Google Shape;781;p40"/>
          <p:cNvSpPr txBox="1"/>
          <p:nvPr>
            <p:ph idx="8" type="subTitle"/>
          </p:nvPr>
        </p:nvSpPr>
        <p:spPr>
          <a:xfrm>
            <a:off x="1867950" y="4082833"/>
            <a:ext cx="2394900" cy="384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2" name="Google Shape;782;p40"/>
          <p:cNvSpPr txBox="1"/>
          <p:nvPr>
            <p:ph idx="9" type="subTitle"/>
          </p:nvPr>
        </p:nvSpPr>
        <p:spPr>
          <a:xfrm>
            <a:off x="5297575" y="2256367"/>
            <a:ext cx="2394900" cy="384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3" name="Google Shape;783;p40"/>
          <p:cNvSpPr txBox="1"/>
          <p:nvPr>
            <p:ph idx="13" type="subTitle"/>
          </p:nvPr>
        </p:nvSpPr>
        <p:spPr>
          <a:xfrm>
            <a:off x="5297575" y="4082833"/>
            <a:ext cx="2394900" cy="384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4" name="Google Shape;784;p40"/>
          <p:cNvSpPr txBox="1"/>
          <p:nvPr>
            <p:ph idx="14"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341">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85" name="Shape 785"/>
        <p:cNvGrpSpPr/>
        <p:nvPr/>
      </p:nvGrpSpPr>
      <p:grpSpPr>
        <a:xfrm>
          <a:off x="0" y="0"/>
          <a:ext cx="0" cy="0"/>
          <a:chOff x="0" y="0"/>
          <a:chExt cx="0" cy="0"/>
        </a:xfrm>
      </p:grpSpPr>
      <p:sp>
        <p:nvSpPr>
          <p:cNvPr id="786" name="Google Shape;786;p41"/>
          <p:cNvSpPr txBox="1"/>
          <p:nvPr>
            <p:ph type="title"/>
          </p:nvPr>
        </p:nvSpPr>
        <p:spPr>
          <a:xfrm>
            <a:off x="104850" y="2874467"/>
            <a:ext cx="1583400" cy="6936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87" name="Google Shape;787;p41"/>
          <p:cNvSpPr txBox="1"/>
          <p:nvPr>
            <p:ph idx="2" type="title"/>
          </p:nvPr>
        </p:nvSpPr>
        <p:spPr>
          <a:xfrm>
            <a:off x="1932925" y="2874433"/>
            <a:ext cx="1583400" cy="6936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88" name="Google Shape;788;p41"/>
          <p:cNvSpPr txBox="1"/>
          <p:nvPr>
            <p:ph idx="3" type="title"/>
          </p:nvPr>
        </p:nvSpPr>
        <p:spPr>
          <a:xfrm>
            <a:off x="3761000" y="2874433"/>
            <a:ext cx="1583400" cy="6936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89" name="Google Shape;789;p41"/>
          <p:cNvSpPr txBox="1"/>
          <p:nvPr>
            <p:ph idx="4" type="title"/>
          </p:nvPr>
        </p:nvSpPr>
        <p:spPr>
          <a:xfrm>
            <a:off x="5607150" y="2874433"/>
            <a:ext cx="1583400" cy="6936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90" name="Google Shape;790;p41"/>
          <p:cNvSpPr txBox="1"/>
          <p:nvPr>
            <p:ph idx="5"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91" name="Google Shape;791;p41"/>
          <p:cNvSpPr txBox="1"/>
          <p:nvPr>
            <p:ph idx="1" type="subTitle"/>
          </p:nvPr>
        </p:nvSpPr>
        <p:spPr>
          <a:xfrm>
            <a:off x="2176499" y="426400"/>
            <a:ext cx="3904200" cy="693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92" name="Google Shape;792;p41"/>
          <p:cNvCxnSpPr/>
          <p:nvPr/>
        </p:nvCxnSpPr>
        <p:spPr>
          <a:xfrm>
            <a:off x="1865850" y="523600"/>
            <a:ext cx="0" cy="520500"/>
          </a:xfrm>
          <a:prstGeom prst="straightConnector1">
            <a:avLst/>
          </a:prstGeom>
          <a:noFill/>
          <a:ln cap="flat" cmpd="sng" w="19050">
            <a:solidFill>
              <a:schemeClr val="accent6"/>
            </a:solidFill>
            <a:prstDash val="solid"/>
            <a:round/>
            <a:headEnd len="med" w="med" type="none"/>
            <a:tailEnd len="med" w="med" type="none"/>
          </a:ln>
        </p:spPr>
      </p:cxnSp>
      <p:grpSp>
        <p:nvGrpSpPr>
          <p:cNvPr id="793" name="Google Shape;793;p41"/>
          <p:cNvGrpSpPr/>
          <p:nvPr/>
        </p:nvGrpSpPr>
        <p:grpSpPr>
          <a:xfrm>
            <a:off x="7073603" y="-2"/>
            <a:ext cx="2070408" cy="2156562"/>
            <a:chOff x="6787102" y="-57263"/>
            <a:chExt cx="2403260" cy="1877393"/>
          </a:xfrm>
        </p:grpSpPr>
        <p:grpSp>
          <p:nvGrpSpPr>
            <p:cNvPr id="794" name="Google Shape;794;p41"/>
            <p:cNvGrpSpPr/>
            <p:nvPr/>
          </p:nvGrpSpPr>
          <p:grpSpPr>
            <a:xfrm rot="10800000">
              <a:off x="8286413" y="1320355"/>
              <a:ext cx="903863" cy="499775"/>
              <a:chOff x="532097" y="3249175"/>
              <a:chExt cx="669528" cy="370204"/>
            </a:xfrm>
          </p:grpSpPr>
          <p:sp>
            <p:nvSpPr>
              <p:cNvPr id="795" name="Google Shape;795;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6" name="Google Shape;796;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97" name="Google Shape;797;p41"/>
            <p:cNvGrpSpPr/>
            <p:nvPr/>
          </p:nvGrpSpPr>
          <p:grpSpPr>
            <a:xfrm rot="10800000">
              <a:off x="6787103" y="820419"/>
              <a:ext cx="2402289" cy="499772"/>
              <a:chOff x="532752" y="3249175"/>
              <a:chExt cx="1779473" cy="370202"/>
            </a:xfrm>
          </p:grpSpPr>
          <p:sp>
            <p:nvSpPr>
              <p:cNvPr id="798" name="Google Shape;798;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9" name="Google Shape;799;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0" name="Google Shape;800;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2" name="Google Shape;802;p41"/>
            <p:cNvGrpSpPr/>
            <p:nvPr/>
          </p:nvGrpSpPr>
          <p:grpSpPr>
            <a:xfrm rot="10800000">
              <a:off x="7286873" y="320651"/>
              <a:ext cx="1499310" cy="499770"/>
              <a:chOff x="831425" y="3249175"/>
              <a:chExt cx="1110600" cy="370200"/>
            </a:xfrm>
          </p:grpSpPr>
          <p:sp>
            <p:nvSpPr>
              <p:cNvPr id="803" name="Google Shape;803;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4" name="Google Shape;804;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5" name="Google Shape;805;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6" name="Google Shape;806;p41"/>
            <p:cNvGrpSpPr/>
            <p:nvPr/>
          </p:nvGrpSpPr>
          <p:grpSpPr>
            <a:xfrm rot="10800000">
              <a:off x="6787102" y="-57263"/>
              <a:ext cx="2403260" cy="377865"/>
              <a:chOff x="532032" y="3249173"/>
              <a:chExt cx="1780193" cy="370202"/>
            </a:xfrm>
          </p:grpSpPr>
          <p:sp>
            <p:nvSpPr>
              <p:cNvPr id="807" name="Google Shape;807;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0" name="Google Shape;810;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1" name="Google Shape;811;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2" name="Google Shape;812;p41"/>
          <p:cNvSpPr/>
          <p:nvPr/>
        </p:nvSpPr>
        <p:spPr>
          <a:xfrm flipH="1" rot="10800000">
            <a:off x="8088611" y="426400"/>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1"/>
          <p:cNvSpPr/>
          <p:nvPr/>
        </p:nvSpPr>
        <p:spPr>
          <a:xfrm flipH="1" rot="10800000">
            <a:off x="8088611" y="790239"/>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1"/>
          <p:cNvSpPr/>
          <p:nvPr/>
        </p:nvSpPr>
        <p:spPr>
          <a:xfrm flipH="1" rot="10800000">
            <a:off x="8088611" y="1563000"/>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5" name="Google Shape;815;p41"/>
          <p:cNvSpPr/>
          <p:nvPr/>
        </p:nvSpPr>
        <p:spPr>
          <a:xfrm flipH="1" rot="10800000">
            <a:off x="8088611" y="1159294"/>
            <a:ext cx="1055400" cy="252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6" name="Google Shape;816;p41"/>
          <p:cNvSpPr txBox="1"/>
          <p:nvPr>
            <p:ph idx="6" type="body"/>
          </p:nvPr>
        </p:nvSpPr>
        <p:spPr>
          <a:xfrm>
            <a:off x="104900" y="3568067"/>
            <a:ext cx="1583400" cy="2232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817" name="Google Shape;817;p41"/>
          <p:cNvSpPr txBox="1"/>
          <p:nvPr>
            <p:ph idx="7" type="body"/>
          </p:nvPr>
        </p:nvSpPr>
        <p:spPr>
          <a:xfrm>
            <a:off x="1932925" y="3568067"/>
            <a:ext cx="1583400" cy="2232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818" name="Google Shape;818;p41"/>
          <p:cNvSpPr txBox="1"/>
          <p:nvPr>
            <p:ph idx="8" type="body"/>
          </p:nvPr>
        </p:nvSpPr>
        <p:spPr>
          <a:xfrm>
            <a:off x="3761000" y="3568067"/>
            <a:ext cx="1583400" cy="2232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819" name="Google Shape;819;p41"/>
          <p:cNvSpPr txBox="1"/>
          <p:nvPr>
            <p:ph idx="9" type="body"/>
          </p:nvPr>
        </p:nvSpPr>
        <p:spPr>
          <a:xfrm>
            <a:off x="5607150" y="3568067"/>
            <a:ext cx="1583400" cy="2232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820" name="Google Shape;820;p41"/>
          <p:cNvSpPr txBox="1"/>
          <p:nvPr>
            <p:ph idx="13" type="title"/>
          </p:nvPr>
        </p:nvSpPr>
        <p:spPr>
          <a:xfrm>
            <a:off x="239975" y="2129633"/>
            <a:ext cx="640200" cy="6432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821" name="Google Shape;821;p41"/>
          <p:cNvSpPr txBox="1"/>
          <p:nvPr>
            <p:ph idx="14" type="title"/>
          </p:nvPr>
        </p:nvSpPr>
        <p:spPr>
          <a:xfrm>
            <a:off x="2009500" y="2129633"/>
            <a:ext cx="640200" cy="6432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822" name="Google Shape;822;p41"/>
          <p:cNvSpPr txBox="1"/>
          <p:nvPr>
            <p:ph idx="15" type="title"/>
          </p:nvPr>
        </p:nvSpPr>
        <p:spPr>
          <a:xfrm>
            <a:off x="3895425" y="2129633"/>
            <a:ext cx="640200" cy="6432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823" name="Google Shape;823;p41"/>
          <p:cNvSpPr txBox="1"/>
          <p:nvPr>
            <p:ph idx="16" type="title"/>
          </p:nvPr>
        </p:nvSpPr>
        <p:spPr>
          <a:xfrm>
            <a:off x="5704700" y="2129633"/>
            <a:ext cx="640200" cy="6432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824" name="Google Shape;824;p41"/>
          <p:cNvSpPr txBox="1"/>
          <p:nvPr>
            <p:ph idx="17" type="title"/>
          </p:nvPr>
        </p:nvSpPr>
        <p:spPr>
          <a:xfrm>
            <a:off x="38100" y="426200"/>
            <a:ext cx="1827900" cy="6936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825" name="Google Shape;825;p41"/>
          <p:cNvSpPr txBox="1"/>
          <p:nvPr>
            <p:ph idx="18" type="title"/>
          </p:nvPr>
        </p:nvSpPr>
        <p:spPr>
          <a:xfrm>
            <a:off x="228600" y="6366571"/>
            <a:ext cx="1939200" cy="252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826" name="Shape 826"/>
        <p:cNvGrpSpPr/>
        <p:nvPr/>
      </p:nvGrpSpPr>
      <p:grpSpPr>
        <a:xfrm>
          <a:off x="0" y="0"/>
          <a:ext cx="0" cy="0"/>
          <a:chOff x="0" y="0"/>
          <a:chExt cx="0" cy="0"/>
        </a:xfrm>
      </p:grpSpPr>
      <p:sp>
        <p:nvSpPr>
          <p:cNvPr id="827" name="Google Shape;827;p42"/>
          <p:cNvSpPr txBox="1"/>
          <p:nvPr>
            <p:ph type="title"/>
          </p:nvPr>
        </p:nvSpPr>
        <p:spPr>
          <a:xfrm>
            <a:off x="38100" y="530333"/>
            <a:ext cx="1948200" cy="252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828" name="Google Shape;828;p42"/>
          <p:cNvGrpSpPr/>
          <p:nvPr/>
        </p:nvGrpSpPr>
        <p:grpSpPr>
          <a:xfrm rot="10800000">
            <a:off x="5657179" y="-156"/>
            <a:ext cx="3486840" cy="3874851"/>
            <a:chOff x="312900" y="2793625"/>
            <a:chExt cx="2221200" cy="1851250"/>
          </a:xfrm>
        </p:grpSpPr>
        <p:grpSp>
          <p:nvGrpSpPr>
            <p:cNvPr id="829" name="Google Shape;829;p42"/>
            <p:cNvGrpSpPr/>
            <p:nvPr/>
          </p:nvGrpSpPr>
          <p:grpSpPr>
            <a:xfrm>
              <a:off x="312900" y="2793625"/>
              <a:ext cx="1851000" cy="1851250"/>
              <a:chOff x="461225" y="3249175"/>
              <a:chExt cx="1851000" cy="1851250"/>
            </a:xfrm>
          </p:grpSpPr>
          <p:grpSp>
            <p:nvGrpSpPr>
              <p:cNvPr id="830" name="Google Shape;830;p42"/>
              <p:cNvGrpSpPr/>
              <p:nvPr/>
            </p:nvGrpSpPr>
            <p:grpSpPr>
              <a:xfrm>
                <a:off x="461225" y="3249175"/>
                <a:ext cx="1851000" cy="370200"/>
                <a:chOff x="461225" y="3249175"/>
                <a:chExt cx="1851000" cy="370200"/>
              </a:xfrm>
            </p:grpSpPr>
            <p:sp>
              <p:nvSpPr>
                <p:cNvPr id="831" name="Google Shape;83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2" name="Google Shape;832;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3" name="Google Shape;83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4" name="Google Shape;834;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5" name="Google Shape;835;p42"/>
              <p:cNvGrpSpPr/>
              <p:nvPr/>
            </p:nvGrpSpPr>
            <p:grpSpPr>
              <a:xfrm>
                <a:off x="461225" y="3619500"/>
                <a:ext cx="1851000" cy="370200"/>
                <a:chOff x="461225" y="3249175"/>
                <a:chExt cx="1851000" cy="370200"/>
              </a:xfrm>
            </p:grpSpPr>
            <p:sp>
              <p:nvSpPr>
                <p:cNvPr id="836" name="Google Shape;836;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7" name="Google Shape;837;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8" name="Google Shape;838;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39" name="Google Shape;839;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0" name="Google Shape;840;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41" name="Google Shape;841;p42"/>
              <p:cNvGrpSpPr/>
              <p:nvPr/>
            </p:nvGrpSpPr>
            <p:grpSpPr>
              <a:xfrm>
                <a:off x="461225" y="3989700"/>
                <a:ext cx="1480800" cy="1110725"/>
                <a:chOff x="461225" y="3249175"/>
                <a:chExt cx="1480800" cy="1110725"/>
              </a:xfrm>
            </p:grpSpPr>
            <p:sp>
              <p:nvSpPr>
                <p:cNvPr id="842" name="Google Shape;842;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3" name="Google Shape;843;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4" name="Google Shape;844;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5" name="Google Shape;845;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46" name="Google Shape;846;p42"/>
              <p:cNvGrpSpPr/>
              <p:nvPr/>
            </p:nvGrpSpPr>
            <p:grpSpPr>
              <a:xfrm>
                <a:off x="831425" y="4360025"/>
                <a:ext cx="1480800" cy="370200"/>
                <a:chOff x="831425" y="3249175"/>
                <a:chExt cx="1480800" cy="370200"/>
              </a:xfrm>
            </p:grpSpPr>
            <p:sp>
              <p:nvSpPr>
                <p:cNvPr id="847" name="Google Shape;847;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8" name="Google Shape;848;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49" name="Google Shape;849;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0" name="Google Shape;850;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51" name="Google Shape;851;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52" name="Google Shape;852;p42"/>
          <p:cNvSpPr/>
          <p:nvPr>
            <p:ph idx="2" type="pic"/>
          </p:nvPr>
        </p:nvSpPr>
        <p:spPr>
          <a:xfrm>
            <a:off x="1200750" y="1312983"/>
            <a:ext cx="1649400" cy="1649400"/>
          </a:xfrm>
          <a:prstGeom prst="ellipse">
            <a:avLst/>
          </a:prstGeom>
          <a:noFill/>
          <a:ln>
            <a:noFill/>
          </a:ln>
        </p:spPr>
      </p:sp>
      <p:sp>
        <p:nvSpPr>
          <p:cNvPr id="853" name="Google Shape;853;p42"/>
          <p:cNvSpPr/>
          <p:nvPr>
            <p:ph idx="3" type="pic"/>
          </p:nvPr>
        </p:nvSpPr>
        <p:spPr>
          <a:xfrm>
            <a:off x="3747300" y="1229317"/>
            <a:ext cx="1649400" cy="1649400"/>
          </a:xfrm>
          <a:prstGeom prst="ellipse">
            <a:avLst/>
          </a:prstGeom>
          <a:noFill/>
          <a:ln>
            <a:noFill/>
          </a:ln>
        </p:spPr>
      </p:sp>
      <p:sp>
        <p:nvSpPr>
          <p:cNvPr id="854" name="Google Shape;854;p42"/>
          <p:cNvSpPr/>
          <p:nvPr>
            <p:ph idx="4" type="pic"/>
          </p:nvPr>
        </p:nvSpPr>
        <p:spPr>
          <a:xfrm>
            <a:off x="6080650" y="1255250"/>
            <a:ext cx="1649400" cy="1649400"/>
          </a:xfrm>
          <a:prstGeom prst="ellipse">
            <a:avLst/>
          </a:prstGeom>
          <a:noFill/>
          <a:ln>
            <a:noFill/>
          </a:ln>
        </p:spPr>
      </p:sp>
      <p:sp>
        <p:nvSpPr>
          <p:cNvPr id="855" name="Google Shape;855;p42"/>
          <p:cNvSpPr txBox="1"/>
          <p:nvPr>
            <p:ph idx="1" type="subTitle"/>
          </p:nvPr>
        </p:nvSpPr>
        <p:spPr>
          <a:xfrm>
            <a:off x="947750" y="4471867"/>
            <a:ext cx="2086800" cy="17967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56" name="Google Shape;856;p42"/>
          <p:cNvSpPr txBox="1"/>
          <p:nvPr>
            <p:ph idx="5" type="title"/>
          </p:nvPr>
        </p:nvSpPr>
        <p:spPr>
          <a:xfrm>
            <a:off x="1111850" y="4082167"/>
            <a:ext cx="1758600" cy="3645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57" name="Google Shape;857;p42"/>
          <p:cNvSpPr txBox="1"/>
          <p:nvPr>
            <p:ph idx="6" type="subTitle"/>
          </p:nvPr>
        </p:nvSpPr>
        <p:spPr>
          <a:xfrm>
            <a:off x="3528600" y="4471867"/>
            <a:ext cx="2086800" cy="17967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58" name="Google Shape;858;p42"/>
          <p:cNvSpPr txBox="1"/>
          <p:nvPr>
            <p:ph idx="7" type="title"/>
          </p:nvPr>
        </p:nvSpPr>
        <p:spPr>
          <a:xfrm>
            <a:off x="3692700" y="4082167"/>
            <a:ext cx="1758600" cy="3645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59" name="Google Shape;859;p42"/>
          <p:cNvSpPr txBox="1"/>
          <p:nvPr>
            <p:ph idx="8" type="subTitle"/>
          </p:nvPr>
        </p:nvSpPr>
        <p:spPr>
          <a:xfrm>
            <a:off x="5861950" y="4471867"/>
            <a:ext cx="2086800" cy="17967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60" name="Google Shape;860;p42"/>
          <p:cNvSpPr txBox="1"/>
          <p:nvPr>
            <p:ph idx="9" type="title"/>
          </p:nvPr>
        </p:nvSpPr>
        <p:spPr>
          <a:xfrm>
            <a:off x="6026050" y="4082167"/>
            <a:ext cx="1758600" cy="3645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61" name="Google Shape;861;p42"/>
          <p:cNvSpPr txBox="1"/>
          <p:nvPr>
            <p:ph idx="13" type="title"/>
          </p:nvPr>
        </p:nvSpPr>
        <p:spPr>
          <a:xfrm>
            <a:off x="38100" y="124200"/>
            <a:ext cx="1583400" cy="252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62" name="Google Shape;862;p42"/>
          <p:cNvSpPr txBox="1"/>
          <p:nvPr>
            <p:ph idx="14" type="title"/>
          </p:nvPr>
        </p:nvSpPr>
        <p:spPr>
          <a:xfrm>
            <a:off x="228600" y="6366571"/>
            <a:ext cx="1939200" cy="252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63" name="Shape 863"/>
        <p:cNvGrpSpPr/>
        <p:nvPr/>
      </p:nvGrpSpPr>
      <p:grpSpPr>
        <a:xfrm>
          <a:off x="0" y="0"/>
          <a:ext cx="0" cy="0"/>
          <a:chOff x="0" y="0"/>
          <a:chExt cx="0" cy="0"/>
        </a:xfrm>
      </p:grpSpPr>
      <p:sp>
        <p:nvSpPr>
          <p:cNvPr id="864" name="Google Shape;864;p43"/>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65" name="Google Shape;865;p43"/>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66" name="Shape 866"/>
        <p:cNvGrpSpPr/>
        <p:nvPr/>
      </p:nvGrpSpPr>
      <p:grpSpPr>
        <a:xfrm>
          <a:off x="0" y="0"/>
          <a:ext cx="0" cy="0"/>
          <a:chOff x="0" y="0"/>
          <a:chExt cx="0" cy="0"/>
        </a:xfrm>
      </p:grpSpPr>
      <p:sp>
        <p:nvSpPr>
          <p:cNvPr id="867" name="Google Shape;867;p4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68" name="Shape 868"/>
        <p:cNvGrpSpPr/>
        <p:nvPr/>
      </p:nvGrpSpPr>
      <p:grpSpPr>
        <a:xfrm>
          <a:off x="0" y="0"/>
          <a:ext cx="0" cy="0"/>
          <a:chOff x="0" y="0"/>
          <a:chExt cx="0" cy="0"/>
        </a:xfrm>
      </p:grpSpPr>
      <p:sp>
        <p:nvSpPr>
          <p:cNvPr id="869" name="Google Shape;869;p4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0" name="Google Shape;870;p45"/>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71" name="Shape 871"/>
        <p:cNvGrpSpPr/>
        <p:nvPr/>
      </p:nvGrpSpPr>
      <p:grpSpPr>
        <a:xfrm>
          <a:off x="0" y="0"/>
          <a:ext cx="0" cy="0"/>
          <a:chOff x="0" y="0"/>
          <a:chExt cx="0" cy="0"/>
        </a:xfrm>
      </p:grpSpPr>
      <p:sp>
        <p:nvSpPr>
          <p:cNvPr id="872" name="Google Shape;872;p4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3" name="Google Shape;873;p46"/>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46"/>
          <p:cNvSpPr txBox="1"/>
          <p:nvPr>
            <p:ph idx="2" type="body"/>
          </p:nvPr>
        </p:nvSpPr>
        <p:spPr>
          <a:xfrm>
            <a:off x="4832400" y="1536633"/>
            <a:ext cx="3999900" cy="45552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75" name="Shape 875"/>
        <p:cNvGrpSpPr/>
        <p:nvPr/>
      </p:nvGrpSpPr>
      <p:grpSpPr>
        <a:xfrm>
          <a:off x="0" y="0"/>
          <a:ext cx="0" cy="0"/>
          <a:chOff x="0" y="0"/>
          <a:chExt cx="0" cy="0"/>
        </a:xfrm>
      </p:grpSpPr>
      <p:sp>
        <p:nvSpPr>
          <p:cNvPr id="876" name="Google Shape;876;p4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77" name="Shape 877"/>
        <p:cNvGrpSpPr/>
        <p:nvPr/>
      </p:nvGrpSpPr>
      <p:grpSpPr>
        <a:xfrm>
          <a:off x="0" y="0"/>
          <a:ext cx="0" cy="0"/>
          <a:chOff x="0" y="0"/>
          <a:chExt cx="0" cy="0"/>
        </a:xfrm>
      </p:grpSpPr>
      <p:sp>
        <p:nvSpPr>
          <p:cNvPr id="878" name="Google Shape;878;p48"/>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79" name="Google Shape;879;p48"/>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80" name="Shape 880"/>
        <p:cNvGrpSpPr/>
        <p:nvPr/>
      </p:nvGrpSpPr>
      <p:grpSpPr>
        <a:xfrm>
          <a:off x="0" y="0"/>
          <a:ext cx="0" cy="0"/>
          <a:chOff x="0" y="0"/>
          <a:chExt cx="0" cy="0"/>
        </a:xfrm>
      </p:grpSpPr>
      <p:sp>
        <p:nvSpPr>
          <p:cNvPr id="881" name="Google Shape;881;p49"/>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82" name="Shape 882"/>
        <p:cNvGrpSpPr/>
        <p:nvPr/>
      </p:nvGrpSpPr>
      <p:grpSpPr>
        <a:xfrm>
          <a:off x="0" y="0"/>
          <a:ext cx="0" cy="0"/>
          <a:chOff x="0" y="0"/>
          <a:chExt cx="0" cy="0"/>
        </a:xfrm>
      </p:grpSpPr>
      <p:sp>
        <p:nvSpPr>
          <p:cNvPr id="883" name="Google Shape;883;p50"/>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84" name="Google Shape;884;p50"/>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85" name="Google Shape;885;p50"/>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86" name="Shape 886"/>
        <p:cNvGrpSpPr/>
        <p:nvPr/>
      </p:nvGrpSpPr>
      <p:grpSpPr>
        <a:xfrm>
          <a:off x="0" y="0"/>
          <a:ext cx="0" cy="0"/>
          <a:chOff x="0" y="0"/>
          <a:chExt cx="0" cy="0"/>
        </a:xfrm>
      </p:grpSpPr>
      <p:sp>
        <p:nvSpPr>
          <p:cNvPr id="887" name="Google Shape;887;p51"/>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88" name="Shape 888"/>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89" name="Shape 889"/>
        <p:cNvGrpSpPr/>
        <p:nvPr/>
      </p:nvGrpSpPr>
      <p:grpSpPr>
        <a:xfrm>
          <a:off x="0" y="0"/>
          <a:ext cx="0" cy="0"/>
          <a:chOff x="0" y="0"/>
          <a:chExt cx="0" cy="0"/>
        </a:xfrm>
      </p:grpSpPr>
      <p:sp>
        <p:nvSpPr>
          <p:cNvPr id="890" name="Google Shape;890;p53"/>
          <p:cNvSpPr txBox="1"/>
          <p:nvPr>
            <p:ph type="title"/>
          </p:nvPr>
        </p:nvSpPr>
        <p:spPr>
          <a:xfrm>
            <a:off x="677325" y="2443700"/>
            <a:ext cx="3217200" cy="1978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1" name="Google Shape;891;p53"/>
          <p:cNvSpPr txBox="1"/>
          <p:nvPr>
            <p:ph idx="1" type="subTitle"/>
          </p:nvPr>
        </p:nvSpPr>
        <p:spPr>
          <a:xfrm>
            <a:off x="4406650" y="525000"/>
            <a:ext cx="44097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3"/>
          <p:cNvSpPr txBox="1"/>
          <p:nvPr>
            <p:ph idx="2" type="subTitle"/>
          </p:nvPr>
        </p:nvSpPr>
        <p:spPr>
          <a:xfrm>
            <a:off x="4406650" y="1535607"/>
            <a:ext cx="44097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3"/>
          <p:cNvSpPr txBox="1"/>
          <p:nvPr>
            <p:ph idx="3" type="subTitle"/>
          </p:nvPr>
        </p:nvSpPr>
        <p:spPr>
          <a:xfrm>
            <a:off x="4406650" y="4567427"/>
            <a:ext cx="44097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4" name="Google Shape;894;p53"/>
          <p:cNvSpPr txBox="1"/>
          <p:nvPr>
            <p:ph idx="4" type="subTitle"/>
          </p:nvPr>
        </p:nvSpPr>
        <p:spPr>
          <a:xfrm>
            <a:off x="4406650" y="2546213"/>
            <a:ext cx="44097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5" name="Google Shape;895;p53"/>
          <p:cNvSpPr txBox="1"/>
          <p:nvPr>
            <p:ph idx="5" type="subTitle"/>
          </p:nvPr>
        </p:nvSpPr>
        <p:spPr>
          <a:xfrm>
            <a:off x="4406650" y="5578033"/>
            <a:ext cx="44097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6" name="Google Shape;896;p53"/>
          <p:cNvSpPr txBox="1"/>
          <p:nvPr>
            <p:ph idx="6" type="subTitle"/>
          </p:nvPr>
        </p:nvSpPr>
        <p:spPr>
          <a:xfrm>
            <a:off x="4406650" y="3556820"/>
            <a:ext cx="44097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97" name="Shape 897"/>
        <p:cNvGrpSpPr/>
        <p:nvPr/>
      </p:nvGrpSpPr>
      <p:grpSpPr>
        <a:xfrm>
          <a:off x="0" y="0"/>
          <a:ext cx="0" cy="0"/>
          <a:chOff x="0" y="0"/>
          <a:chExt cx="0" cy="0"/>
        </a:xfrm>
      </p:grpSpPr>
      <p:sp>
        <p:nvSpPr>
          <p:cNvPr id="898" name="Google Shape;898;p5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9" name="Google Shape;899;p54"/>
          <p:cNvSpPr txBox="1"/>
          <p:nvPr>
            <p:ph idx="1" type="body"/>
          </p:nvPr>
        </p:nvSpPr>
        <p:spPr>
          <a:xfrm>
            <a:off x="311700" y="1536633"/>
            <a:ext cx="4473900" cy="45552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0" name="Google Shape;900;p54"/>
          <p:cNvSpPr/>
          <p:nvPr>
            <p:ph idx="2" type="pic"/>
          </p:nvPr>
        </p:nvSpPr>
        <p:spPr>
          <a:xfrm>
            <a:off x="4992024" y="1537033"/>
            <a:ext cx="3840300" cy="45552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901" name="Shape 901"/>
        <p:cNvGrpSpPr/>
        <p:nvPr/>
      </p:nvGrpSpPr>
      <p:grpSpPr>
        <a:xfrm>
          <a:off x="0" y="0"/>
          <a:ext cx="0" cy="0"/>
          <a:chOff x="0" y="0"/>
          <a:chExt cx="0" cy="0"/>
        </a:xfrm>
      </p:grpSpPr>
      <p:sp>
        <p:nvSpPr>
          <p:cNvPr id="902" name="Google Shape;902;p55"/>
          <p:cNvSpPr txBox="1"/>
          <p:nvPr>
            <p:ph type="title"/>
          </p:nvPr>
        </p:nvSpPr>
        <p:spPr>
          <a:xfrm>
            <a:off x="483175" y="600033"/>
            <a:ext cx="8184600" cy="10107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5"/>
          <p:cNvSpPr txBox="1"/>
          <p:nvPr>
            <p:ph idx="1" type="body"/>
          </p:nvPr>
        </p:nvSpPr>
        <p:spPr>
          <a:xfrm>
            <a:off x="483150" y="2983717"/>
            <a:ext cx="3619800" cy="3164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4" name="Google Shape;904;p55"/>
          <p:cNvSpPr txBox="1"/>
          <p:nvPr>
            <p:ph idx="2" type="body"/>
          </p:nvPr>
        </p:nvSpPr>
        <p:spPr>
          <a:xfrm>
            <a:off x="5048000" y="2983717"/>
            <a:ext cx="3619800" cy="3164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5" name="Google Shape;905;p55"/>
          <p:cNvSpPr txBox="1"/>
          <p:nvPr>
            <p:ph idx="3" type="subTitle"/>
          </p:nvPr>
        </p:nvSpPr>
        <p:spPr>
          <a:xfrm>
            <a:off x="483150" y="1781548"/>
            <a:ext cx="36198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6" name="Google Shape;906;p55"/>
          <p:cNvSpPr txBox="1"/>
          <p:nvPr>
            <p:ph idx="4" type="subTitle"/>
          </p:nvPr>
        </p:nvSpPr>
        <p:spPr>
          <a:xfrm>
            <a:off x="5048000" y="1781548"/>
            <a:ext cx="3619800" cy="7236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907" name="Shape 907"/>
        <p:cNvGrpSpPr/>
        <p:nvPr/>
      </p:nvGrpSpPr>
      <p:grpSpPr>
        <a:xfrm>
          <a:off x="0" y="0"/>
          <a:ext cx="0" cy="0"/>
          <a:chOff x="0" y="0"/>
          <a:chExt cx="0" cy="0"/>
        </a:xfrm>
      </p:grpSpPr>
      <p:sp>
        <p:nvSpPr>
          <p:cNvPr id="908" name="Google Shape;908;p56"/>
          <p:cNvSpPr txBox="1"/>
          <p:nvPr>
            <p:ph idx="1" type="body"/>
          </p:nvPr>
        </p:nvSpPr>
        <p:spPr>
          <a:xfrm>
            <a:off x="483175" y="3223333"/>
            <a:ext cx="2455500" cy="31647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9" name="Google Shape;909;p56"/>
          <p:cNvSpPr txBox="1"/>
          <p:nvPr>
            <p:ph idx="2" type="body"/>
          </p:nvPr>
        </p:nvSpPr>
        <p:spPr>
          <a:xfrm>
            <a:off x="3347725" y="3223333"/>
            <a:ext cx="2455500" cy="3164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56"/>
          <p:cNvSpPr txBox="1"/>
          <p:nvPr>
            <p:ph type="title"/>
          </p:nvPr>
        </p:nvSpPr>
        <p:spPr>
          <a:xfrm>
            <a:off x="483175" y="600033"/>
            <a:ext cx="8184600" cy="10107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1" name="Google Shape;911;p56"/>
          <p:cNvSpPr txBox="1"/>
          <p:nvPr>
            <p:ph idx="3" type="subTitle"/>
          </p:nvPr>
        </p:nvSpPr>
        <p:spPr>
          <a:xfrm>
            <a:off x="483175" y="1781533"/>
            <a:ext cx="2455500" cy="103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12" name="Google Shape;912;p56"/>
          <p:cNvSpPr txBox="1"/>
          <p:nvPr>
            <p:ph idx="4" type="subTitle"/>
          </p:nvPr>
        </p:nvSpPr>
        <p:spPr>
          <a:xfrm>
            <a:off x="3347725" y="1781533"/>
            <a:ext cx="2455500" cy="103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13" name="Google Shape;913;p56"/>
          <p:cNvSpPr txBox="1"/>
          <p:nvPr>
            <p:ph idx="5" type="subTitle"/>
          </p:nvPr>
        </p:nvSpPr>
        <p:spPr>
          <a:xfrm>
            <a:off x="6212275" y="1781533"/>
            <a:ext cx="2455500" cy="10380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14" name="Google Shape;914;p56"/>
          <p:cNvSpPr txBox="1"/>
          <p:nvPr>
            <p:ph idx="6" type="body"/>
          </p:nvPr>
        </p:nvSpPr>
        <p:spPr>
          <a:xfrm>
            <a:off x="6212275" y="3223333"/>
            <a:ext cx="2455500" cy="3164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915" name="Shape 915"/>
        <p:cNvGrpSpPr/>
        <p:nvPr/>
      </p:nvGrpSpPr>
      <p:grpSpPr>
        <a:xfrm>
          <a:off x="0" y="0"/>
          <a:ext cx="0" cy="0"/>
          <a:chOff x="0" y="0"/>
          <a:chExt cx="0" cy="0"/>
        </a:xfrm>
      </p:grpSpPr>
      <p:sp>
        <p:nvSpPr>
          <p:cNvPr id="916" name="Google Shape;916;p57"/>
          <p:cNvSpPr txBox="1"/>
          <p:nvPr>
            <p:ph idx="1" type="body"/>
          </p:nvPr>
        </p:nvSpPr>
        <p:spPr>
          <a:xfrm>
            <a:off x="366725" y="2345458"/>
            <a:ext cx="3838500" cy="15180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17" name="Google Shape;917;p57"/>
          <p:cNvSpPr txBox="1"/>
          <p:nvPr>
            <p:ph idx="2" type="body"/>
          </p:nvPr>
        </p:nvSpPr>
        <p:spPr>
          <a:xfrm>
            <a:off x="4938725" y="2345458"/>
            <a:ext cx="3838500" cy="1518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8" name="Google Shape;918;p57"/>
          <p:cNvSpPr txBox="1"/>
          <p:nvPr>
            <p:ph idx="3" type="body"/>
          </p:nvPr>
        </p:nvSpPr>
        <p:spPr>
          <a:xfrm>
            <a:off x="366750" y="4864767"/>
            <a:ext cx="3838500" cy="1518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9" name="Google Shape;919;p57"/>
          <p:cNvSpPr txBox="1"/>
          <p:nvPr>
            <p:ph idx="4" type="body"/>
          </p:nvPr>
        </p:nvSpPr>
        <p:spPr>
          <a:xfrm>
            <a:off x="4938750" y="4864767"/>
            <a:ext cx="3838500" cy="1518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20" name="Google Shape;920;p57"/>
          <p:cNvSpPr txBox="1"/>
          <p:nvPr>
            <p:ph type="title"/>
          </p:nvPr>
        </p:nvSpPr>
        <p:spPr>
          <a:xfrm>
            <a:off x="366750" y="600033"/>
            <a:ext cx="8184600" cy="10107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1" name="Google Shape;921;p57"/>
          <p:cNvSpPr txBox="1"/>
          <p:nvPr>
            <p:ph idx="5" type="subTitle"/>
          </p:nvPr>
        </p:nvSpPr>
        <p:spPr>
          <a:xfrm>
            <a:off x="366763" y="1703876"/>
            <a:ext cx="3838500" cy="641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22" name="Google Shape;922;p57"/>
          <p:cNvSpPr txBox="1"/>
          <p:nvPr>
            <p:ph idx="6" type="subTitle"/>
          </p:nvPr>
        </p:nvSpPr>
        <p:spPr>
          <a:xfrm>
            <a:off x="4938738" y="1703876"/>
            <a:ext cx="3838500" cy="641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23" name="Google Shape;923;p57"/>
          <p:cNvSpPr txBox="1"/>
          <p:nvPr>
            <p:ph idx="7" type="subTitle"/>
          </p:nvPr>
        </p:nvSpPr>
        <p:spPr>
          <a:xfrm>
            <a:off x="4938761" y="4223150"/>
            <a:ext cx="3838500" cy="641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24" name="Google Shape;924;p57"/>
          <p:cNvSpPr txBox="1"/>
          <p:nvPr>
            <p:ph idx="8" type="subTitle"/>
          </p:nvPr>
        </p:nvSpPr>
        <p:spPr>
          <a:xfrm>
            <a:off x="366750" y="4223150"/>
            <a:ext cx="3838500" cy="641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925" name="Shape 925"/>
        <p:cNvGrpSpPr/>
        <p:nvPr/>
      </p:nvGrpSpPr>
      <p:grpSpPr>
        <a:xfrm>
          <a:off x="0" y="0"/>
          <a:ext cx="0" cy="0"/>
          <a:chOff x="0" y="0"/>
          <a:chExt cx="0" cy="0"/>
        </a:xfrm>
      </p:grpSpPr>
      <p:sp>
        <p:nvSpPr>
          <p:cNvPr id="926" name="Google Shape;926;p5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7" name="Google Shape;927;p58"/>
          <p:cNvSpPr/>
          <p:nvPr>
            <p:ph idx="2" type="pic"/>
          </p:nvPr>
        </p:nvSpPr>
        <p:spPr>
          <a:xfrm>
            <a:off x="311700" y="1560567"/>
            <a:ext cx="8520600" cy="46572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928" name="Shape 928"/>
        <p:cNvGrpSpPr/>
        <p:nvPr/>
      </p:nvGrpSpPr>
      <p:grpSpPr>
        <a:xfrm>
          <a:off x="0" y="0"/>
          <a:ext cx="0" cy="0"/>
          <a:chOff x="0" y="0"/>
          <a:chExt cx="0" cy="0"/>
        </a:xfrm>
      </p:grpSpPr>
      <p:sp>
        <p:nvSpPr>
          <p:cNvPr id="929" name="Google Shape;929;p59"/>
          <p:cNvSpPr txBox="1"/>
          <p:nvPr>
            <p:ph idx="1" type="body"/>
          </p:nvPr>
        </p:nvSpPr>
        <p:spPr>
          <a:xfrm>
            <a:off x="311700" y="5440300"/>
            <a:ext cx="4027500" cy="12348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30" name="Google Shape;930;p59"/>
          <p:cNvSpPr/>
          <p:nvPr>
            <p:ph idx="2" type="pic"/>
          </p:nvPr>
        </p:nvSpPr>
        <p:spPr>
          <a:xfrm>
            <a:off x="4804825" y="1511067"/>
            <a:ext cx="4027500" cy="3190500"/>
          </a:xfrm>
          <a:prstGeom prst="rect">
            <a:avLst/>
          </a:prstGeom>
          <a:noFill/>
          <a:ln>
            <a:noFill/>
          </a:ln>
        </p:spPr>
      </p:sp>
      <p:sp>
        <p:nvSpPr>
          <p:cNvPr id="931" name="Google Shape;931;p59"/>
          <p:cNvSpPr/>
          <p:nvPr>
            <p:ph idx="3" type="pic"/>
          </p:nvPr>
        </p:nvSpPr>
        <p:spPr>
          <a:xfrm>
            <a:off x="311725" y="1511067"/>
            <a:ext cx="4027500" cy="3190500"/>
          </a:xfrm>
          <a:prstGeom prst="rect">
            <a:avLst/>
          </a:prstGeom>
          <a:noFill/>
          <a:ln>
            <a:noFill/>
          </a:ln>
        </p:spPr>
      </p:sp>
      <p:sp>
        <p:nvSpPr>
          <p:cNvPr id="932" name="Google Shape;932;p59"/>
          <p:cNvSpPr txBox="1"/>
          <p:nvPr>
            <p:ph idx="4" type="body"/>
          </p:nvPr>
        </p:nvSpPr>
        <p:spPr>
          <a:xfrm>
            <a:off x="4804825" y="5440300"/>
            <a:ext cx="4027500" cy="1234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33" name="Google Shape;933;p5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34" name="Google Shape;934;p59"/>
          <p:cNvSpPr txBox="1"/>
          <p:nvPr>
            <p:ph idx="5" type="subTitle"/>
          </p:nvPr>
        </p:nvSpPr>
        <p:spPr>
          <a:xfrm>
            <a:off x="311725" y="4777200"/>
            <a:ext cx="4027500" cy="641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35" name="Google Shape;935;p59"/>
          <p:cNvSpPr txBox="1"/>
          <p:nvPr>
            <p:ph idx="6" type="subTitle"/>
          </p:nvPr>
        </p:nvSpPr>
        <p:spPr>
          <a:xfrm>
            <a:off x="4804825" y="4777200"/>
            <a:ext cx="4027500" cy="641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36" name="Shape 936"/>
        <p:cNvGrpSpPr/>
        <p:nvPr/>
      </p:nvGrpSpPr>
      <p:grpSpPr>
        <a:xfrm>
          <a:off x="0" y="0"/>
          <a:ext cx="0" cy="0"/>
          <a:chOff x="0" y="0"/>
          <a:chExt cx="0" cy="0"/>
        </a:xfrm>
      </p:grpSpPr>
      <p:sp>
        <p:nvSpPr>
          <p:cNvPr id="937" name="Google Shape;937;p60"/>
          <p:cNvSpPr txBox="1"/>
          <p:nvPr>
            <p:ph idx="1" type="body"/>
          </p:nvPr>
        </p:nvSpPr>
        <p:spPr>
          <a:xfrm>
            <a:off x="311700" y="5215600"/>
            <a:ext cx="2627100" cy="1358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38" name="Google Shape;938;p60"/>
          <p:cNvSpPr/>
          <p:nvPr>
            <p:ph idx="2" type="pic"/>
          </p:nvPr>
        </p:nvSpPr>
        <p:spPr>
          <a:xfrm>
            <a:off x="6205225" y="1504433"/>
            <a:ext cx="2627100" cy="3030900"/>
          </a:xfrm>
          <a:prstGeom prst="rect">
            <a:avLst/>
          </a:prstGeom>
          <a:noFill/>
          <a:ln>
            <a:noFill/>
          </a:ln>
        </p:spPr>
      </p:sp>
      <p:sp>
        <p:nvSpPr>
          <p:cNvPr id="939" name="Google Shape;939;p60"/>
          <p:cNvSpPr/>
          <p:nvPr>
            <p:ph idx="3" type="pic"/>
          </p:nvPr>
        </p:nvSpPr>
        <p:spPr>
          <a:xfrm>
            <a:off x="311725" y="1504433"/>
            <a:ext cx="2627100" cy="3030900"/>
          </a:xfrm>
          <a:prstGeom prst="rect">
            <a:avLst/>
          </a:prstGeom>
          <a:noFill/>
          <a:ln>
            <a:noFill/>
          </a:ln>
        </p:spPr>
      </p:sp>
      <p:sp>
        <p:nvSpPr>
          <p:cNvPr id="940" name="Google Shape;940;p60"/>
          <p:cNvSpPr txBox="1"/>
          <p:nvPr>
            <p:ph idx="4" type="body"/>
          </p:nvPr>
        </p:nvSpPr>
        <p:spPr>
          <a:xfrm>
            <a:off x="6205225" y="5215600"/>
            <a:ext cx="2627100" cy="1358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41" name="Google Shape;941;p60"/>
          <p:cNvSpPr/>
          <p:nvPr>
            <p:ph idx="5" type="pic"/>
          </p:nvPr>
        </p:nvSpPr>
        <p:spPr>
          <a:xfrm>
            <a:off x="3255250" y="1504433"/>
            <a:ext cx="2627100" cy="3030900"/>
          </a:xfrm>
          <a:prstGeom prst="rect">
            <a:avLst/>
          </a:prstGeom>
          <a:noFill/>
          <a:ln>
            <a:noFill/>
          </a:ln>
        </p:spPr>
      </p:sp>
      <p:sp>
        <p:nvSpPr>
          <p:cNvPr id="942" name="Google Shape;942;p60"/>
          <p:cNvSpPr txBox="1"/>
          <p:nvPr>
            <p:ph idx="6" type="body"/>
          </p:nvPr>
        </p:nvSpPr>
        <p:spPr>
          <a:xfrm>
            <a:off x="3255250" y="5215600"/>
            <a:ext cx="2627100" cy="1358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43" name="Google Shape;943;p6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44" name="Google Shape;944;p60"/>
          <p:cNvSpPr txBox="1"/>
          <p:nvPr>
            <p:ph idx="7" type="subTitle"/>
          </p:nvPr>
        </p:nvSpPr>
        <p:spPr>
          <a:xfrm>
            <a:off x="311725" y="4574000"/>
            <a:ext cx="2627100" cy="641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45" name="Google Shape;945;p60"/>
          <p:cNvSpPr txBox="1"/>
          <p:nvPr>
            <p:ph idx="8" type="subTitle"/>
          </p:nvPr>
        </p:nvSpPr>
        <p:spPr>
          <a:xfrm>
            <a:off x="6205225" y="4574000"/>
            <a:ext cx="2627100" cy="641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46" name="Google Shape;946;p60"/>
          <p:cNvSpPr txBox="1"/>
          <p:nvPr>
            <p:ph idx="9" type="subTitle"/>
          </p:nvPr>
        </p:nvSpPr>
        <p:spPr>
          <a:xfrm>
            <a:off x="3255250" y="4574000"/>
            <a:ext cx="2627100" cy="641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47" name="Shape 947"/>
        <p:cNvGrpSpPr/>
        <p:nvPr/>
      </p:nvGrpSpPr>
      <p:grpSpPr>
        <a:xfrm>
          <a:off x="0" y="0"/>
          <a:ext cx="0" cy="0"/>
          <a:chOff x="0" y="0"/>
          <a:chExt cx="0" cy="0"/>
        </a:xfrm>
      </p:grpSpPr>
      <p:sp>
        <p:nvSpPr>
          <p:cNvPr id="948" name="Google Shape;948;p61"/>
          <p:cNvSpPr/>
          <p:nvPr>
            <p:ph idx="2" type="pic"/>
          </p:nvPr>
        </p:nvSpPr>
        <p:spPr>
          <a:xfrm>
            <a:off x="311700" y="593367"/>
            <a:ext cx="8520600" cy="56244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49" name="Shape 949"/>
        <p:cNvGrpSpPr/>
        <p:nvPr/>
      </p:nvGrpSpPr>
      <p:grpSpPr>
        <a:xfrm>
          <a:off x="0" y="0"/>
          <a:ext cx="0" cy="0"/>
          <a:chOff x="0" y="0"/>
          <a:chExt cx="0" cy="0"/>
        </a:xfrm>
      </p:grpSpPr>
      <p:sp>
        <p:nvSpPr>
          <p:cNvPr id="950" name="Google Shape;950;p62"/>
          <p:cNvSpPr/>
          <p:nvPr>
            <p:ph idx="2" type="pic"/>
          </p:nvPr>
        </p:nvSpPr>
        <p:spPr>
          <a:xfrm>
            <a:off x="3389600" y="158550"/>
            <a:ext cx="1643700" cy="2046900"/>
          </a:xfrm>
          <a:prstGeom prst="rect">
            <a:avLst/>
          </a:prstGeom>
          <a:noFill/>
          <a:ln>
            <a:noFill/>
          </a:ln>
        </p:spPr>
      </p:sp>
      <p:sp>
        <p:nvSpPr>
          <p:cNvPr id="951" name="Google Shape;951;p62"/>
          <p:cNvSpPr/>
          <p:nvPr>
            <p:ph idx="3" type="pic"/>
          </p:nvPr>
        </p:nvSpPr>
        <p:spPr>
          <a:xfrm>
            <a:off x="5195935" y="158550"/>
            <a:ext cx="1643700" cy="2046900"/>
          </a:xfrm>
          <a:prstGeom prst="rect">
            <a:avLst/>
          </a:prstGeom>
          <a:noFill/>
          <a:ln>
            <a:noFill/>
          </a:ln>
        </p:spPr>
      </p:sp>
      <p:sp>
        <p:nvSpPr>
          <p:cNvPr id="952" name="Google Shape;952;p62"/>
          <p:cNvSpPr/>
          <p:nvPr>
            <p:ph idx="4" type="pic"/>
          </p:nvPr>
        </p:nvSpPr>
        <p:spPr>
          <a:xfrm>
            <a:off x="7002270" y="158550"/>
            <a:ext cx="1643700" cy="2046900"/>
          </a:xfrm>
          <a:prstGeom prst="rect">
            <a:avLst/>
          </a:prstGeom>
          <a:noFill/>
          <a:ln>
            <a:noFill/>
          </a:ln>
        </p:spPr>
      </p:sp>
      <p:sp>
        <p:nvSpPr>
          <p:cNvPr id="953" name="Google Shape;953;p62"/>
          <p:cNvSpPr/>
          <p:nvPr>
            <p:ph idx="5" type="pic"/>
          </p:nvPr>
        </p:nvSpPr>
        <p:spPr>
          <a:xfrm>
            <a:off x="3389588" y="2405616"/>
            <a:ext cx="1643700" cy="2046900"/>
          </a:xfrm>
          <a:prstGeom prst="rect">
            <a:avLst/>
          </a:prstGeom>
          <a:noFill/>
          <a:ln>
            <a:noFill/>
          </a:ln>
        </p:spPr>
      </p:sp>
      <p:sp>
        <p:nvSpPr>
          <p:cNvPr id="954" name="Google Shape;954;p62"/>
          <p:cNvSpPr/>
          <p:nvPr>
            <p:ph idx="6" type="pic"/>
          </p:nvPr>
        </p:nvSpPr>
        <p:spPr>
          <a:xfrm>
            <a:off x="5195922" y="2405616"/>
            <a:ext cx="1643700" cy="2046900"/>
          </a:xfrm>
          <a:prstGeom prst="rect">
            <a:avLst/>
          </a:prstGeom>
          <a:noFill/>
          <a:ln>
            <a:noFill/>
          </a:ln>
        </p:spPr>
      </p:sp>
      <p:sp>
        <p:nvSpPr>
          <p:cNvPr id="955" name="Google Shape;955;p62"/>
          <p:cNvSpPr/>
          <p:nvPr>
            <p:ph idx="7" type="pic"/>
          </p:nvPr>
        </p:nvSpPr>
        <p:spPr>
          <a:xfrm>
            <a:off x="7002257" y="2405616"/>
            <a:ext cx="1643700" cy="2046900"/>
          </a:xfrm>
          <a:prstGeom prst="rect">
            <a:avLst/>
          </a:prstGeom>
          <a:noFill/>
          <a:ln>
            <a:noFill/>
          </a:ln>
        </p:spPr>
      </p:sp>
      <p:sp>
        <p:nvSpPr>
          <p:cNvPr id="956" name="Google Shape;956;p62"/>
          <p:cNvSpPr txBox="1"/>
          <p:nvPr>
            <p:ph type="title"/>
          </p:nvPr>
        </p:nvSpPr>
        <p:spPr>
          <a:xfrm>
            <a:off x="351550" y="593367"/>
            <a:ext cx="2596800" cy="22752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7" name="Google Shape;957;p62"/>
          <p:cNvSpPr/>
          <p:nvPr>
            <p:ph idx="8" type="pic"/>
          </p:nvPr>
        </p:nvSpPr>
        <p:spPr>
          <a:xfrm>
            <a:off x="3389588" y="4652649"/>
            <a:ext cx="1643700" cy="2046900"/>
          </a:xfrm>
          <a:prstGeom prst="rect">
            <a:avLst/>
          </a:prstGeom>
          <a:noFill/>
          <a:ln>
            <a:noFill/>
          </a:ln>
        </p:spPr>
      </p:sp>
      <p:sp>
        <p:nvSpPr>
          <p:cNvPr id="958" name="Google Shape;958;p62"/>
          <p:cNvSpPr/>
          <p:nvPr>
            <p:ph idx="9" type="pic"/>
          </p:nvPr>
        </p:nvSpPr>
        <p:spPr>
          <a:xfrm>
            <a:off x="5195922" y="4652649"/>
            <a:ext cx="1643700" cy="2046900"/>
          </a:xfrm>
          <a:prstGeom prst="rect">
            <a:avLst/>
          </a:prstGeom>
          <a:noFill/>
          <a:ln>
            <a:noFill/>
          </a:ln>
        </p:spPr>
      </p:sp>
      <p:sp>
        <p:nvSpPr>
          <p:cNvPr id="959" name="Google Shape;959;p62"/>
          <p:cNvSpPr/>
          <p:nvPr>
            <p:ph idx="13" type="pic"/>
          </p:nvPr>
        </p:nvSpPr>
        <p:spPr>
          <a:xfrm>
            <a:off x="7002257" y="4652649"/>
            <a:ext cx="1643700" cy="20469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80" name="Shape 80"/>
        <p:cNvGrpSpPr/>
        <p:nvPr/>
      </p:nvGrpSpPr>
      <p:grpSpPr>
        <a:xfrm>
          <a:off x="0" y="0"/>
          <a:ext cx="0" cy="0"/>
          <a:chOff x="0" y="0"/>
          <a:chExt cx="0" cy="0"/>
        </a:xfrm>
      </p:grpSpPr>
      <p:sp>
        <p:nvSpPr>
          <p:cNvPr id="81" name="Google Shape;81;p13"/>
          <p:cNvSpPr txBox="1"/>
          <p:nvPr>
            <p:ph idx="1" type="body"/>
          </p:nvPr>
        </p:nvSpPr>
        <p:spPr>
          <a:xfrm>
            <a:off x="228600" y="1936167"/>
            <a:ext cx="5760600" cy="46137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82" name="Google Shape;82;p13"/>
          <p:cNvSpPr txBox="1"/>
          <p:nvPr>
            <p:ph type="title"/>
          </p:nvPr>
        </p:nvSpPr>
        <p:spPr>
          <a:xfrm>
            <a:off x="402800" y="262967"/>
            <a:ext cx="6537900" cy="1673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3" name="Google Shape;83;p13"/>
          <p:cNvSpPr txBox="1"/>
          <p:nvPr>
            <p:ph idx="2" type="body"/>
          </p:nvPr>
        </p:nvSpPr>
        <p:spPr>
          <a:xfrm>
            <a:off x="3439325" y="2003700"/>
            <a:ext cx="5344800" cy="325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92">
          <p15:clr>
            <a:srgbClr val="E46962"/>
          </p15:clr>
        </p15:guide>
        <p15:guide id="4" orient="horz" pos="4126">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384">
          <p15:clr>
            <a:srgbClr val="E46962"/>
          </p15:clr>
        </p15:guide>
        <p15:guide id="16" orient="horz" pos="3934">
          <p15:clr>
            <a:srgbClr val="E46962"/>
          </p15:clr>
        </p15:guide>
        <p15:guide id="17" orient="horz" pos="1513">
          <p15:clr>
            <a:srgbClr val="E46962"/>
          </p15:clr>
        </p15:guide>
        <p15:guide id="18" orient="horz" pos="1592">
          <p15:clr>
            <a:srgbClr val="E46962"/>
          </p15:clr>
        </p15:guide>
        <p15:guide id="19" orient="horz" pos="2725">
          <p15:clr>
            <a:srgbClr val="E46962"/>
          </p15:clr>
        </p15:guide>
        <p15:guide id="20" orient="horz" pos="28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www.paloaltonetworks.com/cyberpedia/harvest-now-decrypt-later-hndl" TargetMode="External"/><Relationship Id="rId5" Type="http://schemas.openxmlformats.org/officeDocument/2006/relationships/hyperlink" Target="https://www.paloaltonetworks.com/cyberpedia/harvest-now-decrypt-later-hnd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63"/>
          <p:cNvSpPr txBox="1"/>
          <p:nvPr>
            <p:ph type="title"/>
          </p:nvPr>
        </p:nvSpPr>
        <p:spPr>
          <a:xfrm>
            <a:off x="48860" y="3455836"/>
            <a:ext cx="9419400" cy="3274200"/>
          </a:xfrm>
          <a:prstGeom prst="rect">
            <a:avLst/>
          </a:prstGeom>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US" sz="4700">
                <a:solidFill>
                  <a:schemeClr val="dk2"/>
                </a:solidFill>
              </a:rPr>
              <a:t>Quantum Risk-Aware Context-Adaptive Post-Quantum Cryptographic Framework for Smart Digital Systems </a:t>
            </a:r>
            <a:endParaRPr sz="8000">
              <a:solidFill>
                <a:srgbClr val="000000"/>
              </a:solidFill>
              <a:latin typeface="Calibri"/>
              <a:ea typeface="Calibri"/>
              <a:cs typeface="Calibri"/>
              <a:sym typeface="Calibri"/>
            </a:endParaRPr>
          </a:p>
          <a:p>
            <a:pPr indent="0" lvl="0" marL="0" rtl="0" algn="l">
              <a:lnSpc>
                <a:spcPct val="90000"/>
              </a:lnSpc>
              <a:spcBef>
                <a:spcPts val="0"/>
              </a:spcBef>
              <a:spcAft>
                <a:spcPts val="0"/>
              </a:spcAft>
              <a:buNone/>
            </a:pPr>
            <a:r>
              <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64"/>
          <p:cNvSpPr txBox="1"/>
          <p:nvPr>
            <p:ph idx="2" type="title"/>
          </p:nvPr>
        </p:nvSpPr>
        <p:spPr>
          <a:xfrm>
            <a:off x="115025" y="670367"/>
            <a:ext cx="605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US"/>
              <a:t>Problem - Quantum Threat</a:t>
            </a:r>
            <a:endParaRPr/>
          </a:p>
        </p:txBody>
      </p:sp>
      <p:sp>
        <p:nvSpPr>
          <p:cNvPr id="970" name="Google Shape;970;p64"/>
          <p:cNvSpPr txBox="1"/>
          <p:nvPr>
            <p:ph idx="1" type="body"/>
          </p:nvPr>
        </p:nvSpPr>
        <p:spPr>
          <a:xfrm>
            <a:off x="115025" y="1353775"/>
            <a:ext cx="6811200" cy="4495200"/>
          </a:xfrm>
          <a:prstGeom prst="rect">
            <a:avLst/>
          </a:prstGeom>
        </p:spPr>
        <p:txBody>
          <a:bodyPr anchorCtr="0" anchor="t" bIns="91425" lIns="91425" spcFirstLastPara="1" rIns="0" wrap="square" tIns="91425">
            <a:noAutofit/>
          </a:bodyPr>
          <a:lstStyle/>
          <a:p>
            <a:pPr indent="0" lvl="0" marL="0" rtl="0" algn="just">
              <a:lnSpc>
                <a:spcPct val="90000"/>
              </a:lnSpc>
              <a:spcBef>
                <a:spcPts val="0"/>
              </a:spcBef>
              <a:spcAft>
                <a:spcPts val="0"/>
              </a:spcAft>
              <a:buNone/>
            </a:pPr>
            <a:r>
              <a:rPr lang="en-US" sz="1600"/>
              <a:t>Modern digital systems rely on cryptographic techniques such as RSA and Elliptic Curve Cryptography to secure communication and protect sensitive data. However, with the advancement of quantum computing, these methods are expected to become vulnerable. Quantum algorithms, particularly Shor’s algorithm, can efficiently break these cryptographic schemes once large-scale quantum computers are available.</a:t>
            </a:r>
            <a:endParaRPr sz="1600"/>
          </a:p>
          <a:p>
            <a:pPr indent="0" lvl="0" marL="0" rtl="0" algn="just">
              <a:lnSpc>
                <a:spcPct val="115000"/>
              </a:lnSpc>
              <a:spcBef>
                <a:spcPts val="1200"/>
              </a:spcBef>
              <a:spcAft>
                <a:spcPts val="0"/>
              </a:spcAft>
              <a:buNone/>
            </a:pPr>
            <a:r>
              <a:rPr lang="en-US" sz="1600"/>
              <a:t>A major concern is the “</a:t>
            </a:r>
            <a:r>
              <a:rPr b="1" lang="en-US" sz="1600">
                <a:latin typeface="Sora"/>
                <a:ea typeface="Sora"/>
                <a:cs typeface="Sora"/>
                <a:sym typeface="Sora"/>
              </a:rPr>
              <a:t>harvest now, decrypt later</a:t>
            </a:r>
            <a:r>
              <a:rPr lang="en-US" sz="1600"/>
              <a:t>” threat, where attackers can capture encrypted data today and decrypt it in the future using quantum capabilities. This puts long-term sensitive data, such as healthcare records, financial information, and government data, at significant risk.</a:t>
            </a:r>
            <a:endParaRPr sz="1600">
              <a:solidFill>
                <a:schemeClr val="accent3"/>
              </a:solidFill>
              <a:latin typeface="Sora Medium"/>
              <a:ea typeface="Sora Medium"/>
              <a:cs typeface="Sora Medium"/>
              <a:sym typeface="Sora Medium"/>
            </a:endParaRPr>
          </a:p>
          <a:p>
            <a:pPr indent="0" lvl="0" marL="0" rtl="0" algn="just">
              <a:lnSpc>
                <a:spcPct val="90000"/>
              </a:lnSpc>
              <a:spcBef>
                <a:spcPts val="1200"/>
              </a:spcBef>
              <a:spcAft>
                <a:spcPts val="0"/>
              </a:spcAft>
              <a:buNone/>
            </a:pPr>
            <a:r>
              <a:t/>
            </a:r>
            <a:endParaRPr sz="1600">
              <a:solidFill>
                <a:schemeClr val="accent3"/>
              </a:solidFill>
              <a:latin typeface="Sora Medium"/>
              <a:ea typeface="Sora Medium"/>
              <a:cs typeface="Sora Medium"/>
              <a:sym typeface="Sora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65"/>
          <p:cNvSpPr txBox="1"/>
          <p:nvPr>
            <p:ph idx="2" type="title"/>
          </p:nvPr>
        </p:nvSpPr>
        <p:spPr>
          <a:xfrm>
            <a:off x="115025" y="670367"/>
            <a:ext cx="60555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US"/>
              <a:t>Problem - Quantum Threat</a:t>
            </a:r>
            <a:endParaRPr/>
          </a:p>
        </p:txBody>
      </p:sp>
      <p:pic>
        <p:nvPicPr>
          <p:cNvPr id="976" name="Google Shape;976;p65"/>
          <p:cNvPicPr preferRelativeResize="0"/>
          <p:nvPr/>
        </p:nvPicPr>
        <p:blipFill>
          <a:blip r:embed="rId3">
            <a:alphaModFix/>
          </a:blip>
          <a:stretch>
            <a:fillRect/>
          </a:stretch>
        </p:blipFill>
        <p:spPr>
          <a:xfrm>
            <a:off x="118377" y="1353775"/>
            <a:ext cx="8915400" cy="5014918"/>
          </a:xfrm>
          <a:prstGeom prst="rect">
            <a:avLst/>
          </a:prstGeom>
          <a:noFill/>
          <a:ln>
            <a:noFill/>
          </a:ln>
        </p:spPr>
      </p:pic>
      <p:sp>
        <p:nvSpPr>
          <p:cNvPr id="977" name="Google Shape;977;p65"/>
          <p:cNvSpPr txBox="1"/>
          <p:nvPr/>
        </p:nvSpPr>
        <p:spPr>
          <a:xfrm>
            <a:off x="105146" y="6024571"/>
            <a:ext cx="86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hlink"/>
                </a:solidFill>
                <a:uFill>
                  <a:noFill/>
                </a:uFill>
                <a:hlinkClick r:id="rId4"/>
              </a:rPr>
              <a:t>link</a:t>
            </a:r>
            <a:r>
              <a:rPr lang="en-US">
                <a:solidFill>
                  <a:schemeClr val="hlink"/>
                </a:solidFill>
                <a:uFill>
                  <a:noFill/>
                </a:uFill>
                <a:hlinkClick r:id="rId5"/>
              </a:rPr>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66"/>
          <p:cNvSpPr txBox="1"/>
          <p:nvPr>
            <p:ph idx="1" type="subTitle"/>
          </p:nvPr>
        </p:nvSpPr>
        <p:spPr>
          <a:xfrm>
            <a:off x="1865850" y="229650"/>
            <a:ext cx="6437100" cy="7599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2300">
                <a:solidFill>
                  <a:schemeClr val="dk1"/>
                </a:solidFill>
                <a:latin typeface="Arial"/>
                <a:ea typeface="Arial"/>
                <a:cs typeface="Arial"/>
                <a:sym typeface="Arial"/>
              </a:rPr>
              <a:t>W</a:t>
            </a:r>
            <a:r>
              <a:rPr b="1" lang="en-US" sz="2300">
                <a:solidFill>
                  <a:schemeClr val="dk1"/>
                </a:solidFill>
                <a:latin typeface="Arial"/>
                <a:ea typeface="Arial"/>
                <a:cs typeface="Arial"/>
                <a:sym typeface="Arial"/>
              </a:rPr>
              <a:t>hy Current S</a:t>
            </a:r>
            <a:r>
              <a:rPr b="1" lang="en-US" sz="2300">
                <a:solidFill>
                  <a:schemeClr val="dk1"/>
                </a:solidFill>
                <a:latin typeface="Arial"/>
                <a:ea typeface="Arial"/>
                <a:cs typeface="Arial"/>
                <a:sym typeface="Arial"/>
              </a:rPr>
              <a:t>o</a:t>
            </a:r>
            <a:r>
              <a:rPr b="1" lang="en-US" sz="2300">
                <a:solidFill>
                  <a:schemeClr val="dk1"/>
                </a:solidFill>
                <a:latin typeface="Arial"/>
                <a:ea typeface="Arial"/>
                <a:cs typeface="Arial"/>
                <a:sym typeface="Arial"/>
              </a:rPr>
              <a:t>lutions Are Incomplete</a:t>
            </a:r>
            <a:endParaRPr>
              <a:solidFill>
                <a:schemeClr val="dk1"/>
              </a:solidFill>
            </a:endParaRPr>
          </a:p>
        </p:txBody>
      </p:sp>
      <p:sp>
        <p:nvSpPr>
          <p:cNvPr id="983" name="Google Shape;983;p66"/>
          <p:cNvSpPr txBox="1"/>
          <p:nvPr>
            <p:ph idx="3"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US" sz="1500"/>
              <a:t>Current efforts in post-quantum cryptography mainly focus on developing and standardizing new algorithms such as CRYSTALS Kyber and Dilithium. While these algorithms are essential, they do not address the practical challenge of deploying them across real-world systems.</a:t>
            </a:r>
            <a:endParaRPr sz="1500"/>
          </a:p>
          <a:p>
            <a:pPr indent="0" lvl="0" marL="0" rtl="0" algn="just">
              <a:spcBef>
                <a:spcPts val="1200"/>
              </a:spcBef>
              <a:spcAft>
                <a:spcPts val="1200"/>
              </a:spcAft>
              <a:buNone/>
            </a:pPr>
            <a:r>
              <a:rPr lang="en-US" sz="1500"/>
              <a:t>Different systems have very different requirements. For example, IoT devices have limited computational power, while servers can handle more complex operations. Applying the same cryptographic solution across all systems can lead to inefficiencies and performance issues. Therefore, simply having strong algorithms is not enough without a structured deployment strategy.</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cxnSp>
        <p:nvCxnSpPr>
          <p:cNvPr id="988" name="Google Shape;988;p67"/>
          <p:cNvCxnSpPr/>
          <p:nvPr/>
        </p:nvCxnSpPr>
        <p:spPr>
          <a:xfrm>
            <a:off x="1865850" y="523600"/>
            <a:ext cx="0" cy="520500"/>
          </a:xfrm>
          <a:prstGeom prst="straightConnector1">
            <a:avLst/>
          </a:prstGeom>
          <a:noFill/>
          <a:ln cap="flat" cmpd="sng" w="19050">
            <a:solidFill>
              <a:schemeClr val="lt2"/>
            </a:solidFill>
            <a:prstDash val="solid"/>
            <a:round/>
            <a:headEnd len="med" w="med" type="none"/>
            <a:tailEnd len="med" w="med" type="none"/>
          </a:ln>
        </p:spPr>
      </p:cxnSp>
      <p:sp>
        <p:nvSpPr>
          <p:cNvPr id="989" name="Google Shape;989;p67"/>
          <p:cNvSpPr txBox="1"/>
          <p:nvPr>
            <p:ph idx="6" type="subTitle"/>
          </p:nvPr>
        </p:nvSpPr>
        <p:spPr>
          <a:xfrm>
            <a:off x="1919068" y="220454"/>
            <a:ext cx="5948100" cy="6936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US" sz="2300">
                <a:solidFill>
                  <a:schemeClr val="dk1"/>
                </a:solidFill>
                <a:latin typeface="Arial"/>
                <a:ea typeface="Arial"/>
                <a:cs typeface="Arial"/>
                <a:sym typeface="Arial"/>
              </a:rPr>
              <a:t>GAP - Missing Deployment Framework</a:t>
            </a:r>
            <a:endParaRPr b="1" sz="2300">
              <a:solidFill>
                <a:schemeClr val="dk1"/>
              </a:solidFill>
              <a:latin typeface="Arial"/>
              <a:ea typeface="Arial"/>
              <a:cs typeface="Arial"/>
              <a:sym typeface="Arial"/>
            </a:endParaRPr>
          </a:p>
          <a:p>
            <a:pPr indent="0" lvl="0" marL="0" rtl="0" algn="l">
              <a:spcBef>
                <a:spcPts val="600"/>
              </a:spcBef>
              <a:spcAft>
                <a:spcPts val="0"/>
              </a:spcAft>
              <a:buNone/>
            </a:pPr>
            <a:r>
              <a:t/>
            </a:r>
            <a:endParaRPr>
              <a:solidFill>
                <a:schemeClr val="dk1"/>
              </a:solidFill>
            </a:endParaRPr>
          </a:p>
        </p:txBody>
      </p:sp>
      <p:sp>
        <p:nvSpPr>
          <p:cNvPr id="990" name="Google Shape;990;p67"/>
          <p:cNvSpPr txBox="1"/>
          <p:nvPr>
            <p:ph idx="8"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sz="1700">
                <a:solidFill>
                  <a:schemeClr val="dk2"/>
                </a:solidFill>
                <a:latin typeface="Sora ExtraLight"/>
                <a:ea typeface="Sora ExtraLight"/>
                <a:cs typeface="Sora ExtraLight"/>
                <a:sym typeface="Sora ExtraLight"/>
              </a:rPr>
              <a:t>There is currently no widely adopted framework that guides how heterogeneous systems should transition to post-quantum cryptography in a practical and efficient manner.</a:t>
            </a:r>
            <a:endParaRPr sz="1700">
              <a:solidFill>
                <a:schemeClr val="dk2"/>
              </a:solidFill>
              <a:latin typeface="Sora ExtraLight"/>
              <a:ea typeface="Sora ExtraLight"/>
              <a:cs typeface="Sora ExtraLight"/>
              <a:sym typeface="Sora ExtraLight"/>
            </a:endParaRPr>
          </a:p>
          <a:p>
            <a:pPr indent="0" lvl="0" marL="0" rtl="0" algn="just">
              <a:lnSpc>
                <a:spcPct val="115000"/>
              </a:lnSpc>
              <a:spcBef>
                <a:spcPts val="1200"/>
              </a:spcBef>
              <a:spcAft>
                <a:spcPts val="0"/>
              </a:spcAft>
              <a:buNone/>
            </a:pPr>
            <a:r>
              <a:rPr lang="en-US" sz="1700">
                <a:solidFill>
                  <a:schemeClr val="dk2"/>
                </a:solidFill>
                <a:latin typeface="Sora ExtraLight"/>
                <a:ea typeface="Sora ExtraLight"/>
                <a:cs typeface="Sora ExtraLight"/>
                <a:sym typeface="Sora ExtraLight"/>
              </a:rPr>
              <a:t>Organizations lack a method to evaluate which systems are most at risk and how to prioritize migration. Without such a framework, migration can either be delayed or done inefficiently, leading to unnecessary overhead or security gaps. This creates a clear need for a system that can guide decision-making based on risk and system context.</a:t>
            </a:r>
            <a:endParaRPr sz="1700">
              <a:solidFill>
                <a:schemeClr val="dk2"/>
              </a:solidFill>
              <a:latin typeface="Sora ExtraLight"/>
              <a:ea typeface="Sora ExtraLight"/>
              <a:cs typeface="Sora ExtraLight"/>
              <a:sym typeface="Sora ExtraLight"/>
            </a:endParaRPr>
          </a:p>
          <a:p>
            <a:pPr indent="0" lvl="0" marL="0" rtl="0" algn="just">
              <a:lnSpc>
                <a:spcPct val="115000"/>
              </a:lnSpc>
              <a:spcBef>
                <a:spcPts val="1200"/>
              </a:spcBef>
              <a:spcAft>
                <a:spcPts val="0"/>
              </a:spcAft>
              <a:buNone/>
            </a:pPr>
            <a:r>
              <a:t/>
            </a:r>
            <a:endParaRPr sz="1700">
              <a:solidFill>
                <a:schemeClr val="dk2"/>
              </a:solidFill>
              <a:latin typeface="Sora ExtraLight"/>
              <a:ea typeface="Sora ExtraLight"/>
              <a:cs typeface="Sora ExtraLight"/>
              <a:sym typeface="Sora ExtraLight"/>
            </a:endParaRPr>
          </a:p>
          <a:p>
            <a:pPr indent="0" lvl="0" marL="0" rtl="0" algn="just">
              <a:spcBef>
                <a:spcPts val="1200"/>
              </a:spcBef>
              <a:spcAft>
                <a:spcPts val="1200"/>
              </a:spcAft>
              <a:buNone/>
            </a:pPr>
            <a:r>
              <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cxnSp>
        <p:nvCxnSpPr>
          <p:cNvPr id="995" name="Google Shape;995;p68"/>
          <p:cNvCxnSpPr/>
          <p:nvPr/>
        </p:nvCxnSpPr>
        <p:spPr>
          <a:xfrm>
            <a:off x="1865850" y="523600"/>
            <a:ext cx="0" cy="520500"/>
          </a:xfrm>
          <a:prstGeom prst="straightConnector1">
            <a:avLst/>
          </a:prstGeom>
          <a:noFill/>
          <a:ln cap="flat" cmpd="sng" w="19050">
            <a:solidFill>
              <a:schemeClr val="lt2"/>
            </a:solidFill>
            <a:prstDash val="solid"/>
            <a:round/>
            <a:headEnd len="med" w="med" type="none"/>
            <a:tailEnd len="med" w="med" type="none"/>
          </a:ln>
        </p:spPr>
      </p:cxnSp>
      <p:sp>
        <p:nvSpPr>
          <p:cNvPr id="996" name="Google Shape;996;p68"/>
          <p:cNvSpPr txBox="1"/>
          <p:nvPr>
            <p:ph idx="6" type="subTitle"/>
          </p:nvPr>
        </p:nvSpPr>
        <p:spPr>
          <a:xfrm>
            <a:off x="1952993" y="437054"/>
            <a:ext cx="5948100" cy="6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2300">
                <a:solidFill>
                  <a:schemeClr val="dk1"/>
                </a:solidFill>
                <a:latin typeface="Arial"/>
                <a:ea typeface="Arial"/>
                <a:cs typeface="Arial"/>
                <a:sym typeface="Arial"/>
              </a:rPr>
              <a:t>Proposed Idea</a:t>
            </a:r>
            <a:endParaRPr>
              <a:solidFill>
                <a:schemeClr val="dk1"/>
              </a:solidFill>
            </a:endParaRPr>
          </a:p>
        </p:txBody>
      </p:sp>
      <p:sp>
        <p:nvSpPr>
          <p:cNvPr id="997" name="Google Shape;997;p68"/>
          <p:cNvSpPr txBox="1"/>
          <p:nvPr>
            <p:ph idx="8"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sz="1700">
                <a:solidFill>
                  <a:schemeClr val="dk2"/>
                </a:solidFill>
                <a:latin typeface="Sora ExtraLight"/>
                <a:ea typeface="Sora ExtraLight"/>
                <a:cs typeface="Sora ExtraLight"/>
                <a:sym typeface="Sora ExtraLight"/>
              </a:rPr>
              <a:t>We propose an intelligent and practical migration framework that enables risk-driven and context-aware adoption of post-quantum cryptography.</a:t>
            </a:r>
            <a:endParaRPr sz="1700">
              <a:solidFill>
                <a:schemeClr val="dk2"/>
              </a:solidFill>
              <a:latin typeface="Sora ExtraLight"/>
              <a:ea typeface="Sora ExtraLight"/>
              <a:cs typeface="Sora ExtraLight"/>
              <a:sym typeface="Sora ExtraLight"/>
            </a:endParaRPr>
          </a:p>
          <a:p>
            <a:pPr indent="0" lvl="0" marL="0" rtl="0" algn="just">
              <a:lnSpc>
                <a:spcPct val="115000"/>
              </a:lnSpc>
              <a:spcBef>
                <a:spcPts val="1200"/>
              </a:spcBef>
              <a:spcAft>
                <a:spcPts val="0"/>
              </a:spcAft>
              <a:buNone/>
            </a:pPr>
            <a:r>
              <a:rPr lang="en-US" sz="1700">
                <a:solidFill>
                  <a:schemeClr val="dk2"/>
                </a:solidFill>
                <a:latin typeface="Sora ExtraLight"/>
                <a:ea typeface="Sora ExtraLight"/>
                <a:cs typeface="Sora ExtraLight"/>
                <a:sym typeface="Sora ExtraLight"/>
              </a:rPr>
              <a:t>Instead of applying uniform security upgrades across all devices, the system evaluates the risk associated with each system and determines the appropriate level of cryptographic protection required. This ensures that critical systems receive stronger protection, while less critical systems are not overloaded with unnecessary computational costs.</a:t>
            </a:r>
            <a:endParaRPr sz="1700">
              <a:solidFill>
                <a:schemeClr val="dk2"/>
              </a:solidFill>
              <a:latin typeface="Sora ExtraLight"/>
              <a:ea typeface="Sora ExtraLight"/>
              <a:cs typeface="Sora ExtraLight"/>
              <a:sym typeface="Sora ExtraLight"/>
            </a:endParaRPr>
          </a:p>
          <a:p>
            <a:pPr indent="0" lvl="0" marL="0" rtl="0" algn="just">
              <a:spcBef>
                <a:spcPts val="1200"/>
              </a:spcBef>
              <a:spcAft>
                <a:spcPts val="1200"/>
              </a:spcAft>
              <a:buNone/>
            </a:pPr>
            <a:r>
              <a:t/>
            </a:r>
            <a:endParaRPr sz="1700">
              <a:solidFill>
                <a:schemeClr val="dk2"/>
              </a:solidFill>
              <a:latin typeface="Sora ExtraLight"/>
              <a:ea typeface="Sora ExtraLight"/>
              <a:cs typeface="Sora ExtraLight"/>
              <a:sym typeface="Sora Extra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69"/>
          <p:cNvSpPr txBox="1"/>
          <p:nvPr>
            <p:ph idx="1" type="subTitle"/>
          </p:nvPr>
        </p:nvSpPr>
        <p:spPr>
          <a:xfrm>
            <a:off x="1865850" y="229650"/>
            <a:ext cx="6437100" cy="7599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2300">
                <a:solidFill>
                  <a:schemeClr val="dk1"/>
                </a:solidFill>
                <a:latin typeface="Arial"/>
                <a:ea typeface="Arial"/>
                <a:cs typeface="Arial"/>
                <a:sym typeface="Arial"/>
              </a:rPr>
              <a:t>Architecture</a:t>
            </a:r>
            <a:r>
              <a:rPr b="1" lang="en-US" sz="2300">
                <a:solidFill>
                  <a:schemeClr val="dk1"/>
                </a:solidFill>
                <a:latin typeface="Arial"/>
                <a:ea typeface="Arial"/>
                <a:cs typeface="Arial"/>
                <a:sym typeface="Arial"/>
              </a:rPr>
              <a:t> Overview</a:t>
            </a:r>
            <a:endParaRPr>
              <a:solidFill>
                <a:schemeClr val="dk1"/>
              </a:solidFill>
            </a:endParaRPr>
          </a:p>
        </p:txBody>
      </p:sp>
      <p:sp>
        <p:nvSpPr>
          <p:cNvPr id="1003" name="Google Shape;1003;p69"/>
          <p:cNvSpPr txBox="1"/>
          <p:nvPr>
            <p:ph idx="3"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US" sz="1500"/>
              <a:t>The proposed framework is based on a two-layer architecture designed to separate risk evaluation from decision-making.</a:t>
            </a:r>
            <a:endParaRPr sz="1500"/>
          </a:p>
          <a:p>
            <a:pPr indent="0" lvl="0" marL="0" rtl="0" algn="just">
              <a:spcBef>
                <a:spcPts val="1200"/>
              </a:spcBef>
              <a:spcAft>
                <a:spcPts val="1200"/>
              </a:spcAft>
              <a:buNone/>
            </a:pPr>
            <a:r>
              <a:rPr lang="en-US" sz="1500"/>
              <a:t>The first layer evaluates the level of quantum risk associated with each system, while the second layer uses this information to decide the most suitable cryptographic configuration. This separation makes the system modular, scalable, and easier to adapt to different environments.</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0"/>
          <p:cNvSpPr txBox="1"/>
          <p:nvPr>
            <p:ph idx="1" type="subTitle"/>
          </p:nvPr>
        </p:nvSpPr>
        <p:spPr>
          <a:xfrm>
            <a:off x="1865850" y="229650"/>
            <a:ext cx="6437100" cy="7599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2300">
                <a:solidFill>
                  <a:schemeClr val="dk1"/>
                </a:solidFill>
                <a:latin typeface="Arial"/>
                <a:ea typeface="Arial"/>
                <a:cs typeface="Arial"/>
                <a:sym typeface="Arial"/>
              </a:rPr>
              <a:t>Architecture Layer Details</a:t>
            </a:r>
            <a:endParaRPr>
              <a:solidFill>
                <a:schemeClr val="dk1"/>
              </a:solidFill>
            </a:endParaRPr>
          </a:p>
        </p:txBody>
      </p:sp>
      <p:sp>
        <p:nvSpPr>
          <p:cNvPr id="1009" name="Google Shape;1009;p70"/>
          <p:cNvSpPr txBox="1"/>
          <p:nvPr>
            <p:ph idx="3"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US" sz="1500"/>
              <a:t>The first layer, called the Quantum Risk Evaluation Engine, computes a Quantum Risk Index using factors such as data sensitivity, system exposure, data lifetime, threat window, and device capability. This index provides a measurable representation of risk.</a:t>
            </a:r>
            <a:endParaRPr sz="1500"/>
          </a:p>
          <a:p>
            <a:pPr indent="0" lvl="0" marL="0" rtl="0" algn="just">
              <a:spcBef>
                <a:spcPts val="1200"/>
              </a:spcBef>
              <a:spcAft>
                <a:spcPts val="1200"/>
              </a:spcAft>
              <a:buNone/>
            </a:pPr>
            <a:r>
              <a:rPr lang="en-US" sz="1500"/>
              <a:t>The second layer, called the Context-Aware Cryptographic Decision Engine, uses this risk score along with system constraints to select appropriate cryptographic methods. This layer ensures that security decisions are tailored to the needs of each system rather than being fixed.</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71"/>
          <p:cNvSpPr txBox="1"/>
          <p:nvPr>
            <p:ph idx="1" type="subTitle"/>
          </p:nvPr>
        </p:nvSpPr>
        <p:spPr>
          <a:xfrm>
            <a:off x="1865850" y="229650"/>
            <a:ext cx="6437100" cy="7599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2300">
                <a:solidFill>
                  <a:schemeClr val="dk1"/>
                </a:solidFill>
                <a:latin typeface="Arial"/>
                <a:ea typeface="Arial"/>
                <a:cs typeface="Arial"/>
                <a:sym typeface="Arial"/>
              </a:rPr>
              <a:t>Architecture Layer Details</a:t>
            </a:r>
            <a:endParaRPr>
              <a:solidFill>
                <a:schemeClr val="dk1"/>
              </a:solidFill>
            </a:endParaRPr>
          </a:p>
        </p:txBody>
      </p:sp>
      <p:pic>
        <p:nvPicPr>
          <p:cNvPr id="1015" name="Google Shape;1015;p71"/>
          <p:cNvPicPr preferRelativeResize="0"/>
          <p:nvPr/>
        </p:nvPicPr>
        <p:blipFill>
          <a:blip r:embed="rId3">
            <a:alphaModFix/>
          </a:blip>
          <a:stretch>
            <a:fillRect/>
          </a:stretch>
        </p:blipFill>
        <p:spPr>
          <a:xfrm>
            <a:off x="731625" y="1150324"/>
            <a:ext cx="8098325" cy="4792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72"/>
          <p:cNvSpPr txBox="1"/>
          <p:nvPr>
            <p:ph idx="1" type="subTitle"/>
          </p:nvPr>
        </p:nvSpPr>
        <p:spPr>
          <a:xfrm>
            <a:off x="1865850" y="229650"/>
            <a:ext cx="6437100" cy="7599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2300">
                <a:solidFill>
                  <a:schemeClr val="dk1"/>
                </a:solidFill>
                <a:latin typeface="Arial"/>
                <a:ea typeface="Arial"/>
                <a:cs typeface="Arial"/>
                <a:sym typeface="Arial"/>
              </a:rPr>
              <a:t>How it works? </a:t>
            </a:r>
            <a:endParaRPr>
              <a:solidFill>
                <a:schemeClr val="dk1"/>
              </a:solidFill>
            </a:endParaRPr>
          </a:p>
        </p:txBody>
      </p:sp>
      <p:sp>
        <p:nvSpPr>
          <p:cNvPr id="1021" name="Google Shape;1021;p72"/>
          <p:cNvSpPr txBox="1"/>
          <p:nvPr>
            <p:ph idx="3"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US" sz="1500"/>
              <a:t>Consider a smart campus environment with different types of systems. A CCTV camera may have moderate sensitivity and limited computational power, while a research database may contain highly sensitive data and run on powerful servers.</a:t>
            </a:r>
            <a:endParaRPr sz="1500"/>
          </a:p>
          <a:p>
            <a:pPr indent="0" lvl="0" marL="0" rtl="0" algn="just">
              <a:spcBef>
                <a:spcPts val="1200"/>
              </a:spcBef>
              <a:spcAft>
                <a:spcPts val="0"/>
              </a:spcAft>
              <a:buNone/>
            </a:pPr>
            <a:r>
              <a:rPr lang="en-US" sz="1500"/>
              <a:t>The system assigns a risk score to each device based on its characteristics. For example, the CCTV system may receive a medium risk score and use a hybrid approach, while the research database may receive a high risk score and use stronger post-quantum cryptography. This demonstrates how the system adapts security based on actual requirements.</a:t>
            </a:r>
            <a:endParaRPr sz="1500"/>
          </a:p>
          <a:p>
            <a:pPr indent="0" lvl="0" marL="0" rtl="0" algn="just">
              <a:spcBef>
                <a:spcPts val="1200"/>
              </a:spcBef>
              <a:spcAft>
                <a:spcPts val="1200"/>
              </a:spcAft>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73"/>
          <p:cNvSpPr txBox="1"/>
          <p:nvPr>
            <p:ph idx="1" type="subTitle"/>
          </p:nvPr>
        </p:nvSpPr>
        <p:spPr>
          <a:xfrm>
            <a:off x="1865850" y="229650"/>
            <a:ext cx="6437100" cy="7599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US" sz="2300">
                <a:solidFill>
                  <a:schemeClr val="dk1"/>
                </a:solidFill>
                <a:latin typeface="Arial"/>
                <a:ea typeface="Arial"/>
                <a:cs typeface="Arial"/>
                <a:sym typeface="Arial"/>
              </a:rPr>
              <a:t>Implementation Plan</a:t>
            </a:r>
            <a:endParaRPr>
              <a:solidFill>
                <a:schemeClr val="dk1"/>
              </a:solidFill>
            </a:endParaRPr>
          </a:p>
        </p:txBody>
      </p:sp>
      <p:sp>
        <p:nvSpPr>
          <p:cNvPr id="1027" name="Google Shape;1027;p73"/>
          <p:cNvSpPr txBox="1"/>
          <p:nvPr>
            <p:ph idx="3"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lang="en-US" sz="1500"/>
              <a:t>The project will be implemented using a simulated environment representing different types of devices such as IoT devices, workstations, and servers.</a:t>
            </a:r>
            <a:endParaRPr sz="1500"/>
          </a:p>
          <a:p>
            <a:pPr indent="0" lvl="0" marL="0" rtl="0" algn="just">
              <a:spcBef>
                <a:spcPts val="1200"/>
              </a:spcBef>
              <a:spcAft>
                <a:spcPts val="1200"/>
              </a:spcAft>
              <a:buNone/>
            </a:pPr>
            <a:r>
              <a:rPr lang="en-US" sz="1500"/>
              <a:t>We will develop a risk scoring model to compute the Quantum Risk Index and a decision engine that maps this score to appropriate cryptographic configurations. Post-quantum algorithms such as Kyber and Dilithium will be implemented using existing libraries to demonstrate practical feasibility. The system may also include a simple interface to visualize decisions and system behavior.</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cxnSp>
        <p:nvCxnSpPr>
          <p:cNvPr id="1032" name="Google Shape;1032;p74"/>
          <p:cNvCxnSpPr/>
          <p:nvPr/>
        </p:nvCxnSpPr>
        <p:spPr>
          <a:xfrm>
            <a:off x="1865850" y="523600"/>
            <a:ext cx="0" cy="520500"/>
          </a:xfrm>
          <a:prstGeom prst="straightConnector1">
            <a:avLst/>
          </a:prstGeom>
          <a:noFill/>
          <a:ln cap="flat" cmpd="sng" w="19050">
            <a:solidFill>
              <a:schemeClr val="lt2"/>
            </a:solidFill>
            <a:prstDash val="solid"/>
            <a:round/>
            <a:headEnd len="med" w="med" type="none"/>
            <a:tailEnd len="med" w="med" type="none"/>
          </a:ln>
        </p:spPr>
      </p:cxnSp>
      <p:sp>
        <p:nvSpPr>
          <p:cNvPr id="1033" name="Google Shape;1033;p74"/>
          <p:cNvSpPr txBox="1"/>
          <p:nvPr>
            <p:ph idx="6" type="subTitle"/>
          </p:nvPr>
        </p:nvSpPr>
        <p:spPr>
          <a:xfrm>
            <a:off x="1919068" y="220454"/>
            <a:ext cx="5948100" cy="6936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US" sz="2300">
                <a:solidFill>
                  <a:schemeClr val="dk1"/>
                </a:solidFill>
                <a:latin typeface="Arial"/>
                <a:ea typeface="Arial"/>
                <a:cs typeface="Arial"/>
                <a:sym typeface="Arial"/>
              </a:rPr>
              <a:t>Novelty</a:t>
            </a:r>
            <a:endParaRPr b="1" sz="2300">
              <a:solidFill>
                <a:schemeClr val="dk1"/>
              </a:solidFill>
              <a:latin typeface="Arial"/>
              <a:ea typeface="Arial"/>
              <a:cs typeface="Arial"/>
              <a:sym typeface="Arial"/>
            </a:endParaRPr>
          </a:p>
          <a:p>
            <a:pPr indent="0" lvl="0" marL="0" rtl="0" algn="l">
              <a:spcBef>
                <a:spcPts val="600"/>
              </a:spcBef>
              <a:spcAft>
                <a:spcPts val="0"/>
              </a:spcAft>
              <a:buNone/>
            </a:pPr>
            <a:r>
              <a:t/>
            </a:r>
            <a:endParaRPr>
              <a:solidFill>
                <a:schemeClr val="dk1"/>
              </a:solidFill>
            </a:endParaRPr>
          </a:p>
        </p:txBody>
      </p:sp>
      <p:sp>
        <p:nvSpPr>
          <p:cNvPr id="1034" name="Google Shape;1034;p74"/>
          <p:cNvSpPr txBox="1"/>
          <p:nvPr>
            <p:ph idx="8"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sz="1700">
                <a:solidFill>
                  <a:schemeClr val="dk2"/>
                </a:solidFill>
                <a:latin typeface="Sora ExtraLight"/>
                <a:ea typeface="Sora ExtraLight"/>
                <a:cs typeface="Sora ExtraLight"/>
                <a:sym typeface="Sora ExtraLight"/>
              </a:rPr>
              <a:t>The novelty of this work lies in shifting the focus from creating new cryptographic algorithms to designing a structured way to deploy them.</a:t>
            </a:r>
            <a:endParaRPr sz="1700">
              <a:solidFill>
                <a:schemeClr val="dk2"/>
              </a:solidFill>
              <a:latin typeface="Sora ExtraLight"/>
              <a:ea typeface="Sora ExtraLight"/>
              <a:cs typeface="Sora ExtraLight"/>
              <a:sym typeface="Sora ExtraLight"/>
            </a:endParaRPr>
          </a:p>
          <a:p>
            <a:pPr indent="0" lvl="0" marL="0" rtl="0" algn="just">
              <a:lnSpc>
                <a:spcPct val="115000"/>
              </a:lnSpc>
              <a:spcBef>
                <a:spcPts val="1200"/>
              </a:spcBef>
              <a:spcAft>
                <a:spcPts val="1200"/>
              </a:spcAft>
              <a:buNone/>
            </a:pPr>
            <a:r>
              <a:rPr lang="en-US" sz="1700">
                <a:solidFill>
                  <a:schemeClr val="dk2"/>
                </a:solidFill>
                <a:latin typeface="Sora ExtraLight"/>
                <a:ea typeface="Sora ExtraLight"/>
                <a:cs typeface="Sora ExtraLight"/>
                <a:sym typeface="Sora ExtraLight"/>
              </a:rPr>
              <a:t>The framework introduces a measurable risk model and combines it with context-aware decision-making. This approach allows adaptive selection of cryptographic methods instead of static configurations, making the system more practical for real-world deployment.</a:t>
            </a:r>
            <a:endParaRPr sz="1700">
              <a:solidFill>
                <a:schemeClr val="dk2"/>
              </a:solidFill>
              <a:latin typeface="Sora ExtraLight"/>
              <a:ea typeface="Sora ExtraLight"/>
              <a:cs typeface="Sora ExtraLight"/>
              <a:sym typeface="Sora Extra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cxnSp>
        <p:nvCxnSpPr>
          <p:cNvPr id="1039" name="Google Shape;1039;p75"/>
          <p:cNvCxnSpPr/>
          <p:nvPr/>
        </p:nvCxnSpPr>
        <p:spPr>
          <a:xfrm>
            <a:off x="1865850" y="523600"/>
            <a:ext cx="0" cy="520500"/>
          </a:xfrm>
          <a:prstGeom prst="straightConnector1">
            <a:avLst/>
          </a:prstGeom>
          <a:noFill/>
          <a:ln cap="flat" cmpd="sng" w="19050">
            <a:solidFill>
              <a:schemeClr val="lt2"/>
            </a:solidFill>
            <a:prstDash val="solid"/>
            <a:round/>
            <a:headEnd len="med" w="med" type="none"/>
            <a:tailEnd len="med" w="med" type="none"/>
          </a:ln>
        </p:spPr>
      </p:cxnSp>
      <p:sp>
        <p:nvSpPr>
          <p:cNvPr id="1040" name="Google Shape;1040;p75"/>
          <p:cNvSpPr txBox="1"/>
          <p:nvPr>
            <p:ph idx="6" type="subTitle"/>
          </p:nvPr>
        </p:nvSpPr>
        <p:spPr>
          <a:xfrm>
            <a:off x="1919068" y="220454"/>
            <a:ext cx="5948100" cy="693600"/>
          </a:xfrm>
          <a:prstGeom prst="rect">
            <a:avLst/>
          </a:prstGeom>
        </p:spPr>
        <p:txBody>
          <a:bodyPr anchorCtr="0" anchor="t" bIns="91425" lIns="91425" spcFirstLastPara="1" rIns="91425" wrap="square" tIns="91425">
            <a:noAutofit/>
          </a:bodyPr>
          <a:lstStyle/>
          <a:p>
            <a:pPr indent="0" lvl="0" marL="0" rtl="0" algn="l">
              <a:lnSpc>
                <a:spcPct val="115000"/>
              </a:lnSpc>
              <a:spcBef>
                <a:spcPts val="2400"/>
              </a:spcBef>
              <a:spcAft>
                <a:spcPts val="0"/>
              </a:spcAft>
              <a:buNone/>
            </a:pPr>
            <a:r>
              <a:rPr b="1" lang="en-US" sz="2300">
                <a:solidFill>
                  <a:schemeClr val="dk1"/>
                </a:solidFill>
                <a:latin typeface="Arial"/>
                <a:ea typeface="Arial"/>
                <a:cs typeface="Arial"/>
                <a:sym typeface="Arial"/>
              </a:rPr>
              <a:t>Conclusion</a:t>
            </a:r>
            <a:endParaRPr b="1" sz="2300">
              <a:solidFill>
                <a:schemeClr val="dk1"/>
              </a:solidFill>
              <a:latin typeface="Arial"/>
              <a:ea typeface="Arial"/>
              <a:cs typeface="Arial"/>
              <a:sym typeface="Arial"/>
            </a:endParaRPr>
          </a:p>
          <a:p>
            <a:pPr indent="0" lvl="0" marL="0" rtl="0" algn="l">
              <a:spcBef>
                <a:spcPts val="600"/>
              </a:spcBef>
              <a:spcAft>
                <a:spcPts val="0"/>
              </a:spcAft>
              <a:buNone/>
            </a:pPr>
            <a:r>
              <a:t/>
            </a:r>
            <a:endParaRPr>
              <a:solidFill>
                <a:schemeClr val="dk1"/>
              </a:solidFill>
            </a:endParaRPr>
          </a:p>
        </p:txBody>
      </p:sp>
      <p:sp>
        <p:nvSpPr>
          <p:cNvPr id="1041" name="Google Shape;1041;p75"/>
          <p:cNvSpPr txBox="1"/>
          <p:nvPr>
            <p:ph idx="8" type="subTitle"/>
          </p:nvPr>
        </p:nvSpPr>
        <p:spPr>
          <a:xfrm>
            <a:off x="1861200" y="1119800"/>
            <a:ext cx="6131700" cy="3828000"/>
          </a:xfrm>
          <a:prstGeom prst="rect">
            <a:avLst/>
          </a:prstGeom>
        </p:spPr>
        <p:txBody>
          <a:bodyPr anchorCtr="0" anchor="t" bIns="91425" lIns="91425" spcFirstLastPara="1" rIns="91425" wrap="square" tIns="91425">
            <a:noAutofit/>
          </a:bodyPr>
          <a:lstStyle/>
          <a:p>
            <a:pPr indent="0" lvl="0" marL="0" rtl="0" algn="just">
              <a:lnSpc>
                <a:spcPct val="115000"/>
              </a:lnSpc>
              <a:spcBef>
                <a:spcPts val="1200"/>
              </a:spcBef>
              <a:spcAft>
                <a:spcPts val="0"/>
              </a:spcAft>
              <a:buNone/>
            </a:pPr>
            <a:r>
              <a:rPr lang="en-US" sz="1700">
                <a:solidFill>
                  <a:schemeClr val="dk2"/>
                </a:solidFill>
                <a:latin typeface="Sora ExtraLight"/>
                <a:ea typeface="Sora ExtraLight"/>
                <a:cs typeface="Sora ExtraLight"/>
                <a:sym typeface="Sora ExtraLight"/>
              </a:rPr>
              <a:t>In conclusion, quantum computing introduces a significant threat to existing cryptographic systems, and there is an urgent need for structured migration strategies.</a:t>
            </a:r>
            <a:endParaRPr sz="1700">
              <a:solidFill>
                <a:schemeClr val="dk2"/>
              </a:solidFill>
              <a:latin typeface="Sora ExtraLight"/>
              <a:ea typeface="Sora ExtraLight"/>
              <a:cs typeface="Sora ExtraLight"/>
              <a:sym typeface="Sora ExtraLight"/>
            </a:endParaRPr>
          </a:p>
          <a:p>
            <a:pPr indent="0" lvl="0" marL="0" rtl="0" algn="just">
              <a:lnSpc>
                <a:spcPct val="115000"/>
              </a:lnSpc>
              <a:spcBef>
                <a:spcPts val="1200"/>
              </a:spcBef>
              <a:spcAft>
                <a:spcPts val="0"/>
              </a:spcAft>
              <a:buNone/>
            </a:pPr>
            <a:r>
              <a:rPr lang="en-US" sz="1700">
                <a:solidFill>
                  <a:schemeClr val="dk2"/>
                </a:solidFill>
                <a:latin typeface="Sora ExtraLight"/>
                <a:ea typeface="Sora ExtraLight"/>
                <a:cs typeface="Sora ExtraLight"/>
                <a:sym typeface="Sora ExtraLight"/>
              </a:rPr>
              <a:t>This project presents a practical and adaptive framework that evaluates risk and selects appropriate post-quantum cryptographic methods based on system context. By bridging the gap between research and real-world deployment, the framework contributes toward building secure and future-ready digital systems.</a:t>
            </a:r>
            <a:endParaRPr sz="1700">
              <a:solidFill>
                <a:schemeClr val="dk2"/>
              </a:solidFill>
              <a:latin typeface="Sora ExtraLight"/>
              <a:ea typeface="Sora ExtraLight"/>
              <a:cs typeface="Sora ExtraLight"/>
              <a:sym typeface="Sora ExtraLight"/>
            </a:endParaRPr>
          </a:p>
          <a:p>
            <a:pPr indent="0" lvl="0" marL="0" rtl="0" algn="just">
              <a:lnSpc>
                <a:spcPct val="115000"/>
              </a:lnSpc>
              <a:spcBef>
                <a:spcPts val="1200"/>
              </a:spcBef>
              <a:spcAft>
                <a:spcPts val="1200"/>
              </a:spcAft>
              <a:buNone/>
            </a:pPr>
            <a:r>
              <a:t/>
            </a:r>
            <a:endParaRPr sz="1700">
              <a:solidFill>
                <a:schemeClr val="dk2"/>
              </a:solidFill>
              <a:latin typeface="Sora ExtraLight"/>
              <a:ea typeface="Sora ExtraLight"/>
              <a:cs typeface="Sora ExtraLight"/>
              <a:sym typeface="Sora ExtraLight"/>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