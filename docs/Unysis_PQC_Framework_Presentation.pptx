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218895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38BDF8"/>
                </a:solidFill>
              </a:rPr>
              <a:t>UNYSIS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1F5F9"/>
                </a:solidFill>
              </a:rPr>
              <a:t>Quantum-Risk-Aware · Context-Adaptive PQC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971800"/>
            <a:ext cx="7616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Week Progress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Post-Quantum Cryptography · Migration Simulation · Decision Engine · Quantum Attack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300" b="0" i="0" dirty="0">
                <a:solidFill>
                  <a:srgbClr val="94A3B8"/>
                </a:solidFill>
              </a:rPr>
              <a:t>24</a:t>
            </a:r>
            <a:r>
              <a:rPr lang="en-IN" sz="1300" b="0" i="0" baseline="30000" dirty="0">
                <a:solidFill>
                  <a:srgbClr val="94A3B8"/>
                </a:solidFill>
              </a:rPr>
              <a:t>th</a:t>
            </a:r>
            <a:r>
              <a:rPr lang="en-IN" sz="1300" b="0" i="0" dirty="0">
                <a:solidFill>
                  <a:srgbClr val="94A3B8"/>
                </a:solidFill>
              </a:rPr>
              <a:t> </a:t>
            </a:r>
            <a:r>
              <a:rPr sz="1300" b="0" i="0" dirty="0">
                <a:solidFill>
                  <a:srgbClr val="94A3B8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18288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The Quantum Threat Is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Why existing encryption is no longer 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566160" cy="3840480"/>
          </a:xfrm>
          <a:prstGeom prst="rect">
            <a:avLst/>
          </a:prstGeom>
          <a:solidFill>
            <a:srgbClr val="1118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Shor's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Breaks RSA-2048 in HOURS on a fault-tolerant quantum computer.
Classically it would take 10²⁰ years.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920240"/>
            <a:ext cx="3566160" cy="3840480"/>
          </a:xfrm>
          <a:prstGeom prst="rect">
            <a:avLst/>
          </a:prstGeom>
          <a:solidFill>
            <a:srgbClr val="1118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2057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Harvest Now, Decrypt 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46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Adversaries collect encrypted traffic today.
When quantum computers arrive, they decrypt it retroactively.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920240"/>
            <a:ext cx="3566160" cy="3840480"/>
          </a:xfrm>
          <a:prstGeom prst="rect">
            <a:avLst/>
          </a:prstGeom>
          <a:solidFill>
            <a:srgbClr val="1118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057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One-Size-Fits-All Fails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46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Deploying Kyber-1024 everywhere crashes IoT sensors.
Deploying RSA everywhere leaves hospitals exposed.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Our Solution: Adaptive PQC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Context-aware algorithm selection matched to device, risk, and threat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2743200" cy="411480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Quantum Risk Index (QRI)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Scores each device 0–100 using
5 weighted factors: data sensitivity,
lifetime, threat window, exposure,
and hardware capability.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1874519"/>
            <a:ext cx="2743200" cy="4114800"/>
          </a:xfrm>
          <a:prstGeom prst="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64992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Decision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31089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Selects the optimal NIST-certified PQC
algorithm per device. Considers RAM,
FPU, bandwidth, and adversary type.
Outputs score breakdown + alternatives.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874519"/>
            <a:ext cx="2743200" cy="411480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72784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Migration Simulator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31089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Gymnasium RL environment simulates
6 enterprise devices over 10-step
quantum escalation. Proves Adaptive
beats Status Quo and Paranoid.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7696" y="1874519"/>
            <a:ext cx="2743200" cy="4114800"/>
          </a:xfrm>
          <a:prstGeom prst="rect">
            <a:avLst/>
          </a:prstGeom>
          <a:solidFill>
            <a:srgbClr val="111827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0576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78BFA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Quantum Attack 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31089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Builds a real Qiskit QPE circuit.
Extrapolates RSA-2048 break time:
10²⁰ years classically → hours on
a fault-tolerant quantum computer.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28016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3443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097280"/>
            <a:ext cx="9875520" cy="640080"/>
          </a:xfrm>
          <a:prstGeom prst="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234439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Streamlit Dashboard  ·  3-Tab Interface  ·  Dark-Mode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128016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</a:rP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194560"/>
            <a:ext cx="9875520" cy="64008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23317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FastAPI  ·  /analyze  ·  /simulate/quantum_attack  ·  /simulate/migration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128016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3429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</a:rPr>
              <a:t>ENGINES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291840"/>
            <a:ext cx="9875520" cy="64008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11680" y="34290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risk_engine.py  ·  decision_engine.py  ·  devices.py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89120"/>
            <a:ext cx="1280160" cy="6400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526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</a:rPr>
              <a:t>SIMULATORS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389120"/>
            <a:ext cx="9875520" cy="640080"/>
          </a:xfrm>
          <a:prstGeom prst="rect">
            <a:avLst/>
          </a:prstGeom>
          <a:solidFill>
            <a:srgbClr val="111827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80" y="45262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quantum_attack.py (Qiskit)  ·  migration_env.py (Gymnasium)  ·  evaluate_framework.py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All layers communicate via HTTP REST. Streamlit calls FastAPI, which imports and runs the simulator/engine modules.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Migration Simulation: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6 enterprise devices  ·  10-step quantum threat escalation  ·  3 competing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7451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Reward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87451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Total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87451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Breaches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87451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Compliance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11887200" cy="1188720"/>
          </a:xfrm>
          <a:prstGeom prst="rect">
            <a:avLst/>
          </a:prstGeom>
          <a:solidFill>
            <a:srgbClr val="1118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</a:rPr>
              <a:t>🔴 Status Quo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RSA-2048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-5,340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$29.4M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11880"/>
            <a:ext cx="11887200" cy="118872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🟡 Paranoid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Max PQC everywhere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-700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$2.3M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931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37760"/>
            <a:ext cx="11887200" cy="118872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🟢 Adaptive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Our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257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-2,032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257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$9.7M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5257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5257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61%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★  Adaptive achieves the best balance: far fewer breaches than Status Quo, at a fraction of Paranoid's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18288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Quantum Attack Analysis: Shor's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Simulated on Qiskit AerSimulator  ·  Extrapolated to RSA-2048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5394960" cy="2926080"/>
          </a:xfrm>
          <a:prstGeom prst="rect">
            <a:avLst/>
          </a:prstGeom>
          <a:solidFill>
            <a:srgbClr val="2D1515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🔓  RSA-2048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</a:rPr>
              <a:t>~10²⁰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Classical NFS on a 1 PetaFLOP supercomputer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F4444"/>
                </a:solidFill>
              </a:rPr>
              <a:t>⚡  ~13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Shor's algorithm on a 1 MHz logical-clock quantum computer
(~4,096 perfect logical qubits)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920240"/>
            <a:ext cx="5760720" cy="2926080"/>
          </a:xfrm>
          <a:prstGeom prst="rect">
            <a:avLst/>
          </a:prstGeom>
          <a:solidFill>
            <a:srgbClr val="0F3D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🛡️  ML-KEM (Kyber)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517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</a:rPr>
              <a:t>Centuries+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29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No known quantum speedup for Learning With Errors (LWE)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✓  Grover's: √n speedup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297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Mitigated by larger key sizes (Kyber-1024).
Lattice SVP remains unsolved for quantum machines.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120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Conclusion: RSA-2048 is classically secure but quantum-broken. Our framework migrates devices to lattice-based PQC before Q-Day.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Decision Engine: Per-Device Algorithm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QRI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Selected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NIST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11521440" cy="62179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1984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IoT Temperature Sensor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198424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1.06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8424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MODERATE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198424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</a:rPr>
              <a:t>Kyber-512 / Dilithium-2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19842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NIST L1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78608"/>
            <a:ext cx="11521440" cy="621792"/>
          </a:xfrm>
          <a:prstGeom prst="rect">
            <a:avLst/>
          </a:prstGeom>
          <a:solidFill>
            <a:srgbClr val="0F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268833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Developer Workstation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2688336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10.0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68833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268833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</a:rPr>
              <a:t>Kyber-1024 / Dilithium-5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268833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NIST L5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82696"/>
            <a:ext cx="11521440" cy="62179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" y="339242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Public API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339242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10.0 /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39242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ELEVATED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3392424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</a:rPr>
              <a:t>Kyber-768 / Dilithium-3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339242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NIST 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986783"/>
            <a:ext cx="11521440" cy="621792"/>
          </a:xfrm>
          <a:prstGeom prst="rect">
            <a:avLst/>
          </a:prstGeom>
          <a:solidFill>
            <a:srgbClr val="0F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" y="409651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Hospital Patient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7792" y="4096511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10.0 /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096511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2" y="4096511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</a:rPr>
              <a:t>Kyber-1024 + SPHINCS+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409651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NIST L5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90872"/>
            <a:ext cx="11521440" cy="62179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" y="4800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Industrial PLC Controller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07792" y="48006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1.50 /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48006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16752" y="48006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</a:rPr>
              <a:t>Hybrid RSA+Kyber-512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48672" y="4800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NIST L1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394960"/>
            <a:ext cx="11521440" cy="621792"/>
          </a:xfrm>
          <a:prstGeom prst="rect">
            <a:avLst/>
          </a:prstGeom>
          <a:solidFill>
            <a:srgbClr val="0F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8912" y="55046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Smart Home 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7792" y="55046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10.0 /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550468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ELEVATED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6752" y="550468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</a:rPr>
              <a:t>Kyber-768 / Dilithium-3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8672" y="55046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NIST L3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This Week's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521440" cy="68580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Unified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572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Integrated all standalone scripts (simulators, engines, dashboard) into one cohesive FastAPI + Streamlit application.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58568"/>
            <a:ext cx="11521440" cy="68580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3682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Quantum Attack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6829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Built a real Qiskit QPE circuit, computed gate counts, depth, and extrapolated RSA-2048 break times. Exposed via REST API.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54096"/>
            <a:ext cx="11521440" cy="68580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6382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Migration Strategy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6382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Overhauled the Gymnasium RL environment with real device capabilities derived from hardware profiles (RAM, CPU, FPU).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9624"/>
            <a:ext cx="11521440" cy="68580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9593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Financial Cost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959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Added a $-denominated cost model: migration cost per algorithm tier + breach/crash cost per device class (IoT vs Hospital DB).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45152"/>
            <a:ext cx="11521440" cy="68580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NIST Compliance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Each device gets a live compliance score (0–100%) as it migrates. Compliance timelines are plotted per strategy.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40679"/>
            <a:ext cx="11521440" cy="68580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550407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Premium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550407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Dark-mode Streamlit UI with per-device allocation tables, multi-chart tabs, KPI summary cards, and the 'Why Adaptive Wins' panel.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Roadmap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🧠 RL Policy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Replace the hand-coded adaptive policy with a trained Deep Q-Network (DQN) agent using Stable-Baselines3.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68880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📡 Live Threat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Integrate CISA/NIST advisories via API to dynamically update threat levels in real-time.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🏢 Org-Level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747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Extend the simulator to model 100+ device fleets with heterogeneous sub-networks.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📄 Compliance Report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891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Auto-generate PDF/Excel NIST migration compliance reports from dashboard for auditors.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12080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🔐 Real PQC 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3035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Benchmark actual Kyber/Dilithium key generation and encapsulation times on target hardware classes.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218895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38BDF8"/>
                </a:solidFill>
              </a:rPr>
              <a:t>UNYSIS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1F5F9"/>
                </a:solidFill>
              </a:rPr>
              <a:t>The right algorithm, for the right device, at the right threat level.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749039"/>
            <a:ext cx="7616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Unmesh Raj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879</Words>
  <Application>Microsoft Office PowerPoint</Application>
  <PresentationFormat>Custom</PresentationFormat>
  <Paragraphs>142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Unmesh Raj</cp:lastModifiedBy>
  <cp:revision>2</cp:revision>
  <dcterms:created xsi:type="dcterms:W3CDTF">2013-01-27T09:14:16Z</dcterms:created>
  <dcterms:modified xsi:type="dcterms:W3CDTF">2026-04-24T09:40:57Z</dcterms:modified>
  <cp:category/>
</cp:coreProperties>
</file>